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8.svg" ContentType="image/svg+xml"/>
  <Override PartName="/ppt/media/image67.svg" ContentType="image/svg+xml"/>
  <Override PartName="/ppt/media/image6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8" r:id="rId4"/>
    <p:sldId id="259" r:id="rId5"/>
    <p:sldId id="341" r:id="rId6"/>
    <p:sldId id="437" r:id="rId7"/>
    <p:sldId id="433" r:id="rId8"/>
    <p:sldId id="438" r:id="rId9"/>
    <p:sldId id="434" r:id="rId10"/>
    <p:sldId id="439" r:id="rId11"/>
    <p:sldId id="435" r:id="rId12"/>
    <p:sldId id="447" r:id="rId29"/>
    <p:sldId id="440" r:id="rId13"/>
    <p:sldId id="442" r:id="rId14"/>
    <p:sldId id="450" r:id="rId32"/>
    <p:sldId id="451" r:id="rId33"/>
    <p:sldId id="452" r:id="rId34"/>
    <p:sldId id="453" r:id="rId35"/>
    <p:sldId id="454" r:id="rId36"/>
    <p:sldId id="455" r:id="rId37"/>
    <p:sldId id="456" r:id="rId38"/>
    <p:sldId id="384" r:id="rId19"/>
    <p:sldId id="436" r:id="rId21"/>
    <p:sldId id="441" r:id="rId22"/>
    <p:sldId id="448" r:id="rId30"/>
    <p:sldId id="449" r:id="rId31"/>
    <p:sldId id="266" r:id="rId23"/>
    <p:sldId id="267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5" orient="horz" pos="643">
          <p15:clr>
            <a:srgbClr val="A4A3A4"/>
          </p15:clr>
        </p15:guide>
        <p15:guide id="6" pos="73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DE05"/>
    <a:srgbClr val="FFB2B2"/>
    <a:srgbClr val="FFFFFF"/>
    <a:srgbClr val="F4D6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946" autoAdjust="0"/>
  </p:normalViewPr>
  <p:slideViewPr>
    <p:cSldViewPr snapToGrid="0" showGuides="1">
      <p:cViewPr varScale="1">
        <p:scale>
          <a:sx n="72" d="100"/>
          <a:sy n="72" d="100"/>
        </p:scale>
        <p:origin x="789" y="264"/>
      </p:cViewPr>
      <p:guideLst>
        <p:guide pos="3840"/>
        <p:guide orient="horz" pos="643"/>
        <p:guide pos="731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9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0">
            <a:extLst>
              <a:ext uri="{FF2B5EF4-FFF2-40B4-BE49-F238E27FC236}">
                <a16:creationId xmlns:a16="http://schemas.microsoft.com/office/drawing/2014/main" id="{A0B7F9D3-307D-0B37-409B-D7D65DB1DCAE}"/>
              </a:ext>
            </a:extLst>
          </p:cNvPr>
          <p:cNvSpPr/>
          <p:nvPr userDrawn="1"/>
        </p:nvSpPr>
        <p:spPr>
          <a:xfrm>
            <a:off x="11809949" y="-1"/>
            <a:ext cx="111467" cy="21887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22860" rIns="22860" anchor="ctr"/>
          <a:lstStyle/>
          <a:p>
            <a:pPr defTabSz="457200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pic>
        <p:nvPicPr>
          <p:cNvPr id="20" name="그림 5" descr="그림 5">
            <a:extLst>
              <a:ext uri="{FF2B5EF4-FFF2-40B4-BE49-F238E27FC236}">
                <a16:creationId xmlns:a16="http://schemas.microsoft.com/office/drawing/2014/main" id="{A9A8D288-419D-78E0-9095-9897727E2D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8" y="6129338"/>
            <a:ext cx="1143247" cy="26096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24771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  <p15:guide id="3" pos="393" userDrawn="1">
          <p15:clr>
            <a:srgbClr val="FBAE40"/>
          </p15:clr>
        </p15:guide>
        <p15:guide id="4" pos="7310" userDrawn="1">
          <p15:clr>
            <a:srgbClr val="FBAE40"/>
          </p15:clr>
        </p15:guide>
        <p15:guide id="5" orient="horz" pos="414" userDrawn="1">
          <p15:clr>
            <a:srgbClr val="FBAE40"/>
          </p15:clr>
        </p15:guide>
        <p15:guide id="6" orient="horz" pos="386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043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1B6C37-FE66-0B83-7DC2-5D5B2A698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0EFAE62-E9EC-D27A-514D-921301559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87B129-A18C-AC36-72EC-3DDA77D4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4E3B5E-6B3E-CF3B-3BA1-12369481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4EA460-0D69-E3FB-AF56-60351509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004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E9611-7993-F93C-4445-8C86871F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0C078-B858-C30C-69BD-02BC18D329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ECD841-9B31-B83A-1714-061738339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A889BC-0E9A-49AF-56DC-234E78EDA5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9551EE-42A6-2D0C-1872-FAB3B4DE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881567-F03F-58F9-7128-6B278FE9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0901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03122-FCF4-78E7-F3E7-A5B8D1C4A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87D72D-BF4B-4919-54B3-5FF484888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6BA40-96E2-0559-8734-AEAA29E1C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9C5C58F-74AC-9416-1B82-7A822B8C60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71300D-C679-E9C2-01AB-ABA48B740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FB1B0BC-1BD0-EFC0-F7F9-367DB83C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63FAF6D-F989-874B-89A6-735C38B3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3A44E2C-7B91-62B8-1DA2-33D78C874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212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39A40-CB9B-2318-7EC1-CADCADAFA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E94CE0-4D48-83E3-CD15-6E54303763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FD332-5EBC-CD80-0F5E-AB53DDE7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0A4DFB-90E0-DE09-0F80-A526FBA2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398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140FB3-AD29-8A62-EE1B-2BED84F7F7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6ED8C09-CED1-D27D-A30D-D68079B56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302643-CE66-B400-0B53-17ED7273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854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20BE94-C064-A882-A591-898FCFCDF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DB230A-9AE3-8271-BC10-DE5EBCC14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381323C-F692-3D2F-7FAF-9B436703B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0C2B964-FFC8-0CEF-5959-51626BFA63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64031C-9496-A420-01BE-A1BD227C7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B25EE4-4092-6BB2-FD27-E48EDFF3F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9480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E0A3F0-52A0-E3DC-B39B-FF23E63E9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C6517B0-9C3A-A692-273E-25A4058C04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410C7D-DF39-9E53-4CCF-D39B76CEC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AE9D15-846F-61E6-AFBC-F3803F687B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EA6E30-C5D5-0682-D0AB-5FE0EB27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F8B54A-E976-8389-D2AE-5DC8DFD0F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3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4D25B-CCA5-3A8D-C17E-08F91A6F0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9A16FC-88B4-1ED3-9823-A59DAF5B85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0B5EE1-DD62-9BB7-30A1-7D29676513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C0D505-6897-5C0B-01DF-3E6E2107E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0E84E5-59F6-6E93-B459-C9AE720BD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684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0D923E6-9A3C-5465-7DF6-C30A659F1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43B65C4-BB0D-FC2A-D042-3E53BCCC25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A02DCB-0F33-B254-A1E2-DAEAEEDBA5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DCC4AB-CA7D-4E0E-8DFA-5BBEA8557607}" type="datetimeFigureOut">
              <a:rPr lang="ko-KR" altLang="en-US" smtClean="0"/>
              <a:t>2026-03-21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5935DC-ABE7-A82C-0489-94F6E8107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907ED6-CDE7-C403-D2D8-0AFA0E16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5FE257-4CCE-4CD8-BD02-DFCCB78E3D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829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D6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0A3F19DA-DD72-86C4-6BEC-F7375B4275CD}"/>
              </a:ext>
            </a:extLst>
          </p:cNvPr>
          <p:cNvSpPr txBox="1"/>
          <p:nvPr userDrawn="1"/>
        </p:nvSpPr>
        <p:spPr>
          <a:xfrm>
            <a:off x="4127193" y="2478971"/>
            <a:ext cx="3937614" cy="700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/>
          <a:lstStyle>
            <a:lvl1pPr defTabSz="914400">
              <a:defRPr sz="7200" b="0">
                <a:latin typeface="Apple SD 산돌고딕 Neo 볼드체"/>
                <a:ea typeface="Apple SD 산돌고딕 Neo 볼드체"/>
                <a:cs typeface="Apple SD 산돌고딕 Neo 볼드체"/>
                <a:sym typeface="Apple SD 산돌고딕 Neo 볼드체"/>
              </a:defRPr>
            </a:lvl1pPr>
          </a:lstStyle>
          <a:p>
            <a:pPr algn="ctr"/>
            <a:r>
              <a:rPr sz="3600" dirty="0" err="1">
                <a:latin typeface="페이퍼로지 5 Medium" pitchFamily="2" charset="-127"/>
                <a:ea typeface="페이퍼로지 5 Medium" pitchFamily="2" charset="-127"/>
              </a:rPr>
              <a:t>루퍼젯</a:t>
            </a:r>
            <a:endParaRPr sz="36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8" name="그룹화">
            <a:extLst>
              <a:ext uri="{FF2B5EF4-FFF2-40B4-BE49-F238E27FC236}">
                <a16:creationId xmlns:a16="http://schemas.microsoft.com/office/drawing/2014/main" id="{E16CD85F-2B01-E905-3CAB-03A5E10C95E6}"/>
              </a:ext>
            </a:extLst>
          </p:cNvPr>
          <p:cNvGrpSpPr/>
          <p:nvPr userDrawn="1"/>
        </p:nvGrpSpPr>
        <p:grpSpPr>
          <a:xfrm>
            <a:off x="4195893" y="1501113"/>
            <a:ext cx="3800214" cy="700120"/>
            <a:chOff x="0" y="0"/>
            <a:chExt cx="7600425" cy="1400237"/>
          </a:xfrm>
        </p:grpSpPr>
        <p:sp>
          <p:nvSpPr>
            <p:cNvPr id="9" name="도형">
              <a:extLst>
                <a:ext uri="{FF2B5EF4-FFF2-40B4-BE49-F238E27FC236}">
                  <a16:creationId xmlns:a16="http://schemas.microsoft.com/office/drawing/2014/main" id="{52A19AA9-22DC-5D4B-5942-2FD4AFB5DAC3}"/>
                </a:ext>
              </a:extLst>
            </p:cNvPr>
            <p:cNvSpPr/>
            <p:nvPr/>
          </p:nvSpPr>
          <p:spPr>
            <a:xfrm>
              <a:off x="0" y="0"/>
              <a:ext cx="799992" cy="110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2" y="16685"/>
                  </a:moveTo>
                  <a:lnTo>
                    <a:pt x="5402" y="0"/>
                  </a:lnTo>
                  <a:lnTo>
                    <a:pt x="0" y="0"/>
                  </a:lnTo>
                  <a:lnTo>
                    <a:pt x="0" y="18652"/>
                  </a:lnTo>
                  <a:lnTo>
                    <a:pt x="4054" y="21600"/>
                  </a:lnTo>
                  <a:lnTo>
                    <a:pt x="21600" y="21600"/>
                  </a:lnTo>
                  <a:lnTo>
                    <a:pt x="21600" y="17672"/>
                  </a:lnTo>
                  <a:lnTo>
                    <a:pt x="6751" y="17672"/>
                  </a:lnTo>
                  <a:cubicBezTo>
                    <a:pt x="6009" y="17672"/>
                    <a:pt x="5402" y="17231"/>
                    <a:pt x="5402" y="16692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0" name="도형">
              <a:extLst>
                <a:ext uri="{FF2B5EF4-FFF2-40B4-BE49-F238E27FC236}">
                  <a16:creationId xmlns:a16="http://schemas.microsoft.com/office/drawing/2014/main" id="{84793E39-D0FB-0FA5-DD6C-745C91AE5437}"/>
                </a:ext>
              </a:extLst>
            </p:cNvPr>
            <p:cNvSpPr/>
            <p:nvPr/>
          </p:nvSpPr>
          <p:spPr>
            <a:xfrm>
              <a:off x="4499996" y="299955"/>
              <a:ext cx="600246" cy="79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0" y="6751"/>
                  </a:moveTo>
                  <a:lnTo>
                    <a:pt x="7200" y="21600"/>
                  </a:lnTo>
                  <a:lnTo>
                    <a:pt x="0" y="21600"/>
                  </a:lnTo>
                  <a:lnTo>
                    <a:pt x="0" y="4054"/>
                  </a:lnTo>
                  <a:cubicBezTo>
                    <a:pt x="2111" y="2470"/>
                    <a:pt x="3292" y="1584"/>
                    <a:pt x="5403" y="0"/>
                  </a:cubicBezTo>
                  <a:lnTo>
                    <a:pt x="21600" y="0"/>
                  </a:lnTo>
                  <a:lnTo>
                    <a:pt x="21600" y="5402"/>
                  </a:lnTo>
                  <a:lnTo>
                    <a:pt x="9009" y="5402"/>
                  </a:lnTo>
                  <a:cubicBezTo>
                    <a:pt x="8020" y="5402"/>
                    <a:pt x="7212" y="6009"/>
                    <a:pt x="7212" y="675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1" name="도형">
              <a:extLst>
                <a:ext uri="{FF2B5EF4-FFF2-40B4-BE49-F238E27FC236}">
                  <a16:creationId xmlns:a16="http://schemas.microsoft.com/office/drawing/2014/main" id="{63671B49-D78A-7F8B-5C71-BD5A6FA96689}"/>
                </a:ext>
              </a:extLst>
            </p:cNvPr>
            <p:cNvSpPr/>
            <p:nvPr/>
          </p:nvSpPr>
          <p:spPr>
            <a:xfrm>
              <a:off x="899865" y="299955"/>
              <a:ext cx="800328" cy="80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48" y="0"/>
                  </a:moveTo>
                  <a:lnTo>
                    <a:pt x="4052" y="0"/>
                  </a:lnTo>
                  <a:cubicBezTo>
                    <a:pt x="2469" y="1583"/>
                    <a:pt x="1583" y="2469"/>
                    <a:pt x="0" y="4052"/>
                  </a:cubicBezTo>
                  <a:lnTo>
                    <a:pt x="0" y="17548"/>
                  </a:lnTo>
                  <a:cubicBezTo>
                    <a:pt x="1583" y="19131"/>
                    <a:pt x="2469" y="20017"/>
                    <a:pt x="4052" y="21600"/>
                  </a:cubicBezTo>
                  <a:lnTo>
                    <a:pt x="17548" y="21600"/>
                  </a:lnTo>
                  <a:cubicBezTo>
                    <a:pt x="19131" y="20017"/>
                    <a:pt x="20017" y="19131"/>
                    <a:pt x="21600" y="17548"/>
                  </a:cubicBezTo>
                  <a:lnTo>
                    <a:pt x="21600" y="4052"/>
                  </a:lnTo>
                  <a:cubicBezTo>
                    <a:pt x="20017" y="2469"/>
                    <a:pt x="19131" y="1583"/>
                    <a:pt x="17548" y="0"/>
                  </a:cubicBezTo>
                  <a:close/>
                  <a:moveTo>
                    <a:pt x="16200" y="14843"/>
                  </a:moveTo>
                  <a:cubicBezTo>
                    <a:pt x="16200" y="15585"/>
                    <a:pt x="15594" y="16191"/>
                    <a:pt x="14852" y="16191"/>
                  </a:cubicBezTo>
                  <a:lnTo>
                    <a:pt x="6757" y="16191"/>
                  </a:lnTo>
                  <a:cubicBezTo>
                    <a:pt x="6015" y="16191"/>
                    <a:pt x="5409" y="15585"/>
                    <a:pt x="5409" y="14843"/>
                  </a:cubicBezTo>
                  <a:lnTo>
                    <a:pt x="5409" y="6748"/>
                  </a:lnTo>
                  <a:cubicBezTo>
                    <a:pt x="5409" y="6006"/>
                    <a:pt x="6015" y="5400"/>
                    <a:pt x="6757" y="5400"/>
                  </a:cubicBezTo>
                  <a:lnTo>
                    <a:pt x="14852" y="5400"/>
                  </a:lnTo>
                  <a:cubicBezTo>
                    <a:pt x="15594" y="5400"/>
                    <a:pt x="16200" y="6006"/>
                    <a:pt x="16200" y="6748"/>
                  </a:cubicBezTo>
                  <a:lnTo>
                    <a:pt x="16200" y="1484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" name="도형">
              <a:extLst>
                <a:ext uri="{FF2B5EF4-FFF2-40B4-BE49-F238E27FC236}">
                  <a16:creationId xmlns:a16="http://schemas.microsoft.com/office/drawing/2014/main" id="{1B49514E-F52B-3330-35CE-ED3D55E9966A}"/>
                </a:ext>
              </a:extLst>
            </p:cNvPr>
            <p:cNvSpPr/>
            <p:nvPr/>
          </p:nvSpPr>
          <p:spPr>
            <a:xfrm>
              <a:off x="1799730" y="299955"/>
              <a:ext cx="800328" cy="80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48" y="0"/>
                  </a:moveTo>
                  <a:lnTo>
                    <a:pt x="4052" y="0"/>
                  </a:lnTo>
                  <a:cubicBezTo>
                    <a:pt x="2469" y="1583"/>
                    <a:pt x="1583" y="2469"/>
                    <a:pt x="0" y="4052"/>
                  </a:cubicBezTo>
                  <a:lnTo>
                    <a:pt x="0" y="17548"/>
                  </a:lnTo>
                  <a:cubicBezTo>
                    <a:pt x="1583" y="19131"/>
                    <a:pt x="2469" y="20017"/>
                    <a:pt x="4052" y="21600"/>
                  </a:cubicBezTo>
                  <a:lnTo>
                    <a:pt x="17548" y="21600"/>
                  </a:lnTo>
                  <a:cubicBezTo>
                    <a:pt x="19131" y="20017"/>
                    <a:pt x="20017" y="19131"/>
                    <a:pt x="21600" y="17548"/>
                  </a:cubicBezTo>
                  <a:lnTo>
                    <a:pt x="21600" y="4052"/>
                  </a:lnTo>
                  <a:cubicBezTo>
                    <a:pt x="20017" y="2469"/>
                    <a:pt x="19131" y="1583"/>
                    <a:pt x="17548" y="0"/>
                  </a:cubicBezTo>
                  <a:close/>
                  <a:moveTo>
                    <a:pt x="16200" y="14843"/>
                  </a:moveTo>
                  <a:cubicBezTo>
                    <a:pt x="16200" y="15585"/>
                    <a:pt x="15594" y="16191"/>
                    <a:pt x="14852" y="16191"/>
                  </a:cubicBezTo>
                  <a:lnTo>
                    <a:pt x="6757" y="16191"/>
                  </a:lnTo>
                  <a:cubicBezTo>
                    <a:pt x="6015" y="16191"/>
                    <a:pt x="5409" y="15585"/>
                    <a:pt x="5409" y="14843"/>
                  </a:cubicBezTo>
                  <a:lnTo>
                    <a:pt x="5409" y="6748"/>
                  </a:lnTo>
                  <a:cubicBezTo>
                    <a:pt x="5409" y="6006"/>
                    <a:pt x="6015" y="5400"/>
                    <a:pt x="6757" y="5400"/>
                  </a:cubicBezTo>
                  <a:lnTo>
                    <a:pt x="14852" y="5400"/>
                  </a:lnTo>
                  <a:cubicBezTo>
                    <a:pt x="15594" y="5400"/>
                    <a:pt x="16200" y="6006"/>
                    <a:pt x="16200" y="6748"/>
                  </a:cubicBezTo>
                  <a:lnTo>
                    <a:pt x="16200" y="1484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3" name="도형">
              <a:extLst>
                <a:ext uri="{FF2B5EF4-FFF2-40B4-BE49-F238E27FC236}">
                  <a16:creationId xmlns:a16="http://schemas.microsoft.com/office/drawing/2014/main" id="{A646EFA3-F4F7-97F1-5337-FE4A21D99E98}"/>
                </a:ext>
              </a:extLst>
            </p:cNvPr>
            <p:cNvSpPr/>
            <p:nvPr/>
          </p:nvSpPr>
          <p:spPr>
            <a:xfrm>
              <a:off x="2699930" y="299955"/>
              <a:ext cx="799993" cy="110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55" y="0"/>
                  </a:moveTo>
                  <a:lnTo>
                    <a:pt x="4054" y="0"/>
                  </a:lnTo>
                  <a:cubicBezTo>
                    <a:pt x="2470" y="1151"/>
                    <a:pt x="1584" y="1796"/>
                    <a:pt x="0" y="2948"/>
                  </a:cubicBezTo>
                  <a:lnTo>
                    <a:pt x="0" y="21600"/>
                  </a:lnTo>
                  <a:lnTo>
                    <a:pt x="5402" y="21600"/>
                  </a:lnTo>
                  <a:lnTo>
                    <a:pt x="5402" y="4915"/>
                  </a:lnTo>
                  <a:cubicBezTo>
                    <a:pt x="5402" y="4375"/>
                    <a:pt x="6009" y="3934"/>
                    <a:pt x="6751" y="3934"/>
                  </a:cubicBezTo>
                  <a:lnTo>
                    <a:pt x="14849" y="3934"/>
                  </a:lnTo>
                  <a:cubicBezTo>
                    <a:pt x="15591" y="3934"/>
                    <a:pt x="16198" y="4375"/>
                    <a:pt x="16198" y="4915"/>
                  </a:cubicBezTo>
                  <a:lnTo>
                    <a:pt x="16198" y="10803"/>
                  </a:lnTo>
                  <a:cubicBezTo>
                    <a:pt x="16198" y="11343"/>
                    <a:pt x="15591" y="11784"/>
                    <a:pt x="14849" y="11784"/>
                  </a:cubicBezTo>
                  <a:lnTo>
                    <a:pt x="8099" y="11784"/>
                  </a:lnTo>
                  <a:lnTo>
                    <a:pt x="8099" y="15711"/>
                  </a:lnTo>
                  <a:lnTo>
                    <a:pt x="17546" y="15711"/>
                  </a:lnTo>
                  <a:cubicBezTo>
                    <a:pt x="19130" y="14560"/>
                    <a:pt x="20016" y="13915"/>
                    <a:pt x="21600" y="12764"/>
                  </a:cubicBezTo>
                  <a:lnTo>
                    <a:pt x="21600" y="2948"/>
                  </a:lnTo>
                  <a:cubicBezTo>
                    <a:pt x="20016" y="1796"/>
                    <a:pt x="19130" y="1151"/>
                    <a:pt x="1754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4" name="도형">
              <a:extLst>
                <a:ext uri="{FF2B5EF4-FFF2-40B4-BE49-F238E27FC236}">
                  <a16:creationId xmlns:a16="http://schemas.microsoft.com/office/drawing/2014/main" id="{0B41C9B2-E32D-8F78-43A1-A8C5E2A8CAB7}"/>
                </a:ext>
              </a:extLst>
            </p:cNvPr>
            <p:cNvSpPr/>
            <p:nvPr/>
          </p:nvSpPr>
          <p:spPr>
            <a:xfrm>
              <a:off x="3599796" y="299955"/>
              <a:ext cx="799993" cy="80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55" y="0"/>
                  </a:moveTo>
                  <a:lnTo>
                    <a:pt x="4054" y="0"/>
                  </a:lnTo>
                  <a:cubicBezTo>
                    <a:pt x="2470" y="1583"/>
                    <a:pt x="1584" y="2469"/>
                    <a:pt x="0" y="4052"/>
                  </a:cubicBezTo>
                  <a:lnTo>
                    <a:pt x="0" y="17548"/>
                  </a:lnTo>
                  <a:cubicBezTo>
                    <a:pt x="1584" y="19131"/>
                    <a:pt x="2470" y="20017"/>
                    <a:pt x="4054" y="21600"/>
                  </a:cubicBezTo>
                  <a:lnTo>
                    <a:pt x="21600" y="21600"/>
                  </a:lnTo>
                  <a:lnTo>
                    <a:pt x="21600" y="16200"/>
                  </a:lnTo>
                  <a:lnTo>
                    <a:pt x="13022" y="16200"/>
                  </a:lnTo>
                  <a:cubicBezTo>
                    <a:pt x="13022" y="16200"/>
                    <a:pt x="6751" y="16200"/>
                    <a:pt x="6751" y="16200"/>
                  </a:cubicBezTo>
                  <a:cubicBezTo>
                    <a:pt x="6009" y="16200"/>
                    <a:pt x="5402" y="15594"/>
                    <a:pt x="5402" y="14852"/>
                  </a:cubicBezTo>
                  <a:lnTo>
                    <a:pt x="5402" y="6757"/>
                  </a:lnTo>
                  <a:cubicBezTo>
                    <a:pt x="5402" y="6015"/>
                    <a:pt x="6009" y="5409"/>
                    <a:pt x="6751" y="5409"/>
                  </a:cubicBezTo>
                  <a:lnTo>
                    <a:pt x="14849" y="5409"/>
                  </a:lnTo>
                  <a:cubicBezTo>
                    <a:pt x="15591" y="5409"/>
                    <a:pt x="16198" y="6015"/>
                    <a:pt x="16198" y="6757"/>
                  </a:cubicBezTo>
                  <a:lnTo>
                    <a:pt x="16198" y="6757"/>
                  </a:lnTo>
                  <a:cubicBezTo>
                    <a:pt x="16198" y="7498"/>
                    <a:pt x="15591" y="8105"/>
                    <a:pt x="14849" y="8105"/>
                  </a:cubicBezTo>
                  <a:lnTo>
                    <a:pt x="8099" y="8105"/>
                  </a:lnTo>
                  <a:lnTo>
                    <a:pt x="8099" y="13505"/>
                  </a:lnTo>
                  <a:lnTo>
                    <a:pt x="17546" y="13505"/>
                  </a:lnTo>
                  <a:cubicBezTo>
                    <a:pt x="19130" y="11922"/>
                    <a:pt x="20016" y="11035"/>
                    <a:pt x="21600" y="9452"/>
                  </a:cubicBezTo>
                  <a:lnTo>
                    <a:pt x="21600" y="4052"/>
                  </a:lnTo>
                  <a:cubicBezTo>
                    <a:pt x="20016" y="2469"/>
                    <a:pt x="19130" y="1583"/>
                    <a:pt x="1754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5" name="도형">
              <a:extLst>
                <a:ext uri="{FF2B5EF4-FFF2-40B4-BE49-F238E27FC236}">
                  <a16:creationId xmlns:a16="http://schemas.microsoft.com/office/drawing/2014/main" id="{FC2F10AB-2916-A2C3-AC09-50D8DB502EE6}"/>
                </a:ext>
              </a:extLst>
            </p:cNvPr>
            <p:cNvSpPr/>
            <p:nvPr/>
          </p:nvSpPr>
          <p:spPr>
            <a:xfrm>
              <a:off x="6099980" y="299955"/>
              <a:ext cx="799993" cy="80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55" y="0"/>
                  </a:moveTo>
                  <a:lnTo>
                    <a:pt x="4054" y="0"/>
                  </a:lnTo>
                  <a:lnTo>
                    <a:pt x="0" y="4052"/>
                  </a:lnTo>
                  <a:lnTo>
                    <a:pt x="0" y="17548"/>
                  </a:lnTo>
                  <a:cubicBezTo>
                    <a:pt x="1584" y="19131"/>
                    <a:pt x="2470" y="20017"/>
                    <a:pt x="4054" y="21600"/>
                  </a:cubicBezTo>
                  <a:lnTo>
                    <a:pt x="21600" y="21600"/>
                  </a:lnTo>
                  <a:lnTo>
                    <a:pt x="21600" y="16200"/>
                  </a:lnTo>
                  <a:lnTo>
                    <a:pt x="13022" y="16200"/>
                  </a:lnTo>
                  <a:cubicBezTo>
                    <a:pt x="13022" y="16200"/>
                    <a:pt x="6751" y="16200"/>
                    <a:pt x="6751" y="16200"/>
                  </a:cubicBezTo>
                  <a:cubicBezTo>
                    <a:pt x="6009" y="16200"/>
                    <a:pt x="5402" y="15594"/>
                    <a:pt x="5402" y="14852"/>
                  </a:cubicBezTo>
                  <a:lnTo>
                    <a:pt x="5402" y="6757"/>
                  </a:lnTo>
                  <a:cubicBezTo>
                    <a:pt x="5402" y="6015"/>
                    <a:pt x="6009" y="5409"/>
                    <a:pt x="6751" y="5409"/>
                  </a:cubicBezTo>
                  <a:lnTo>
                    <a:pt x="14849" y="5409"/>
                  </a:lnTo>
                  <a:cubicBezTo>
                    <a:pt x="15591" y="5409"/>
                    <a:pt x="16198" y="6015"/>
                    <a:pt x="16198" y="6757"/>
                  </a:cubicBezTo>
                  <a:lnTo>
                    <a:pt x="16198" y="6757"/>
                  </a:lnTo>
                  <a:cubicBezTo>
                    <a:pt x="16198" y="7498"/>
                    <a:pt x="15591" y="8105"/>
                    <a:pt x="14849" y="8105"/>
                  </a:cubicBezTo>
                  <a:lnTo>
                    <a:pt x="8099" y="8105"/>
                  </a:lnTo>
                  <a:cubicBezTo>
                    <a:pt x="8099" y="8105"/>
                    <a:pt x="8099" y="13505"/>
                    <a:pt x="8099" y="13505"/>
                  </a:cubicBezTo>
                  <a:lnTo>
                    <a:pt x="17546" y="13505"/>
                  </a:lnTo>
                  <a:cubicBezTo>
                    <a:pt x="19130" y="11922"/>
                    <a:pt x="20016" y="11035"/>
                    <a:pt x="21600" y="9452"/>
                  </a:cubicBezTo>
                  <a:lnTo>
                    <a:pt x="21600" y="4052"/>
                  </a:lnTo>
                  <a:lnTo>
                    <a:pt x="17546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6" name="도형">
              <a:extLst>
                <a:ext uri="{FF2B5EF4-FFF2-40B4-BE49-F238E27FC236}">
                  <a16:creationId xmlns:a16="http://schemas.microsoft.com/office/drawing/2014/main" id="{BB8BCE6B-4A97-0CF8-55F2-42E96F49D86E}"/>
                </a:ext>
              </a:extLst>
            </p:cNvPr>
            <p:cNvSpPr/>
            <p:nvPr/>
          </p:nvSpPr>
          <p:spPr>
            <a:xfrm>
              <a:off x="5199779" y="299955"/>
              <a:ext cx="800328" cy="110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48" y="0"/>
                  </a:moveTo>
                  <a:lnTo>
                    <a:pt x="4052" y="0"/>
                  </a:lnTo>
                  <a:lnTo>
                    <a:pt x="0" y="2948"/>
                  </a:lnTo>
                  <a:lnTo>
                    <a:pt x="0" y="12764"/>
                  </a:lnTo>
                  <a:lnTo>
                    <a:pt x="4052" y="15711"/>
                  </a:lnTo>
                  <a:lnTo>
                    <a:pt x="13495" y="15711"/>
                  </a:lnTo>
                  <a:lnTo>
                    <a:pt x="13495" y="11784"/>
                  </a:lnTo>
                  <a:lnTo>
                    <a:pt x="6748" y="11784"/>
                  </a:lnTo>
                  <a:cubicBezTo>
                    <a:pt x="6006" y="11784"/>
                    <a:pt x="5400" y="11343"/>
                    <a:pt x="5400" y="10803"/>
                  </a:cubicBezTo>
                  <a:lnTo>
                    <a:pt x="5400" y="4915"/>
                  </a:lnTo>
                  <a:cubicBezTo>
                    <a:pt x="5400" y="4375"/>
                    <a:pt x="6006" y="3934"/>
                    <a:pt x="6748" y="3934"/>
                  </a:cubicBezTo>
                  <a:lnTo>
                    <a:pt x="14843" y="3934"/>
                  </a:lnTo>
                  <a:cubicBezTo>
                    <a:pt x="15585" y="3934"/>
                    <a:pt x="16191" y="4375"/>
                    <a:pt x="16191" y="4915"/>
                  </a:cubicBezTo>
                  <a:lnTo>
                    <a:pt x="16191" y="16692"/>
                  </a:lnTo>
                  <a:cubicBezTo>
                    <a:pt x="16191" y="17231"/>
                    <a:pt x="15585" y="17672"/>
                    <a:pt x="14843" y="17672"/>
                  </a:cubicBezTo>
                  <a:lnTo>
                    <a:pt x="5400" y="17672"/>
                  </a:lnTo>
                  <a:lnTo>
                    <a:pt x="5400" y="21600"/>
                  </a:lnTo>
                  <a:lnTo>
                    <a:pt x="17548" y="21600"/>
                  </a:lnTo>
                  <a:lnTo>
                    <a:pt x="21600" y="18652"/>
                  </a:lnTo>
                  <a:lnTo>
                    <a:pt x="21600" y="2948"/>
                  </a:lnTo>
                  <a:lnTo>
                    <a:pt x="17548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7" name="도형">
              <a:extLst>
                <a:ext uri="{FF2B5EF4-FFF2-40B4-BE49-F238E27FC236}">
                  <a16:creationId xmlns:a16="http://schemas.microsoft.com/office/drawing/2014/main" id="{36650749-CA27-D7F9-6DAB-ABB4AD514D91}"/>
                </a:ext>
              </a:extLst>
            </p:cNvPr>
            <p:cNvSpPr/>
            <p:nvPr/>
          </p:nvSpPr>
          <p:spPr>
            <a:xfrm>
              <a:off x="7000180" y="0"/>
              <a:ext cx="600246" cy="110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8" y="9816"/>
                  </a:moveTo>
                  <a:lnTo>
                    <a:pt x="21588" y="5889"/>
                  </a:lnTo>
                  <a:lnTo>
                    <a:pt x="8997" y="5889"/>
                  </a:lnTo>
                  <a:cubicBezTo>
                    <a:pt x="8008" y="5889"/>
                    <a:pt x="7200" y="5448"/>
                    <a:pt x="7200" y="4908"/>
                  </a:cubicBezTo>
                  <a:lnTo>
                    <a:pt x="7200" y="0"/>
                  </a:lnTo>
                  <a:lnTo>
                    <a:pt x="0" y="0"/>
                  </a:lnTo>
                  <a:lnTo>
                    <a:pt x="0" y="18652"/>
                  </a:lnTo>
                  <a:lnTo>
                    <a:pt x="5403" y="21600"/>
                  </a:lnTo>
                  <a:lnTo>
                    <a:pt x="21600" y="21600"/>
                  </a:lnTo>
                  <a:lnTo>
                    <a:pt x="21600" y="17672"/>
                  </a:lnTo>
                  <a:lnTo>
                    <a:pt x="9009" y="17672"/>
                  </a:lnTo>
                  <a:cubicBezTo>
                    <a:pt x="8020" y="17672"/>
                    <a:pt x="7212" y="17231"/>
                    <a:pt x="7212" y="16692"/>
                  </a:cubicBezTo>
                  <a:lnTo>
                    <a:pt x="7212" y="10803"/>
                  </a:lnTo>
                  <a:cubicBezTo>
                    <a:pt x="7212" y="10264"/>
                    <a:pt x="8020" y="9823"/>
                    <a:pt x="9009" y="9823"/>
                  </a:cubicBezTo>
                  <a:lnTo>
                    <a:pt x="21600" y="982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  <p:sp>
        <p:nvSpPr>
          <p:cNvPr id="18" name="직사각형 10">
            <a:extLst>
              <a:ext uri="{FF2B5EF4-FFF2-40B4-BE49-F238E27FC236}">
                <a16:creationId xmlns:a16="http://schemas.microsoft.com/office/drawing/2014/main" id="{FA10666E-1032-ADCB-7059-B195CC2BC783}"/>
              </a:ext>
            </a:extLst>
          </p:cNvPr>
          <p:cNvSpPr/>
          <p:nvPr userDrawn="1"/>
        </p:nvSpPr>
        <p:spPr>
          <a:xfrm>
            <a:off x="11809949" y="-1"/>
            <a:ext cx="111467" cy="21887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22860" rIns="22860" anchor="ctr"/>
          <a:lstStyle/>
          <a:p>
            <a:pPr defTabSz="457200">
              <a:defRPr sz="1800" b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sz="900"/>
          </a:p>
        </p:txBody>
      </p:sp>
      <p:pic>
        <p:nvPicPr>
          <p:cNvPr id="19" name="그림 5" descr="그림 5">
            <a:extLst>
              <a:ext uri="{FF2B5EF4-FFF2-40B4-BE49-F238E27FC236}">
                <a16:creationId xmlns:a16="http://schemas.microsoft.com/office/drawing/2014/main" id="{130E1260-2491-9B4D-8E4F-13DD8DB62CA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163526" y="5862614"/>
            <a:ext cx="1864949" cy="42569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4074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jpe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microsoft.com/office/2007/relationships/hdphoto" Target="../media/hdphoto1.wdp"/><Relationship Id="rId6" Type="http://schemas.openxmlformats.org/officeDocument/2006/relationships/image" Target="../media/image15.png"/><Relationship Id="rId7" Type="http://schemas.microsoft.com/office/2007/relationships/hdphoto" Target="../media/hdphoto2.wdp"/><Relationship Id="rId8" Type="http://schemas.openxmlformats.org/officeDocument/2006/relationships/image" Target="../media/image16.png"/><Relationship Id="rId9" Type="http://schemas.microsoft.com/office/2007/relationships/hdphoto" Target="../media/hdphoto3.wdp"/><Relationship Id="rId10" Type="http://schemas.openxmlformats.org/officeDocument/2006/relationships/image" Target="../media/image17.png"/><Relationship Id="rId11" Type="http://schemas.microsoft.com/office/2007/relationships/hdphoto" Target="../media/hdphoto4.wdp"/><Relationship Id="rId12" Type="http://schemas.openxmlformats.org/officeDocument/2006/relationships/image" Target="../media/image18.png"/><Relationship Id="rId13" Type="http://schemas.microsoft.com/office/2007/relationships/hdphoto" Target="../media/hdphoto5.wdp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microsoft.com/office/2007/relationships/hdphoto" Target="../media/hdphoto6.wdp"/><Relationship Id="rId18" Type="http://schemas.openxmlformats.org/officeDocument/2006/relationships/image" Target="../media/image22.png"/><Relationship Id="rId19" Type="http://schemas.microsoft.com/office/2007/relationships/hdphoto" Target="../media/hdphoto7.wdp"/><Relationship Id="rId20" Type="http://schemas.openxmlformats.org/officeDocument/2006/relationships/image" Target="../media/image23.png"/><Relationship Id="rId21" Type="http://schemas.microsoft.com/office/2007/relationships/hdphoto" Target="../media/hdphoto8.wdp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microsoft.com/office/2007/relationships/hdphoto" Target="../media/hdphoto9.wdp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jpg"/><Relationship Id="rId9" Type="http://schemas.openxmlformats.org/officeDocument/2006/relationships/image" Target="../media/image30.png"/><Relationship Id="rId10" Type="http://schemas.microsoft.com/office/2007/relationships/hdphoto" Target="../media/hdphoto10.wdp"/><Relationship Id="rId11" Type="http://schemas.openxmlformats.org/officeDocument/2006/relationships/image" Target="../media/image31.png"/><Relationship Id="rId12" Type="http://schemas.openxmlformats.org/officeDocument/2006/relationships/image" Target="../media/image32.png"/><Relationship Id="rId13" Type="http://schemas.openxmlformats.org/officeDocument/2006/relationships/image" Target="../media/image33.png"/><Relationship Id="rId14" Type="http://schemas.openxmlformats.org/officeDocument/2006/relationships/image" Target="../media/image34.png"/><Relationship Id="rId15" Type="http://schemas.microsoft.com/office/2007/relationships/hdphoto" Target="../media/hdphoto11.wdp"/><Relationship Id="rId16" Type="http://schemas.openxmlformats.org/officeDocument/2006/relationships/image" Target="../media/image35.png"/><Relationship Id="rId17" Type="http://schemas.microsoft.com/office/2007/relationships/hdphoto" Target="../media/hdphoto12.wdp"/><Relationship Id="rId18" Type="http://schemas.openxmlformats.org/officeDocument/2006/relationships/image" Target="../media/image16.png"/><Relationship Id="rId19" Type="http://schemas.microsoft.com/office/2007/relationships/hdphoto" Target="../media/hdphoto3.wdp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3" Type="http://schemas.microsoft.com/office/2007/relationships/hdphoto" Target="../media/hdphoto9.wdp"/><Relationship Id="rId4" Type="http://schemas.openxmlformats.org/officeDocument/2006/relationships/image" Target="../media/image37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Relationship Id="rId7" Type="http://schemas.microsoft.com/office/2007/relationships/hdphoto" Target="../media/hdphoto10.wdp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29.jp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34.png"/><Relationship Id="rId15" Type="http://schemas.microsoft.com/office/2007/relationships/hdphoto" Target="../media/hdphoto11.wdp"/><Relationship Id="rId16" Type="http://schemas.openxmlformats.org/officeDocument/2006/relationships/image" Target="../media/image43.png"/><Relationship Id="rId17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.emf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.jp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6.png"/><Relationship Id="rId3" Type="http://schemas.microsoft.com/office/2007/relationships/hdphoto" Target="../media/hdphoto13.wdp"/><Relationship Id="rId4" Type="http://schemas.openxmlformats.org/officeDocument/2006/relationships/image" Target="../media/image57.png"/><Relationship Id="rId5" Type="http://schemas.openxmlformats.org/officeDocument/2006/relationships/image" Target="../media/image58.svg"/><Relationship Id="rId6" Type="http://schemas.openxmlformats.org/officeDocument/2006/relationships/image" Target="../media/image59.jp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jpe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svg"/><Relationship Id="rId15" Type="http://schemas.openxmlformats.org/officeDocument/2006/relationships/image" Target="../media/image68.png"/><Relationship Id="rId16" Type="http://schemas.openxmlformats.org/officeDocument/2006/relationships/image" Target="../media/image6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0.emf"/><Relationship Id="rId3" Type="http://schemas.openxmlformats.org/officeDocument/2006/relationships/image" Target="../media/image71.emf"/><Relationship Id="rId4" Type="http://schemas.openxmlformats.org/officeDocument/2006/relationships/image" Target="../media/image72.emf"/><Relationship Id="rId5" Type="http://schemas.openxmlformats.org/officeDocument/2006/relationships/image" Target="../media/image73.emf"/><Relationship Id="rId6" Type="http://schemas.openxmlformats.org/officeDocument/2006/relationships/image" Target="../media/image74.jpeg"/><Relationship Id="rId7" Type="http://schemas.openxmlformats.org/officeDocument/2006/relationships/image" Target="../media/image7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7.jp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jpg"/><Relationship Id="rId7" Type="http://schemas.openxmlformats.org/officeDocument/2006/relationships/image" Target="../media/image82.jpg"/><Relationship Id="rId8" Type="http://schemas.openxmlformats.org/officeDocument/2006/relationships/image" Target="../media/image83.jpg"/><Relationship Id="rId9" Type="http://schemas.openxmlformats.org/officeDocument/2006/relationships/image" Target="../media/image8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5.jpg"/><Relationship Id="rId3" Type="http://schemas.openxmlformats.org/officeDocument/2006/relationships/image" Target="../media/image86.jpg"/><Relationship Id="rId4" Type="http://schemas.openxmlformats.org/officeDocument/2006/relationships/image" Target="../media/image87.jpg"/><Relationship Id="rId5" Type="http://schemas.openxmlformats.org/officeDocument/2006/relationships/image" Target="../media/image88.jpg"/><Relationship Id="rId6" Type="http://schemas.openxmlformats.org/officeDocument/2006/relationships/image" Target="../media/image89.png"/><Relationship Id="rId7" Type="http://schemas.openxmlformats.org/officeDocument/2006/relationships/image" Target="../media/image90.jpg"/><Relationship Id="rId8" Type="http://schemas.openxmlformats.org/officeDocument/2006/relationships/image" Target="../media/image91.jpg"/><Relationship Id="rId9" Type="http://schemas.openxmlformats.org/officeDocument/2006/relationships/image" Target="../media/image92.jpg"/><Relationship Id="rId10" Type="http://schemas.openxmlformats.org/officeDocument/2006/relationships/image" Target="../media/image93.jpg"/><Relationship Id="rId11" Type="http://schemas.openxmlformats.org/officeDocument/2006/relationships/image" Target="../media/image94.jpg"/><Relationship Id="rId12" Type="http://schemas.openxmlformats.org/officeDocument/2006/relationships/image" Target="../media/image95.png"/><Relationship Id="rId13" Type="http://schemas.openxmlformats.org/officeDocument/2006/relationships/image" Target="../media/image96.jpg"/><Relationship Id="rId14" Type="http://schemas.openxmlformats.org/officeDocument/2006/relationships/image" Target="../media/image97.jpg"/><Relationship Id="rId15" Type="http://schemas.openxmlformats.org/officeDocument/2006/relationships/image" Target="../media/image98.png"/><Relationship Id="rId16" Type="http://schemas.openxmlformats.org/officeDocument/2006/relationships/image" Target="../media/image99.jpg"/><Relationship Id="rId17" Type="http://schemas.openxmlformats.org/officeDocument/2006/relationships/image" Target="../media/image100.jpg"/><Relationship Id="rId18" Type="http://schemas.openxmlformats.org/officeDocument/2006/relationships/image" Target="../media/image101.jpg"/><Relationship Id="rId19" Type="http://schemas.openxmlformats.org/officeDocument/2006/relationships/image" Target="../media/image102.jpg"/><Relationship Id="rId20" Type="http://schemas.openxmlformats.org/officeDocument/2006/relationships/image" Target="../media/image103.jpg"/><Relationship Id="rId21" Type="http://schemas.openxmlformats.org/officeDocument/2006/relationships/image" Target="../media/image104.jpg"/><Relationship Id="rId22" Type="http://schemas.openxmlformats.org/officeDocument/2006/relationships/image" Target="../media/image105.jpg"/><Relationship Id="rId23" Type="http://schemas.openxmlformats.org/officeDocument/2006/relationships/image" Target="../media/image106.jpg"/><Relationship Id="rId24" Type="http://schemas.openxmlformats.org/officeDocument/2006/relationships/image" Target="../media/image10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5A51EB-CA1E-6C34-5760-AD18F53D774F}"/>
              </a:ext>
            </a:extLst>
          </p:cNvPr>
          <p:cNvSpPr txBox="1"/>
          <p:nvPr/>
        </p:nvSpPr>
        <p:spPr>
          <a:xfrm>
            <a:off x="4930527" y="3801439"/>
            <a:ext cx="2331086" cy="9525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{{대상지}}</a:t>
            </a:r>
            <a:endParaRPr lang="en-US" altLang="ko-KR" sz="2000" dirty="0">
              <a:latin typeface="페이퍼로지 6 SemiBold" pitchFamily="2" charset="-127"/>
              <a:ea typeface="페이퍼로지 6 SemiBold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2000" dirty="0">
                <a:latin typeface="페이퍼로지 6 SemiBold" pitchFamily="2" charset="-127"/>
                <a:ea typeface="페이퍼로지 6 SemiBold" pitchFamily="2" charset="-127"/>
              </a:rPr>
              <a:t>노지 스프링클러 설치</a:t>
            </a:r>
          </a:p>
        </p:txBody>
      </p:sp>
    </p:spTree>
    <p:extLst>
      <p:ext uri="{BB962C8B-B14F-4D97-AF65-F5344CB8AC3E}">
        <p14:creationId xmlns:p14="http://schemas.microsoft.com/office/powerpoint/2010/main" val="3881537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9B67-674C-F04F-0191-216DD798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F9707BE-6556-A7D3-7427-E13BB92EE271}"/>
              </a:ext>
            </a:extLst>
          </p:cNvPr>
          <p:cNvSpPr txBox="1"/>
          <p:nvPr/>
        </p:nvSpPr>
        <p:spPr>
          <a:xfrm>
            <a:off x="534257" y="575353"/>
            <a:ext cx="5027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장점 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– </a:t>
            </a:r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루퍼젯을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이용한 노지 스프링클러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C84B78-9947-70F6-44E9-0CD787F5F8C1}"/>
              </a:ext>
            </a:extLst>
          </p:cNvPr>
          <p:cNvSpPr txBox="1"/>
          <p:nvPr/>
        </p:nvSpPr>
        <p:spPr>
          <a:xfrm>
            <a:off x="586595" y="1184694"/>
            <a:ext cx="315310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30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Helvetica Neue"/>
                <a:sym typeface="Helvetica Neue"/>
              </a:rPr>
              <a:t>루퍼젯</a:t>
            </a:r>
            <a:r>
              <a:rPr kumimoji="0" lang="ko-KR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Helvetica Neue"/>
                <a:sym typeface="Helvetica Neue"/>
              </a:rPr>
              <a:t> </a:t>
            </a:r>
            <a:r>
              <a:rPr lang="en-US" altLang="ko-KR" sz="3000" dirty="0">
                <a:latin typeface="페이퍼로지 6 SemiBold" pitchFamily="2" charset="-127"/>
                <a:ea typeface="페이퍼로지 6 SemiBold" pitchFamily="2" charset="-127"/>
              </a:rPr>
              <a:t>H-</a:t>
            </a:r>
            <a:r>
              <a:rPr lang="ko-KR" altLang="en-US" sz="3000" dirty="0">
                <a:latin typeface="페이퍼로지 6 SemiBold" pitchFamily="2" charset="-127"/>
                <a:ea typeface="페이퍼로지 6 SemiBold" pitchFamily="2" charset="-127"/>
              </a:rPr>
              <a:t>시리즈</a:t>
            </a:r>
            <a:endParaRPr kumimoji="0" lang="ko-KR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6 SemiBold" pitchFamily="2" charset="-127"/>
              <a:ea typeface="페이퍼로지 6 SemiBold" pitchFamily="2" charset="-127"/>
              <a:cs typeface="Helvetica Neue"/>
              <a:sym typeface="Helvetica Neu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20AC94-694C-79AC-CDA8-40AD896EE4E8}"/>
              </a:ext>
            </a:extLst>
          </p:cNvPr>
          <p:cNvSpPr txBox="1"/>
          <p:nvPr/>
        </p:nvSpPr>
        <p:spPr>
          <a:xfrm>
            <a:off x="6032738" y="1184694"/>
            <a:ext cx="4539704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Helvetica Neue"/>
                <a:sym typeface="Helvetica Neue"/>
              </a:rPr>
              <a:t>지형 맞춤형 빈틈없는 관수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5858F3-37E1-75EA-491D-3EEEFD96EE6F}"/>
              </a:ext>
            </a:extLst>
          </p:cNvPr>
          <p:cNvSpPr txBox="1"/>
          <p:nvPr/>
        </p:nvSpPr>
        <p:spPr>
          <a:xfrm>
            <a:off x="586595" y="3738113"/>
            <a:ext cx="326852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indent="-457200" defTabSz="825500" latinLnBrk="0" hangingPunct="0">
              <a:buFont typeface="Arial" panose="020B0604020202020204" pitchFamily="34" charset="0"/>
              <a:buChar char="•"/>
            </a:pPr>
            <a:r>
              <a:rPr lang="ko-KR" altLang="en-US" sz="3000" b="1" dirty="0" err="1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  <a:cs typeface="Helvetica Neue"/>
                <a:sym typeface="Helvetica Neue"/>
              </a:rPr>
              <a:t>루퍼젯</a:t>
            </a:r>
            <a:r>
              <a:rPr lang="en-US" altLang="ko-KR" sz="3000" b="1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  <a:cs typeface="Helvetica Neue"/>
                <a:sym typeface="Helvetica Neue"/>
              </a:rPr>
              <a:t>+ </a:t>
            </a:r>
            <a:r>
              <a:rPr lang="ko-KR" altLang="en-US" sz="3000" b="1" dirty="0">
                <a:solidFill>
                  <a:srgbClr val="000000"/>
                </a:solidFill>
                <a:latin typeface="페이퍼로지 6 SemiBold" pitchFamily="2" charset="-127"/>
                <a:ea typeface="페이퍼로지 6 SemiBold" pitchFamily="2" charset="-127"/>
                <a:cs typeface="Helvetica Neue"/>
                <a:sym typeface="Helvetica Neue"/>
              </a:rPr>
              <a:t>송수호스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110DB8D-6F0A-80F1-4DAC-7CA4D6C37BE0}"/>
              </a:ext>
            </a:extLst>
          </p:cNvPr>
          <p:cNvSpPr txBox="1"/>
          <p:nvPr/>
        </p:nvSpPr>
        <p:spPr>
          <a:xfrm>
            <a:off x="6032738" y="3738112"/>
            <a:ext cx="2340384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Helvetica Neue"/>
                <a:sym typeface="Helvetica Neue"/>
              </a:rPr>
              <a:t>헤드의 성능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6F2A77D-1B49-33AA-78FC-BBC0A64EBE0C}"/>
              </a:ext>
            </a:extLst>
          </p:cNvPr>
          <p:cNvSpPr txBox="1"/>
          <p:nvPr/>
        </p:nvSpPr>
        <p:spPr>
          <a:xfrm>
            <a:off x="3181857" y="1604194"/>
            <a:ext cx="2850881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간단한 설치방법</a:t>
            </a:r>
            <a:endParaRPr lang="en-US" altLang="ko-KR" sz="1600" b="0" dirty="0">
              <a:latin typeface="페이퍼로지 5 Medium" pitchFamily="2" charset="-127"/>
              <a:ea typeface="페이퍼로지 5 Medium" pitchFamily="2" charset="-127"/>
              <a:cs typeface="Gothic A1" pitchFamily="2" charset="-127"/>
            </a:endParaRPr>
          </a:p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고압에서도 뛰어난 성능</a:t>
            </a:r>
            <a:endParaRPr kumimoji="0" lang="en-US" altLang="ko-KR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하나로 여러 규격에 사용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FCF1D2-F78C-BAB5-3DE8-085B216CD797}"/>
              </a:ext>
            </a:extLst>
          </p:cNvPr>
          <p:cNvSpPr txBox="1"/>
          <p:nvPr/>
        </p:nvSpPr>
        <p:spPr>
          <a:xfrm>
            <a:off x="8628000" y="1604194"/>
            <a:ext cx="2850881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경작지 맞춤 배관 설계 선행</a:t>
            </a:r>
            <a:endParaRPr lang="en-US" altLang="ko-KR" sz="1600" b="0" dirty="0">
              <a:latin typeface="페이퍼로지 5 Medium" pitchFamily="2" charset="-127"/>
              <a:ea typeface="페이퍼로지 5 Medium" pitchFamily="2" charset="-127"/>
              <a:cs typeface="Gothic A1" pitchFamily="2" charset="-127"/>
            </a:endParaRPr>
          </a:p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dirty="0" err="1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루퍼젯으로</a:t>
            </a:r>
            <a:r>
              <a:rPr lang="ko-KR" altLang="en-US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 유연한 관수 배치</a:t>
            </a:r>
            <a:endParaRPr kumimoji="0" lang="en-US" altLang="ko-KR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관수 사각지대 원천 차단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90B6DB-C5A4-6A43-AA2B-732B903559FB}"/>
              </a:ext>
            </a:extLst>
          </p:cNvPr>
          <p:cNvSpPr txBox="1"/>
          <p:nvPr/>
        </p:nvSpPr>
        <p:spPr>
          <a:xfrm>
            <a:off x="3181857" y="4157612"/>
            <a:ext cx="2850881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16000" indent="-216000" algn="just" defTabSz="825500" latinLnBrk="0" hangingPunct="0">
              <a:lnSpc>
                <a:spcPct val="250000"/>
              </a:lnSpc>
              <a:buFontTx/>
              <a:buChar char="▷"/>
            </a:pPr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여름철 고온 예방</a:t>
            </a:r>
            <a:endParaRPr lang="en-US" altLang="ko-KR" sz="1600" dirty="0">
              <a:latin typeface="페이퍼로지 5 Medium" pitchFamily="2" charset="-127"/>
              <a:ea typeface="페이퍼로지 5 Medium" pitchFamily="2" charset="-127"/>
              <a:cs typeface="Gothic A1" pitchFamily="2" charset="-127"/>
            </a:endParaRPr>
          </a:p>
          <a:p>
            <a:pPr marL="216000" indent="-216000" algn="just" defTabSz="825500" latinLnBrk="0" hangingPunct="0">
              <a:lnSpc>
                <a:spcPct val="250000"/>
              </a:lnSpc>
              <a:buFontTx/>
              <a:buChar char="▷"/>
            </a:pPr>
            <a:r>
              <a:rPr lang="ko-KR" altLang="en-US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이중구조로 이끼방지</a:t>
            </a:r>
            <a:endParaRPr lang="en-US" altLang="ko-KR" sz="160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216000" indent="-216000" algn="just" defTabSz="825500" latinLnBrk="0" hangingPunct="0">
              <a:lnSpc>
                <a:spcPct val="250000"/>
              </a:lnSpc>
              <a:buFontTx/>
              <a:buChar char="▷"/>
            </a:pPr>
            <a:r>
              <a:rPr lang="en-US" altLang="ko-KR" sz="160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1M </a:t>
            </a:r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마다 위치 표시</a:t>
            </a:r>
            <a:endParaRPr lang="ko-KR" altLang="en-US" sz="1600" dirty="0">
              <a:solidFill>
                <a:srgbClr val="000000"/>
              </a:solidFill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B987B4-6667-A8DA-080D-B427C0C451E7}"/>
              </a:ext>
            </a:extLst>
          </p:cNvPr>
          <p:cNvSpPr txBox="1"/>
          <p:nvPr/>
        </p:nvSpPr>
        <p:spPr>
          <a:xfrm>
            <a:off x="8628000" y="4157612"/>
            <a:ext cx="2850881" cy="194925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넓은 살수 반경 제공</a:t>
            </a:r>
            <a:endParaRPr lang="en-US" altLang="ko-KR" sz="1600" b="0" dirty="0">
              <a:latin typeface="페이퍼로지 5 Medium" pitchFamily="2" charset="-127"/>
              <a:ea typeface="페이퍼로지 5 Medium" pitchFamily="2" charset="-127"/>
              <a:cs typeface="Gothic A1" pitchFamily="2" charset="-127"/>
            </a:endParaRPr>
          </a:p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촘촘하고 균일한 수분 공급</a:t>
            </a:r>
            <a:endParaRPr kumimoji="0" lang="en-US" altLang="ko-KR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216000" marR="0" indent="-216000" algn="just" defTabSz="825500" rtl="0" fontAlgn="auto" latinLnBrk="0" hangingPunct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각도 조절 기능 제공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pic>
        <p:nvPicPr>
          <p:cNvPr id="25" name="그림 24" descr="실린더, 정물 사진, 흑백, 모노크롬이(가) 표시된 사진&#10;&#10;자동 생성된 설명">
            <a:extLst>
              <a:ext uri="{FF2B5EF4-FFF2-40B4-BE49-F238E27FC236}">
                <a16:creationId xmlns:a16="http://schemas.microsoft.com/office/drawing/2014/main" id="{084EB43E-2952-D312-498E-48356918E2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790" y="1865957"/>
            <a:ext cx="630815" cy="1212808"/>
          </a:xfrm>
          <a:prstGeom prst="rect">
            <a:avLst/>
          </a:prstGeom>
        </p:spPr>
      </p:pic>
      <p:pic>
        <p:nvPicPr>
          <p:cNvPr id="27" name="그림 26" descr="장난감이(가) 표시된 사진&#10;&#10;자동 생성된 설명">
            <a:extLst>
              <a:ext uri="{FF2B5EF4-FFF2-40B4-BE49-F238E27FC236}">
                <a16:creationId xmlns:a16="http://schemas.microsoft.com/office/drawing/2014/main" id="{2794E44E-D113-388A-9781-03F753EC42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220" y="4428470"/>
            <a:ext cx="1556029" cy="1500753"/>
          </a:xfrm>
          <a:prstGeom prst="rect">
            <a:avLst/>
          </a:prstGeom>
        </p:spPr>
      </p:pic>
      <p:pic>
        <p:nvPicPr>
          <p:cNvPr id="29" name="그림 28" descr="실린더, 정물 사진, 흑백, 모노크롬이(가) 표시된 사진&#10;&#10;자동 생성된 설명">
            <a:extLst>
              <a:ext uri="{FF2B5EF4-FFF2-40B4-BE49-F238E27FC236}">
                <a16:creationId xmlns:a16="http://schemas.microsoft.com/office/drawing/2014/main" id="{2B282578-5871-DA15-8238-A9A1862D450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947" y="2118181"/>
            <a:ext cx="479181" cy="921277"/>
          </a:xfrm>
          <a:prstGeom prst="rect">
            <a:avLst/>
          </a:prstGeom>
        </p:spPr>
      </p:pic>
      <p:pic>
        <p:nvPicPr>
          <p:cNvPr id="3" name="그림 2" descr="노랑, 디자인이(가) 표시된 사진&#10;&#10;중간 신뢰도로 자동 생성된 설명">
            <a:extLst>
              <a:ext uri="{FF2B5EF4-FFF2-40B4-BE49-F238E27FC236}">
                <a16:creationId xmlns:a16="http://schemas.microsoft.com/office/drawing/2014/main" id="{6010243C-D692-8AFB-E75F-9C88F59F45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3" t="17272" r="28524" b="31810"/>
          <a:stretch/>
        </p:blipFill>
        <p:spPr>
          <a:xfrm>
            <a:off x="956588" y="4408259"/>
            <a:ext cx="1678467" cy="1520964"/>
          </a:xfrm>
          <a:prstGeom prst="rect">
            <a:avLst/>
          </a:prstGeom>
        </p:spPr>
      </p:pic>
      <p:sp>
        <p:nvSpPr>
          <p:cNvPr id="4" name="경기도 이천시 신둔면 도암리 인삼농장">
            <a:extLst>
              <a:ext uri="{FF2B5EF4-FFF2-40B4-BE49-F238E27FC236}">
                <a16:creationId xmlns:a16="http://schemas.microsoft.com/office/drawing/2014/main" id="{E887F21D-CA5F-4486-F30D-EB64F11F20CB}"/>
              </a:ext>
            </a:extLst>
          </p:cNvPr>
          <p:cNvSpPr txBox="1"/>
          <p:nvPr/>
        </p:nvSpPr>
        <p:spPr>
          <a:xfrm flipH="1">
            <a:off x="1106581" y="3103340"/>
            <a:ext cx="379912" cy="23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en-US" altLang="ko-KR" dirty="0">
                <a:sym typeface="Helvetica Neue"/>
              </a:rPr>
              <a:t>H20</a:t>
            </a:r>
          </a:p>
        </p:txBody>
      </p:sp>
      <p:sp>
        <p:nvSpPr>
          <p:cNvPr id="5" name="경기도 이천시 신둔면 도암리 인삼농장">
            <a:extLst>
              <a:ext uri="{FF2B5EF4-FFF2-40B4-BE49-F238E27FC236}">
                <a16:creationId xmlns:a16="http://schemas.microsoft.com/office/drawing/2014/main" id="{65A3F21D-265C-5D56-3823-B7CF4FA22AA1}"/>
              </a:ext>
            </a:extLst>
          </p:cNvPr>
          <p:cNvSpPr txBox="1"/>
          <p:nvPr/>
        </p:nvSpPr>
        <p:spPr>
          <a:xfrm flipH="1">
            <a:off x="2049241" y="3103340"/>
            <a:ext cx="379912" cy="235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en-US" altLang="ko-KR" dirty="0">
                <a:sym typeface="Helvetica Neue"/>
              </a:rPr>
              <a:t>H25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83EC45-4886-D413-987B-7D9A1722C68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3768"/>
          <a:stretch>
            <a:fillRect/>
          </a:stretch>
        </p:blipFill>
        <p:spPr>
          <a:xfrm>
            <a:off x="6328397" y="1904300"/>
            <a:ext cx="2209182" cy="149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99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95E0C3-2876-D36F-1E0E-0121873D4DD0}"/>
              </a:ext>
            </a:extLst>
          </p:cNvPr>
          <p:cNvSpPr txBox="1"/>
          <p:nvPr/>
        </p:nvSpPr>
        <p:spPr>
          <a:xfrm>
            <a:off x="534257" y="575353"/>
            <a:ext cx="1268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주의사항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D704AD-9BAF-6496-8784-736DF3077FEC}"/>
              </a:ext>
            </a:extLst>
          </p:cNvPr>
          <p:cNvSpPr txBox="1"/>
          <p:nvPr/>
        </p:nvSpPr>
        <p:spPr>
          <a:xfrm>
            <a:off x="586595" y="1194767"/>
            <a:ext cx="2992807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ko-KR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본 제안서의 </a:t>
            </a:r>
            <a:r>
              <a:rPr lang="ko-KR" altLang="en-US" sz="2000" b="0" dirty="0"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</a:rPr>
              <a:t>참고용 목적</a:t>
            </a:r>
            <a:endParaRPr kumimoji="0" lang="ko-KR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6 SemiBold" pitchFamily="2" charset="-127"/>
              <a:ea typeface="페이퍼로지 6 SemiBold" pitchFamily="2" charset="-127"/>
              <a:cs typeface="Gothic A1 ExtraBold" pitchFamily="2" charset="-127"/>
              <a:sym typeface="Helvetica Neue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87D259-50AD-3302-412A-4F2C3A4AC0A7}"/>
              </a:ext>
            </a:extLst>
          </p:cNvPr>
          <p:cNvSpPr txBox="1"/>
          <p:nvPr/>
        </p:nvSpPr>
        <p:spPr>
          <a:xfrm>
            <a:off x="891395" y="1610826"/>
            <a:ext cx="1052475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othic A1 SemiBold" pitchFamily="2" charset="-127"/>
              <a:buChar char="▶"/>
              <a:tabLst/>
            </a:pP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이 제안서는 </a:t>
            </a: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</a:rPr>
              <a:t>위성지도를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 바탕으로 작성된 참고자료입니다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 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설치 환경에 따라 실제 결과가 다를 수 있으므로 현장 확인 후 최종 결정을 권장합니다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ED766-48D3-EBE8-DCB1-106EA4D4EC2A}"/>
              </a:ext>
            </a:extLst>
          </p:cNvPr>
          <p:cNvSpPr txBox="1"/>
          <p:nvPr/>
        </p:nvSpPr>
        <p:spPr>
          <a:xfrm>
            <a:off x="586595" y="2329327"/>
            <a:ext cx="2540760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2"/>
              <a:tabLst/>
            </a:pPr>
            <a:r>
              <a:rPr lang="ko-KR" altLang="en-US" sz="2000" b="0" dirty="0"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</a:rPr>
              <a:t>제품 성능 관련 안내</a:t>
            </a:r>
            <a:endParaRPr kumimoji="0" lang="ko-KR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6 SemiBold" pitchFamily="2" charset="-127"/>
              <a:ea typeface="페이퍼로지 6 SemiBold" pitchFamily="2" charset="-127"/>
              <a:cs typeface="Gothic A1 ExtraBold" pitchFamily="2" charset="-127"/>
              <a:sym typeface="Helvetica Neue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69789-B08F-A077-6CF2-59BDF8813B1E}"/>
              </a:ext>
            </a:extLst>
          </p:cNvPr>
          <p:cNvSpPr txBox="1"/>
          <p:nvPr/>
        </p:nvSpPr>
        <p:spPr>
          <a:xfrm>
            <a:off x="586595" y="3463887"/>
            <a:ext cx="2032608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lang="ko-KR" altLang="en-US" sz="2000" b="0" dirty="0"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</a:rPr>
              <a:t>책임 범위 안내</a:t>
            </a:r>
            <a:endParaRPr kumimoji="0" lang="ko-KR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6 SemiBold" pitchFamily="2" charset="-127"/>
              <a:ea typeface="페이퍼로지 6 SemiBold" pitchFamily="2" charset="-127"/>
              <a:cs typeface="Gothic A1 ExtraBold" pitchFamily="2" charset="-127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7D2379-5E6F-30A5-2463-A72D427AC72F}"/>
              </a:ext>
            </a:extLst>
          </p:cNvPr>
          <p:cNvSpPr txBox="1"/>
          <p:nvPr/>
        </p:nvSpPr>
        <p:spPr>
          <a:xfrm>
            <a:off x="586595" y="4598447"/>
            <a:ext cx="2992807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4"/>
              <a:tabLst/>
            </a:pPr>
            <a:r>
              <a:rPr lang="ko-KR" altLang="en-US" sz="2000" b="0" dirty="0" err="1"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</a:rPr>
              <a:t>루퍼젯</a:t>
            </a:r>
            <a:r>
              <a:rPr lang="ko-KR" altLang="en-US" sz="2000" b="0" dirty="0"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</a:rPr>
              <a:t> 설치 시 주의사항</a:t>
            </a:r>
            <a:endParaRPr kumimoji="0" lang="ko-KR" altLang="en-US" sz="2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6 SemiBold" pitchFamily="2" charset="-127"/>
              <a:ea typeface="페이퍼로지 6 SemiBold" pitchFamily="2" charset="-127"/>
              <a:cs typeface="Gothic A1 ExtraBold" pitchFamily="2" charset="-127"/>
              <a:sym typeface="Helvetica Neue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865E68-FFD4-3246-5C2B-6622B7D8ED3A}"/>
              </a:ext>
            </a:extLst>
          </p:cNvPr>
          <p:cNvSpPr txBox="1"/>
          <p:nvPr/>
        </p:nvSpPr>
        <p:spPr>
          <a:xfrm>
            <a:off x="6802582" y="4598446"/>
            <a:ext cx="2202526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 startAt="5"/>
              <a:tabLst/>
            </a:pPr>
            <a:r>
              <a:rPr kumimoji="0" lang="ko-KR" altLang="en-US" sz="20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안전과 유지관리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785D14-3CE3-754C-D331-7DE3EC599CBA}"/>
              </a:ext>
            </a:extLst>
          </p:cNvPr>
          <p:cNvSpPr txBox="1"/>
          <p:nvPr/>
        </p:nvSpPr>
        <p:spPr>
          <a:xfrm>
            <a:off x="891395" y="2749106"/>
            <a:ext cx="1052475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othic A1 SemiBold" pitchFamily="2" charset="-127"/>
              <a:buChar char="▶"/>
              <a:tabLst/>
            </a:pPr>
            <a:r>
              <a:rPr kumimoji="0" lang="ko-KR" altLang="en-US" sz="1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루퍼젯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 및 부속품의 성능은 설치 환경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(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수압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,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지형 등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)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에 따라 상이할 수 있습니다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 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사용 전 환경 조건을 충분히 확인 하시기 바랍니다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 SemiBold" pitchFamily="2" charset="-127"/>
              <a:sym typeface="Helvetica Neu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26903-AF85-6014-6928-7F0C23C08BEF}"/>
              </a:ext>
            </a:extLst>
          </p:cNvPr>
          <p:cNvSpPr txBox="1"/>
          <p:nvPr/>
        </p:nvSpPr>
        <p:spPr>
          <a:xfrm>
            <a:off x="891395" y="3887386"/>
            <a:ext cx="10524750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othic A1 SemiBold" pitchFamily="2" charset="-127"/>
              <a:buChar char="▶"/>
              <a:tabLst/>
            </a:pP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일반적인 설치 조건 외의 상황에서 발생하는 문제는 사용자에게 책임이 있을 수 있습니다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 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설치 전 사용 설명서를 숙지하시고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, 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의문 사항은 구매처나 제조사에게 문의하시기 바랍니다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 SemiBold" pitchFamily="2" charset="-127"/>
              <a:sym typeface="Helvetica Neu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CF580B-DB2A-148C-90A3-412A43296545}"/>
              </a:ext>
            </a:extLst>
          </p:cNvPr>
          <p:cNvSpPr txBox="1"/>
          <p:nvPr/>
        </p:nvSpPr>
        <p:spPr>
          <a:xfrm>
            <a:off x="6802582" y="5025666"/>
            <a:ext cx="4613563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457200" marR="0" indent="-457200" algn="just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othic A1 SemiBold" pitchFamily="2" charset="-127"/>
              <a:buChar char="▶"/>
              <a:tabLst/>
            </a:pP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제품 설치 및 사용 중 안전을 최우선으로 하시기 바랍니다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 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유지관리는 정기적으로 수행하여 제품의 성능을 유지하세요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 SemiBold" pitchFamily="2" charset="-127"/>
              <a:sym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65A460-4567-8B77-B765-ED8FEA6B74F2}"/>
              </a:ext>
            </a:extLst>
          </p:cNvPr>
          <p:cNvSpPr txBox="1"/>
          <p:nvPr/>
        </p:nvSpPr>
        <p:spPr>
          <a:xfrm>
            <a:off x="891397" y="5025666"/>
            <a:ext cx="2688006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457200" marR="0" indent="-457200" algn="just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othic A1 SemiBold" pitchFamily="2" charset="-127"/>
              <a:buChar char="▶"/>
              <a:tabLst/>
            </a:pP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유튜브 영상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(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설치 방법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) QR 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코드를 참고해 주세요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 SemiBold" pitchFamily="2" charset="-127"/>
                <a:sym typeface="Helvetica Neue"/>
              </a:rPr>
              <a:t>.</a:t>
            </a:r>
            <a:endParaRPr kumimoji="0" lang="ko-KR" altLang="en-US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 SemiBold" pitchFamily="2" charset="-127"/>
              <a:sym typeface="Helvetica Neue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EA96CF-AC77-504D-9134-BD5D16D6AEF8}"/>
              </a:ext>
            </a:extLst>
          </p:cNvPr>
          <p:cNvSpPr txBox="1"/>
          <p:nvPr/>
        </p:nvSpPr>
        <p:spPr>
          <a:xfrm>
            <a:off x="3855678" y="5446294"/>
            <a:ext cx="55143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루퍼젯</a:t>
            </a:r>
            <a:r>
              <a:rPr kumimoji="0" lang="en-US" altLang="ko-KR" sz="1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H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설치방법</a:t>
            </a:r>
            <a:endParaRPr kumimoji="0" lang="en-US" altLang="ko-KR" sz="1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altLang="ko-KR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(</a:t>
            </a:r>
            <a:r>
              <a:rPr lang="ko-KR" altLang="en-US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유튜브</a:t>
            </a:r>
            <a:r>
              <a:rPr lang="en-US" altLang="ko-KR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)</a:t>
            </a:r>
            <a:endParaRPr kumimoji="0" lang="ko-KR" altLang="en-US" sz="1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643E1B-6735-7D21-8162-2450679EABCE}"/>
              </a:ext>
            </a:extLst>
          </p:cNvPr>
          <p:cNvSpPr txBox="1"/>
          <p:nvPr/>
        </p:nvSpPr>
        <p:spPr>
          <a:xfrm>
            <a:off x="5934158" y="5523237"/>
            <a:ext cx="439223" cy="41036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농가</a:t>
            </a:r>
            <a:endParaRPr kumimoji="0" lang="en-US" altLang="ko-KR" sz="1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000" dirty="0" err="1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설치예</a:t>
            </a:r>
            <a:endParaRPr kumimoji="0" lang="ko-KR" altLang="en-US" sz="1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8907B5F-4A48-4CA9-90C8-701B7FA0E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509" y="4612645"/>
            <a:ext cx="841256" cy="84125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5C78A37-80A4-0B4E-3843-66C9FF66E9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825" y="4612645"/>
            <a:ext cx="841256" cy="841256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46DCF93-2FBE-F3F5-3896-AC0BABC20C6F}"/>
              </a:ext>
            </a:extLst>
          </p:cNvPr>
          <p:cNvSpPr txBox="1"/>
          <p:nvPr/>
        </p:nvSpPr>
        <p:spPr>
          <a:xfrm>
            <a:off x="4812630" y="5446294"/>
            <a:ext cx="663643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루퍼젯</a:t>
            </a:r>
            <a:r>
              <a:rPr kumimoji="0" lang="en-US" altLang="ko-KR" sz="1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H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1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기술가이드</a:t>
            </a:r>
            <a:endParaRPr kumimoji="0" lang="en-US" altLang="ko-KR" sz="1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1000" b="1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다운로드</a:t>
            </a:r>
            <a:endParaRPr kumimoji="0" lang="ko-KR" altLang="en-US" sz="1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B79A41B-AB24-258A-5841-4CCD87659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3140" y="4612645"/>
            <a:ext cx="841257" cy="84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0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65A24-1B28-592B-F1F6-B2C3DEC31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C41330-04B9-5D96-F807-C4417D755F47}"/>
              </a:ext>
            </a:extLst>
          </p:cNvPr>
          <p:cNvSpPr txBox="1"/>
          <p:nvPr/>
        </p:nvSpPr>
        <p:spPr>
          <a:xfrm>
            <a:off x="534257" y="575353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상호 확인사항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A81543-CE26-ADCB-DE71-F603DF550D3F}"/>
              </a:ext>
            </a:extLst>
          </p:cNvPr>
          <p:cNvSpPr txBox="1"/>
          <p:nvPr/>
        </p:nvSpPr>
        <p:spPr>
          <a:xfrm>
            <a:off x="586595" y="1184694"/>
            <a:ext cx="1578958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3000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7 Bold" pitchFamily="2" charset="-127"/>
                <a:ea typeface="페이퍼로지 7 Bold" pitchFamily="2" charset="-127"/>
                <a:cs typeface="Helvetica Neue"/>
                <a:sym typeface="Helvetica Neue"/>
              </a:rPr>
              <a:t>물공급</a:t>
            </a:r>
            <a:endParaRPr kumimoji="0" lang="ko-KR" altLang="en-US" sz="30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7 Bold" pitchFamily="2" charset="-127"/>
              <a:ea typeface="페이퍼로지 7 Bold" pitchFamily="2" charset="-127"/>
              <a:cs typeface="Helvetica Neue"/>
              <a:sym typeface="Helvetica Neue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07A3C7-43D6-9A30-2F9F-702EAD610EF0}"/>
              </a:ext>
            </a:extLst>
          </p:cNvPr>
          <p:cNvSpPr txBox="1"/>
          <p:nvPr/>
        </p:nvSpPr>
        <p:spPr>
          <a:xfrm>
            <a:off x="3019966" y="1184694"/>
            <a:ext cx="8585439" cy="157992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216000" marR="0" indent="-216000" algn="just" defTabSz="825500" rtl="0" fontAlgn="b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펌프와</a:t>
            </a:r>
            <a:r>
              <a:rPr lang="en-US" altLang="ko-KR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 </a:t>
            </a:r>
            <a:r>
              <a:rPr lang="ko-KR" altLang="en-US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여과기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 이후 설계 제안</a:t>
            </a:r>
            <a:endParaRPr kumimoji="0" lang="en-US" altLang="ko-KR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216000" marR="0" indent="-216000" algn="just" defTabSz="825500" rtl="0" fontAlgn="b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주배관을 </a:t>
            </a:r>
            <a:r>
              <a:rPr kumimoji="0" lang="ko-KR" altLang="en-US" sz="16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루퍼젯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+ 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송수호스 </a:t>
            </a:r>
            <a:r>
              <a:rPr lang="en-US" altLang="ko-KR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5</a:t>
            </a:r>
            <a:r>
              <a:rPr kumimoji="0" lang="en-US" altLang="ko-KR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0mm</a:t>
            </a:r>
            <a:r>
              <a:rPr kumimoji="0" lang="ko-KR" altLang="en-US" sz="16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로 제안함</a:t>
            </a:r>
            <a:endParaRPr kumimoji="0" lang="en-US" altLang="ko-KR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216000" indent="-216000" algn="just" defTabSz="825500" fontAlgn="b" latinLnBrk="0" hangingPunct="0">
              <a:lnSpc>
                <a:spcPct val="150000"/>
              </a:lnSpc>
              <a:buFontTx/>
              <a:buChar char="▷"/>
            </a:pPr>
            <a:r>
              <a:rPr lang="en-US" altLang="ko-KR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3</a:t>
            </a:r>
            <a:r>
              <a:rPr lang="ko-KR" altLang="en-US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마력 펌프 사용시 최대 </a:t>
            </a:r>
            <a:r>
              <a:rPr lang="en-US" altLang="ko-KR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25</a:t>
            </a:r>
            <a:r>
              <a:rPr lang="ko-KR" altLang="en-US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개</a:t>
            </a:r>
            <a:r>
              <a:rPr lang="en-US" altLang="ko-KR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~30</a:t>
            </a:r>
            <a:r>
              <a:rPr lang="ko-KR" altLang="en-US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개 동시 관수 가능 안내 </a:t>
            </a:r>
            <a:r>
              <a:rPr lang="en-US" altLang="ko-KR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(</a:t>
            </a:r>
            <a:r>
              <a:rPr lang="ko-KR" altLang="en-US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이론상 최대치이며</a:t>
            </a:r>
            <a:r>
              <a:rPr lang="en-US" altLang="ko-KR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, </a:t>
            </a:r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</a:rPr>
              <a:t>현장의 실제 펌프 노후도 및 지형 양정에 따라 동시 가동 수량은 달라질 수 있음</a:t>
            </a:r>
            <a:r>
              <a:rPr lang="en-US" altLang="ko-KR" sz="1600" dirty="0">
                <a:solidFill>
                  <a:srgbClr val="000000"/>
                </a:solidFill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)</a:t>
            </a:r>
            <a:endParaRPr kumimoji="0" lang="en-US" altLang="ko-KR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6789A5-4BD2-4A9D-AFA7-5E377EDB3618}"/>
              </a:ext>
            </a:extLst>
          </p:cNvPr>
          <p:cNvSpPr txBox="1"/>
          <p:nvPr/>
        </p:nvSpPr>
        <p:spPr>
          <a:xfrm>
            <a:off x="586595" y="2731391"/>
            <a:ext cx="1578958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457200" marR="0" indent="-4572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7 Bold" pitchFamily="2" charset="-127"/>
                <a:ea typeface="페이퍼로지 7 Bold" pitchFamily="2" charset="-127"/>
                <a:cs typeface="Helvetica Neue"/>
                <a:sym typeface="Helvetica Neue"/>
              </a:rPr>
              <a:t>여과기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04A5BE-4DD4-DB96-3D4E-EA389CB7DA50}"/>
              </a:ext>
            </a:extLst>
          </p:cNvPr>
          <p:cNvSpPr txBox="1"/>
          <p:nvPr/>
        </p:nvSpPr>
        <p:spPr>
          <a:xfrm>
            <a:off x="3019966" y="2731391"/>
            <a:ext cx="8585439" cy="8412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216000" marR="0" indent="-216000" algn="just" defTabSz="825500" rtl="0" fontAlgn="b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스프링클러 설치 시</a:t>
            </a:r>
            <a:r>
              <a:rPr lang="en-US" altLang="ko-KR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, </a:t>
            </a: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반드시 여과기를 </a:t>
            </a:r>
            <a:r>
              <a:rPr lang="ko-KR" altLang="en-US" sz="1600" b="0" dirty="0" err="1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설치해야함</a:t>
            </a:r>
            <a:endParaRPr lang="en-US" altLang="ko-KR" sz="1600" b="0" dirty="0">
              <a:latin typeface="페이퍼로지 5 Medium" pitchFamily="2" charset="-127"/>
              <a:ea typeface="페이퍼로지 5 Medium" pitchFamily="2" charset="-127"/>
              <a:cs typeface="Gothic A1" pitchFamily="2" charset="-127"/>
            </a:endParaRPr>
          </a:p>
          <a:p>
            <a:pPr marL="216000" marR="0" indent="-216000" algn="just" defTabSz="825500" rtl="0" fontAlgn="b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▷"/>
              <a:tabLst/>
            </a:pPr>
            <a:r>
              <a:rPr lang="ko-KR" altLang="en-US" sz="16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여과기 미 설치로 인한 피해에 대해 당사에게 책임을 물을 수 없음</a:t>
            </a:r>
            <a:endParaRPr kumimoji="0" lang="en-US" altLang="ko-KR" sz="1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299981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A3F1D-A6C7-6D96-CC82-975D2ADDA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751191-5CA1-45CC-968B-3577B4FF1CC2}"/>
              </a:ext>
            </a:extLst>
          </p:cNvPr>
          <p:cNvSpPr txBox="1"/>
          <p:nvPr/>
        </p:nvSpPr>
        <p:spPr>
          <a:xfrm>
            <a:off x="534257" y="575353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대상지 면적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63328C9-F6AD-9662-2C99-6DC21E559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895" y="1124849"/>
            <a:ext cx="8552210" cy="475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139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0E10C-B138-B785-E4BB-5FFBB5F28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71C296-0120-E99A-781A-F300057CC60A}"/>
              </a:ext>
            </a:extLst>
          </p:cNvPr>
          <p:cNvSpPr txBox="1"/>
          <p:nvPr/>
        </p:nvSpPr>
        <p:spPr>
          <a:xfrm>
            <a:off x="534257" y="575353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주배관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연결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099F88-AF98-579B-BCD7-E15BADF1A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636" y="1159564"/>
            <a:ext cx="8942728" cy="4782621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6B3C121B-6682-9E0D-2C11-B6D26526047B}"/>
              </a:ext>
            </a:extLst>
          </p:cNvPr>
          <p:cNvSpPr/>
          <p:nvPr/>
        </p:nvSpPr>
        <p:spPr>
          <a:xfrm>
            <a:off x="5987079" y="3586484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c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742FB86-9D1D-7228-F945-5A4B6B248D44}"/>
              </a:ext>
            </a:extLst>
          </p:cNvPr>
          <p:cNvCxnSpPr>
            <a:cxnSpLocks/>
          </p:cNvCxnSpPr>
          <p:nvPr/>
        </p:nvCxnSpPr>
        <p:spPr>
          <a:xfrm flipV="1">
            <a:off x="6104814" y="3810000"/>
            <a:ext cx="0" cy="20789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타원 13">
            <a:extLst>
              <a:ext uri="{FF2B5EF4-FFF2-40B4-BE49-F238E27FC236}">
                <a16:creationId xmlns:a16="http://schemas.microsoft.com/office/drawing/2014/main" id="{BB244031-81F3-706C-F67E-66F01D52AC4F}"/>
              </a:ext>
            </a:extLst>
          </p:cNvPr>
          <p:cNvSpPr/>
          <p:nvPr/>
        </p:nvSpPr>
        <p:spPr>
          <a:xfrm>
            <a:off x="6631361" y="5647896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a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07EB171-3788-6A4B-DFA5-AA50576E343C}"/>
              </a:ext>
            </a:extLst>
          </p:cNvPr>
          <p:cNvSpPr/>
          <p:nvPr/>
        </p:nvSpPr>
        <p:spPr>
          <a:xfrm>
            <a:off x="6036246" y="5688244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7D33BC5-3172-737F-9ECB-480A614D203B}"/>
              </a:ext>
            </a:extLst>
          </p:cNvPr>
          <p:cNvCxnSpPr>
            <a:cxnSpLocks/>
          </p:cNvCxnSpPr>
          <p:nvPr/>
        </p:nvCxnSpPr>
        <p:spPr>
          <a:xfrm>
            <a:off x="6173382" y="5765631"/>
            <a:ext cx="457979" cy="0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F1BC2BDC-420B-8A63-B1AF-5C188A3B46D6}"/>
              </a:ext>
            </a:extLst>
          </p:cNvPr>
          <p:cNvSpPr/>
          <p:nvPr/>
        </p:nvSpPr>
        <p:spPr>
          <a:xfrm>
            <a:off x="6631361" y="4528448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b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BEEBCA4-5A21-4ECF-482D-BE868D6E26FD}"/>
              </a:ext>
            </a:extLst>
          </p:cNvPr>
          <p:cNvSpPr/>
          <p:nvPr/>
        </p:nvSpPr>
        <p:spPr>
          <a:xfrm>
            <a:off x="6036246" y="4568796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2792152-3C68-2C84-637D-B737552A575A}"/>
              </a:ext>
            </a:extLst>
          </p:cNvPr>
          <p:cNvCxnSpPr>
            <a:cxnSpLocks/>
          </p:cNvCxnSpPr>
          <p:nvPr/>
        </p:nvCxnSpPr>
        <p:spPr>
          <a:xfrm>
            <a:off x="6173382" y="4646183"/>
            <a:ext cx="457979" cy="0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CBBB2950-56D6-6DE1-91F5-ADC3837F53D4}"/>
              </a:ext>
            </a:extLst>
          </p:cNvPr>
          <p:cNvSpPr/>
          <p:nvPr/>
        </p:nvSpPr>
        <p:spPr>
          <a:xfrm>
            <a:off x="6036246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5FBFA42-B091-1852-6584-3EDEFC9169F4}"/>
              </a:ext>
            </a:extLst>
          </p:cNvPr>
          <p:cNvSpPr/>
          <p:nvPr/>
        </p:nvSpPr>
        <p:spPr>
          <a:xfrm>
            <a:off x="4206975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350755B-7816-CD35-38B6-2C1DC44F8E7E}"/>
              </a:ext>
            </a:extLst>
          </p:cNvPr>
          <p:cNvSpPr/>
          <p:nvPr/>
        </p:nvSpPr>
        <p:spPr>
          <a:xfrm>
            <a:off x="2541395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0E3D96B-35EE-2B3B-2930-73AFE642CC3F}"/>
              </a:ext>
            </a:extLst>
          </p:cNvPr>
          <p:cNvSpPr/>
          <p:nvPr/>
        </p:nvSpPr>
        <p:spPr>
          <a:xfrm>
            <a:off x="5039765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F2A60D0-7104-09BB-8F82-4090D0E83AE9}"/>
              </a:ext>
            </a:extLst>
          </p:cNvPr>
          <p:cNvSpPr/>
          <p:nvPr/>
        </p:nvSpPr>
        <p:spPr>
          <a:xfrm>
            <a:off x="1981757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748BE4CB-78D6-B03F-AAC2-2421507F186A}"/>
              </a:ext>
            </a:extLst>
          </p:cNvPr>
          <p:cNvSpPr/>
          <p:nvPr/>
        </p:nvSpPr>
        <p:spPr>
          <a:xfrm>
            <a:off x="10090736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3ED59AE-1E43-1F5B-F8F1-A4C0BB1575F2}"/>
              </a:ext>
            </a:extLst>
          </p:cNvPr>
          <p:cNvCxnSpPr>
            <a:cxnSpLocks/>
          </p:cNvCxnSpPr>
          <p:nvPr/>
        </p:nvCxnSpPr>
        <p:spPr>
          <a:xfrm flipV="1">
            <a:off x="5108333" y="3322320"/>
            <a:ext cx="0" cy="69557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235EF5A8-2427-2224-6B22-F124A29569BE}"/>
              </a:ext>
            </a:extLst>
          </p:cNvPr>
          <p:cNvCxnSpPr>
            <a:cxnSpLocks/>
          </p:cNvCxnSpPr>
          <p:nvPr/>
        </p:nvCxnSpPr>
        <p:spPr>
          <a:xfrm flipV="1">
            <a:off x="3442753" y="3322320"/>
            <a:ext cx="0" cy="69557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A7E02FE8-46EA-AFED-3F09-49181B44FABB}"/>
              </a:ext>
            </a:extLst>
          </p:cNvPr>
          <p:cNvCxnSpPr>
            <a:cxnSpLocks/>
          </p:cNvCxnSpPr>
          <p:nvPr/>
        </p:nvCxnSpPr>
        <p:spPr>
          <a:xfrm flipV="1">
            <a:off x="2609963" y="3322320"/>
            <a:ext cx="0" cy="69557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46B629D3-B172-0FB1-CDBF-64C8A4519FE5}"/>
              </a:ext>
            </a:extLst>
          </p:cNvPr>
          <p:cNvCxnSpPr>
            <a:cxnSpLocks/>
          </p:cNvCxnSpPr>
          <p:nvPr/>
        </p:nvCxnSpPr>
        <p:spPr>
          <a:xfrm flipV="1">
            <a:off x="2042010" y="3754812"/>
            <a:ext cx="163486" cy="263079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F589829-9EE6-31E0-449A-53F4372C9A24}"/>
              </a:ext>
            </a:extLst>
          </p:cNvPr>
          <p:cNvCxnSpPr>
            <a:cxnSpLocks/>
          </p:cNvCxnSpPr>
          <p:nvPr/>
        </p:nvCxnSpPr>
        <p:spPr>
          <a:xfrm>
            <a:off x="2615609" y="3320248"/>
            <a:ext cx="6981829" cy="0"/>
          </a:xfrm>
          <a:prstGeom prst="straightConnector1">
            <a:avLst/>
          </a:prstGeom>
          <a:ln w="3175">
            <a:solidFill>
              <a:srgbClr val="FF0000"/>
            </a:solidFill>
            <a:headEnd type="none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DC36E10-74B6-75EF-C9CD-437F64B74FA1}"/>
              </a:ext>
            </a:extLst>
          </p:cNvPr>
          <p:cNvCxnSpPr>
            <a:cxnSpLocks/>
          </p:cNvCxnSpPr>
          <p:nvPr/>
        </p:nvCxnSpPr>
        <p:spPr>
          <a:xfrm flipV="1">
            <a:off x="6104813" y="3010711"/>
            <a:ext cx="0" cy="309537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44E3A384-02AD-AF8B-434E-1BA2976A07CA}"/>
              </a:ext>
            </a:extLst>
          </p:cNvPr>
          <p:cNvSpPr/>
          <p:nvPr/>
        </p:nvSpPr>
        <p:spPr>
          <a:xfrm>
            <a:off x="5987079" y="2805783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d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CEF0B2CF-BEF6-EAC1-32D1-E11E809E3D3F}"/>
              </a:ext>
            </a:extLst>
          </p:cNvPr>
          <p:cNvSpPr/>
          <p:nvPr/>
        </p:nvSpPr>
        <p:spPr>
          <a:xfrm>
            <a:off x="2156329" y="3575805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e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FCC9C7A-FF6A-F4CA-1D38-BFFF02DDD690}"/>
              </a:ext>
            </a:extLst>
          </p:cNvPr>
          <p:cNvGrpSpPr/>
          <p:nvPr/>
        </p:nvGrpSpPr>
        <p:grpSpPr>
          <a:xfrm flipH="1">
            <a:off x="9800202" y="3575805"/>
            <a:ext cx="349788" cy="442086"/>
            <a:chOff x="9573550" y="3575805"/>
            <a:chExt cx="349788" cy="442086"/>
          </a:xfrm>
        </p:grpSpPr>
        <p:cxnSp>
          <p:nvCxnSpPr>
            <p:cNvPr id="56" name="직선 화살표 연결선 55">
              <a:extLst>
                <a:ext uri="{FF2B5EF4-FFF2-40B4-BE49-F238E27FC236}">
                  <a16:creationId xmlns:a16="http://schemas.microsoft.com/office/drawing/2014/main" id="{8F0DD557-A10B-2267-3759-80E001A4BC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3550" y="3754812"/>
              <a:ext cx="163486" cy="263079"/>
            </a:xfrm>
            <a:prstGeom prst="straightConnector1">
              <a:avLst/>
            </a:prstGeom>
            <a:ln w="3175">
              <a:solidFill>
                <a:srgbClr val="FF0000"/>
              </a:solidFill>
              <a:headEnd type="oval" w="sm" len="sm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F89B0D2B-CC78-8095-16E9-EA5F0AC557D1}"/>
                </a:ext>
              </a:extLst>
            </p:cNvPr>
            <p:cNvSpPr/>
            <p:nvPr/>
          </p:nvSpPr>
          <p:spPr>
            <a:xfrm>
              <a:off x="9687869" y="3575805"/>
              <a:ext cx="235469" cy="235469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>
                  <a:latin typeface="페이퍼로지 5 Medium" pitchFamily="2" charset="-127"/>
                  <a:ea typeface="페이퍼로지 5 Medium" pitchFamily="2" charset="-127"/>
                </a:rPr>
                <a:t>e</a:t>
              </a:r>
              <a:endParaRPr lang="ko-KR" altLang="en-US" sz="1050" dirty="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EC4BA202-59D2-15A7-FA44-B27584957F1D}"/>
              </a:ext>
            </a:extLst>
          </p:cNvPr>
          <p:cNvSpPr/>
          <p:nvPr/>
        </p:nvSpPr>
        <p:spPr>
          <a:xfrm>
            <a:off x="3374185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599EB44-23B4-D6EB-6E0B-1A8E4CD51A50}"/>
              </a:ext>
            </a:extLst>
          </p:cNvPr>
          <p:cNvCxnSpPr>
            <a:cxnSpLocks/>
          </p:cNvCxnSpPr>
          <p:nvPr/>
        </p:nvCxnSpPr>
        <p:spPr>
          <a:xfrm flipV="1">
            <a:off x="4275543" y="3322320"/>
            <a:ext cx="0" cy="69557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타원 12">
            <a:extLst>
              <a:ext uri="{FF2B5EF4-FFF2-40B4-BE49-F238E27FC236}">
                <a16:creationId xmlns:a16="http://schemas.microsoft.com/office/drawing/2014/main" id="{E16E9108-66A8-0273-1448-3365183C1128}"/>
              </a:ext>
            </a:extLst>
          </p:cNvPr>
          <p:cNvSpPr/>
          <p:nvPr/>
        </p:nvSpPr>
        <p:spPr>
          <a:xfrm>
            <a:off x="8696080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6BA9C76-593C-BF2D-5239-951E9D4A6C2A}"/>
              </a:ext>
            </a:extLst>
          </p:cNvPr>
          <p:cNvSpPr/>
          <p:nvPr/>
        </p:nvSpPr>
        <p:spPr>
          <a:xfrm>
            <a:off x="7030500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5AD958D-6A39-8028-6D0D-77A452367810}"/>
              </a:ext>
            </a:extLst>
          </p:cNvPr>
          <p:cNvSpPr/>
          <p:nvPr/>
        </p:nvSpPr>
        <p:spPr>
          <a:xfrm>
            <a:off x="9528870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0A639C4-CF64-04DA-2899-703A2E6D97AC}"/>
              </a:ext>
            </a:extLst>
          </p:cNvPr>
          <p:cNvCxnSpPr>
            <a:cxnSpLocks/>
          </p:cNvCxnSpPr>
          <p:nvPr/>
        </p:nvCxnSpPr>
        <p:spPr>
          <a:xfrm flipV="1">
            <a:off x="9597438" y="3322320"/>
            <a:ext cx="0" cy="69557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71DB67F-A030-942A-2706-6F226FD00478}"/>
              </a:ext>
            </a:extLst>
          </p:cNvPr>
          <p:cNvCxnSpPr>
            <a:cxnSpLocks/>
          </p:cNvCxnSpPr>
          <p:nvPr/>
        </p:nvCxnSpPr>
        <p:spPr>
          <a:xfrm flipV="1">
            <a:off x="7931858" y="3322320"/>
            <a:ext cx="0" cy="69557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88CA76EC-80B3-DECB-A98F-DC941A2C273B}"/>
              </a:ext>
            </a:extLst>
          </p:cNvPr>
          <p:cNvCxnSpPr>
            <a:cxnSpLocks/>
          </p:cNvCxnSpPr>
          <p:nvPr/>
        </p:nvCxnSpPr>
        <p:spPr>
          <a:xfrm flipV="1">
            <a:off x="7099068" y="3322320"/>
            <a:ext cx="0" cy="69557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타원 25">
            <a:extLst>
              <a:ext uri="{FF2B5EF4-FFF2-40B4-BE49-F238E27FC236}">
                <a16:creationId xmlns:a16="http://schemas.microsoft.com/office/drawing/2014/main" id="{8D6F5F93-C907-FF02-C19B-2EC967D44DFE}"/>
              </a:ext>
            </a:extLst>
          </p:cNvPr>
          <p:cNvSpPr/>
          <p:nvPr/>
        </p:nvSpPr>
        <p:spPr>
          <a:xfrm>
            <a:off x="7863290" y="4017891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D98A0B8A-1A46-D7A1-18B3-0EF3D86388E3}"/>
              </a:ext>
            </a:extLst>
          </p:cNvPr>
          <p:cNvCxnSpPr>
            <a:cxnSpLocks/>
          </p:cNvCxnSpPr>
          <p:nvPr/>
        </p:nvCxnSpPr>
        <p:spPr>
          <a:xfrm flipV="1">
            <a:off x="8764648" y="3322320"/>
            <a:ext cx="0" cy="695571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95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E1849-3468-9C0C-7974-4E1E64D76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8BFB054-36D8-2CC2-96D1-2046AD13448B}"/>
              </a:ext>
            </a:extLst>
          </p:cNvPr>
          <p:cNvSpPr/>
          <p:nvPr/>
        </p:nvSpPr>
        <p:spPr>
          <a:xfrm>
            <a:off x="638183" y="1020763"/>
            <a:ext cx="4860671" cy="5108575"/>
          </a:xfrm>
          <a:prstGeom prst="roundRect">
            <a:avLst>
              <a:gd name="adj" fmla="val 9395"/>
            </a:avLst>
          </a:prstGeom>
          <a:solidFill>
            <a:schemeClr val="bg1"/>
          </a:solidFill>
          <a:ln>
            <a:noFill/>
          </a:ln>
          <a:effectLst>
            <a:outerShdw blurRad="177800" sx="99000" sy="99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202785-E71E-C9C6-C666-76F11968D0C7}"/>
              </a:ext>
            </a:extLst>
          </p:cNvPr>
          <p:cNvSpPr txBox="1"/>
          <p:nvPr/>
        </p:nvSpPr>
        <p:spPr>
          <a:xfrm>
            <a:off x="534257" y="575353"/>
            <a:ext cx="318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주배관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연결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연결부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상세</a:t>
            </a:r>
          </a:p>
        </p:txBody>
      </p:sp>
      <p:sp>
        <p:nvSpPr>
          <p:cNvPr id="6" name="AutoShape 2" descr="한일펌프 농공업용 PA-930 PA-930SS 단상 220V 이미지"/>
          <p:cNvSpPr>
            <a:spLocks noChangeAspect="1" noChangeArrowheads="1"/>
          </p:cNvSpPr>
          <p:nvPr/>
        </p:nvSpPr>
        <p:spPr bwMode="auto">
          <a:xfrm>
            <a:off x="1682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4" descr="한일자동펌프 전문 판매점에 오신것을 환영합니다.!"/>
          <p:cNvSpPr>
            <a:spLocks noChangeAspect="1" noChangeArrowheads="1"/>
          </p:cNvSpPr>
          <p:nvPr/>
        </p:nvSpPr>
        <p:spPr bwMode="auto">
          <a:xfrm>
            <a:off x="3206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AutoShape 6" descr="한일펌프 PA-930-T (삼상220/380v 1.2마력) 농업용 공업용 자흡식 비자동펌프 - SSG.COM"/>
          <p:cNvSpPr>
            <a:spLocks noChangeAspect="1" noChangeArrowheads="1"/>
          </p:cNvSpPr>
          <p:nvPr/>
        </p:nvSpPr>
        <p:spPr bwMode="auto">
          <a:xfrm>
            <a:off x="4730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" name="AutoShape 2" descr="data:image/jpeg;base64,/9j/4Q3WRXhpZgAASUkqAAgAAAARAAABAwABAAAAwAgAAAEBAwABAAAAwAgAAAIBAwADAAAA2gAAAAYBAwABAAAAAgAAAA8BAgAGAAAA4AAAABABAgAMAAAA5gAAABIBAwABAAAAAQAAABUBAwABAAAAAwAAABoBBQABAAAA8gAAABsBBQABAAAA+gAAACgBAwABAAAAAgAAADEBAgA8AAAAAgEAADIBAgAUAAAAPgEAADsBAgAIAAAAUgEAABMCAwABAAAAAgAAAGmHBAABAAAAXAEAACWIBAABAAAAUAUAAGQFAAAIAAgACABDYW5vbgBDYW5vbiBFT1MgUgCA/AoAECcAAID8CgAQJwAAQWRvYmUgUGhvdG9zaG9wIDI1LjYgKDIwMjQwMjExLm0uMjQ5OCAyN2Q4N2E2KSAgKE1hY2ludG9zaCkAMjAyNDowMjoxNiAxNzoxNzoyOQBnd2Fuc3VrAAAAKQCaggUAAQAAAE4DAACdggUAAQAAAFYDAAAiiAMAAQAAAAEAAAAniAMAAQAAACADAAAwiAMAAQAAAAIAAAAyiAQAAQAAACADAAAAkAcABAAAADAyMzEDkAIAFAAAAF4DAAAEkAIAFAAAAHIDAAAQkAIABwAAAIYDAAARkAIABwAAAI4DAAASkAIABwAAAJYDAAABkQcABAAAAAECAwABkgoAAQAAAJ4DAAACkgUAAQAAAKYDAAAEkgoAAQAAAK4DAAAFkgUAAQAAALYDAAAHkgMAAQAAAAYAAAAJkgMAAQAAAAAAAAAKkgUAAQAAAL4DAACGkgcACAEAAMYDAACQkgIAAwAAADgyAACRkgIAAwAAADgyAACSkgIAAwAAADgyAAAAoAcABAAAADAxMDABoAMAAQAAAAEAAAACoAQAAQAAANQDAAADoAQAAQAAANQDAAAFoAQAAQAAADAFAAAOogUAAQAAAM4EAAAPogUAAQAAANYEAAAQogMAAQAAAAIAAAABpAMAAQAAAAAAAAACpAMAAQAAAAEAAAADpAMAAQAAAAEAAAAGpAMAAQAAAAAAAAAwpAIAAQAAAAAAAAAxpAIADQAAAN4EAAAypAUABAAAAOwEAAA0pAIAFwAAAAwFAAA1pAIACwAAACQFAAAAAAAAAQAAAH0AAAA4AAAACgAAADIwMjQ6MDE6MDIgMTY6NTU6MzkAMjAyNDowMTowMiAxNjo1NTozOQArMDk6MDAAACswOTowMAAAKzA5OjAwAAAAAAcAAAABAAAABQAAAAEAAAAAAAEAAAAdEAAA6AMAADI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4iAK4FAAAALiIAvwMAADAxODAyMTAwMDI0MgAAGAAAAAEAAABpAAAAAQAAAAAAAAABAAAAAAAAAAEAAABSRjI0LTEwNW1tIEY0IEwgSVMgVVNNAAA4MDE0MDAyMDUyAAACAAEAAgAEAAAAUjk4AAIABwAEAAAAMDEwMAAAAAAAAAEAAAABAAQAAAACAwAAAAAAAAAABgADAQMAAQAAAAYAAAAaAQUAAQAAALIFAAAbAQUAAQAAALoFAAAoAQMAAQAAAAIAAAABAgQAAQAAAMIFAAACAgQAAQAAAAwIAAAAAAAASAAAAAEAAABIAAAAAQAAAP/Y/+0ADEFkb2JlX0NNAAH/7gAOQWRvYmUAZIAAAAAB/9sAhAAMCAgICQgMCQkMEQsKCxEVDwwMDxUYExMVExMYEQwMDAwMDBEMDAwMDAwMDAwMDAwMDAwMDAwMDAwMDAwMDAwMAQ0LCw0ODRAODhAUDg4OFBQODg4OFBEMDAwMDBERDAwMDAwMEQwMDAwMDAwMDAwMDAwMDAwMDAwMDAwMDAwMDAz/wAARCACgAKADASIAAhEBAxEB/90ABAAK/8QBPwAAAQUBAQEBAQEAAAAAAAAAAwABAgQFBgcICQoLAQABBQEBAQEBAQAAAAAAAAABAAIDBAUGBwgJCgsQAAEEAQMCBAIFBwYIBQMMMwEAAhEDBCESMQVBUWETInGBMgYUkaGxQiMkFVLBYjM0coLRQwclklPw4fFjczUWorKDJkSTVGRFwqN0NhfSVeJl8rOEw9N14/NGJ5SkhbSVxNTk9KW1xdXl9VZmdoaWprbG1ub2N0dXZ3eHl6e3x9fn9xEAAgIBAgQEAwQFBgcHBgU1AQACEQMhMRIEQVFhcSITBTKBkRShsUIjwVLR8DMkYuFygpJDUxVjczTxJQYWorKDByY1wtJEk1SjF2RFVTZ0ZeLys4TD03Xj80aUpIW0lcTU5PSltcXV5fVWZnaGlqa2xtbm9ic3R1dnd4eXp7fH/9oADAMBAAIRAxEAPwD1BJJJJSkkkklKSSSSUpJJJJSkkkklKSSSSUpJJJJSkkkklKSSSSUpJJJJT//Q9QSSSSUpJJJJSkkkklKSSSSUpJJJJSkkkklKSSSSUpJJJJSkkkklKSSSSU//0fUEkkklKSSSSUpJJM97K27rHBjfFxAH/SSUukqdvWej0/zufjM8jayf+qQD9Zvq+P8AtfSf6rt3/UgpKdNJZZ+tH1fHOaz/ADXn/vib/nX9Xf8Aucz/ADX/APkElOqksg/W/wCrQ5z2D+y//wAgoH66fVUc9SpE+O4f99SU7SSyK/rf9VrNG9WxJ8HWtb/1e1XaerdKyDGPm49x8K7WO/6lySm0kl59kklKSSSSUpJJJJT/AP/S9QSSSSUpJJJJS45Xn/VrHW3vdY7e6dSSTyfNegDled9Q/nnme/b4pILTdtAAECdZAH/SKG5xLQfESFN4gMMSO418Z15UD9Fje7RLvIkaNQU52bq1ZFoElbGbown7lj2OBJRCkUAzoOFE1s2PMdvu1UjO0pFs0WE86RPPPZJTnWcxHxRcANbeI/BBt0dqjYR/TNHYoqfVvqDbb6pr9R3purJNZJLZEa7Su2XD/UIRf/1t35Au4QSpJJJJSkkkklP/0/UEkkklKSSSSUjtycbHAdkWsqB43uDZj92VwPUHCy0uY4OBJgyAtT6yGer2T2rrb+BP/fljP5SQ1rnmsCa7HToNjgf+/oNmWxrQ1zPSPMWOa3Q/nRuKtvPC536wPLc5kd6mz4fSegps5VlVrSDbW2fMn/qWrPfh0Ez9qr+G15/76qhvcdJSNjmubMjgidJCKmycOvaQ3IqJ897f++KD8DKcz9G6iw8fzsCP+uVtQPWk6qYsJPKSmhlYuQ20seKmu0+jY1w1/lNVnB6Xmey0ensOocLWkEfJV8kfpOO3962Oln9TqHkkp7n6k5WLjXkZN9dRNZaC94ALiW6biu5a5rmhzSHNOoIMgrx+vuD5fkC776h/8iWN7NybA0eAIY7/AKpySXo0kkklKSSSSU//1PUEkkklKSSSSU8h9ZP+VrO3sr1/srGdquv6p9XB1DLdlV5BpsexrC1zNzfb/aYuQyWOpcQA1zuCTp+Tckhg8cSua+sRjPrjj0mmRqOXrYvq6jbt2W0UtbqIrNh/8G9qzczomdkP9azMb6kBsCva2B/JYW+KCnH9R/plggNOp01PluhQknmSrGR0rIoEuureP6jv/JKqTc0wXNIGnB/vRUyAKm10c8Jt79v0mlwECWT/AOjEM3ESXPLfDZW06/2rEFMMgy+ex4+UrW6WIw6j8VhPyXzJAcYgkgdvmtXpnVgWsodTtDQGhzHeHctfKKnaYeT5/wAAu/8AqFr0W3/w1Z/1NS5joXQ39Zea67/RhvqOc5m7SQzSHDdyu56D0avouAcNlpv3WOtdY4Bsl0cN93ta1v7ySXRSSSSUpJJJJT//1fUEkkklKSSSSUu3ledZ4/TO+K9EGmvgvO+oGbXJILX/ADUO0jaFIyB5FBsmEFOT1P6BhYbh381u9Qjad2ix37CeRyipFpE+KG9uiMdsac9kFxcOR80lNaxuqsdPH6ZoQbEfp/8APhJL6r9QdMh/nQ7/AKqtdquI+obh9qI/4Fw/Fq7dJSkkkklKSSSSU//W9QSSSSUpJJJJSlk3/VbpFztzm2A/ybHBaySSnCP1N6Qfz8keQtP/AJFDf9SOkOMm7KA/dF2n/Ubl0KSSnlrv8XP1fu/nLMs+Xrn/AMgg/wDjW/ViZnKJ87yf++Lr0klPJt/xZ/VpvH2j5vY7/q6XKLv8WH1bcCDZk6+DqtP6v6Bdckkp4k/4pfq24y7IzD5b2D/qagiU/wCKr6tU2BzbcotA1abG6n+sGLskklOX0n6udN6Q82YnqFxbtmx5dAPl7VqJJJKUkkkkpSSSSSn/1/UEkkklKSSSSUpJJJJSkkkklKSSSSUpJJJJSkkkklKSSSSUpJJJJSkkkklP/9D1BJJJJSkkkklKSSSSUpJJJJSkkkklKSSSSUpJJJJSkkkklKSSSSUpJJJJT//Z/+0R6FBob3Rvc2hvcCAzLjAAOEJJTQQEAAAAAAA4HAFaAAMbJUccAgAAAgAAHAJQAAdnd2Fuc3VrHAI3AAgyMDI0MDEwMhwCPAALMTY1NTM5KzA5MDA4QklNBCUAAAAAABCroOAmnfUUx05sKl/qfHL4OEJJTQQ6AAAAAAEvAAAAEAAAAAEAAAAAAAtwcmludE91dHB1dAAAAAUAAAAAUHN0U2Jvb2wBAAAAAEludGVlbnVtAAAAAEludGUAAAAASW1nIAAAAA9wcmludFNpeHRlZW5CaXRib29sAAAAAAtwcmludGVyTmFtZVRFWFQAAAAnAFMAYQBtAHMAdQBuAGcAIABYADQAMwAwADAAIABTAGUAcgBpAGUAcwAgACgAUwBFAEMAMwAwAEMARABBADcANgAzAEQAQwBDADkAKQAAAAAAD3ByaW50UHJvb2ZTZXR1cE9iamMAAAALyADVdMDBs8QAIMd4wcQAIMEkyBUAAAAAAApwcm9vZlNldHVwAAAAAQAAAABCbHRuZW51bQAAAAxidWlsdGluUHJvb2YAAAAJcHJvb2ZDTVlLADhCSU0EOwAAAAACLQAAABAAAAABAAAAAAAScHJpbnRPdXRwdXRPcHRpb25zAAAAFwAAAABDcHRuYm9vbAAAAAAAQ2xicmJvb2wAAAAAAFJnc01ib29sAAAAAABDcm5DYm9vbAAAAAAAQ250Q2Jvb2wAAAAAAExibHNib29sAAAAAABOZ3R2Ym9vbAAAAAAARW1sRGJvb2wAAAAAAEludHJib29sAAAAAABCY2tnT2JqYwAAAAEAAAAAAABSR0JDAAAAAwAAAABSZCAgZG91YkBv4AAAAAAAAAAAAEdybiBkb3ViQG/gAAAAAAAAAAAAQmwgIGRvdWJAb+AAAAAAAAAAAABCcmRUVW50RiNSbHQAAAAAAAAAAAAAAABCbGQgVW50RiNSbHQAAAAAAAAAAAAAAABSc2x0VW50RiNQeGxAUgAAAAAAAAAAAAp2ZWN0b3JEYXRhYm9vbAEAAAAAUGdQc2VudW0AAAAAUGdQcwAAAABQZ1BDAAAAAExlZnRVbnRGI1JsdAAAAAAAAAAAAAAAAFRvcCBVbnRGI1JsdAAAAAAAAAAAAAAAAFNjbCBVbnRGI1ByY0BZAAAAAAAAAAAAEGNyb3BXaGVuUHJpbnRpbmdib29sAAAAAA5jcm9wUmVjdEJvdHRvbWxvbmcAAAAAAAAADGNyb3BSZWN0TGVmdGxvbmcAAAAAAAAADWNyb3BSZWN0UmlnaHRsb25nAAAAAAAAAAtjcm9wUmVjdFRvcGxvbmcAAAAAADhCSU0D7QAAAAAAEABIAAAAAQACAEgAAAABAAI4QklNBCYAAAAAAA4AAAAAAAAAAAAAP4AAADhCSU0EDQAAAAAABAAAAB44QklNBBkAAAAAAAQAAAAeOEJJTQPzAAAAAAAJAAAAAAAAAAABADhCSU0nEAAAAAAACgABAAAAAAAAAAI4QklNA/UAAAAAAEgAL2ZmAAEAbGZmAAYAAAAAAAEAL2ZmAAEAoZmaAAYAAAAAAAEAMgAAAAEAWgAAAAYAAAAAAAEANQAAAAEALQAAAAYAAAAAAAE4QklNA/gAAAAAAHAAAP////////////////////////////8D6AAAAAD/////////////////////////////A+gAAAAA/////////////////////////////wPoAAAAAP////////////////////////////8D6AAAOEJJTQQAAAAAAAACAAI4QklNBAIAAAAAAAYAAAAAAAA4QklNBDAAAAAAAAMBAQEAOEJJTQQtAAAAAAAGAAEAAAAEOEJJTQQIAAAAAAAQAAAAAQAAAkAAAAJAAAAAADhCSU0ERAAAAAAAEAAAAAIAAAJAAAACQAAAAAA4QklNBB4AAAAAAAQAAAAAOEJJTQQaAAAAAANFAAAABgAAAAAAAAAAAAAD1AAAA9QAAAAIAEcAUwBQAEsANAAxADgANwAAAAEAAAAAAAAAAAAAAAAAAAAAAAAAAQAAAAAAAAAAAAAD1AAAA9QAAAAAAAAAAAAAAAAAAAAAAQAAAAAAAAAAAAAAAAAAAAAAAAAQAAAAAQAAAAAAAG51bGwAAAACAAAABmJvdW5kc09iamMAAAABAAAAAAAAUmN0MQAAAAQAAAAAVG9wIGxvbmcAAAAAAAAAAExlZnRsb25nAAAAAAAAAABCdG9tbG9uZwAAA9QAAAAAUmdodGxvbmcAAAPUAAAABnNsaWNlc1ZsTHMAAAABT2JqYwAAAAEAAAAAAAVzbGljZQAAABIAAAAHc2xpY2VJRGxvbmcAAAAAAAAAB2dyb3VwSURsb25nAAAAAAAAAAZvcmlnaW5lbnVtAAAADEVTbGljZU9yaWdpbgAAAA1hdXRvR2VuZXJhdGVkAAAAAFR5cGVlbnVtAAAACkVTbGljZVR5cGUAAAAASW1nIAAAAAZib3VuZHNPYmpjAAAAAQAAAAAAAFJjdDEAAAAEAAAAAFRvcCBsb25nAAAAAAAAAABMZWZ0bG9uZwAAAAAAAAAAQnRvbWxvbmcAAAPUAAAAAFJnaHRsb25nAAAD1AAAAAN1cmxURVhUAAAAAQAAAAAAAG51bGxURVhUAAAAAQAAAAAAAE1zZ2VURVhUAAAAAQAAAAAABmFsdFRhZ1RFWFQAAAABAAAAAAAOY2VsbFRleHRJc0hUTUxib29sAQAAAAhjZWxsVGV4dFRFWFQAAAABAAAAAAAJaG9yekFsaWduZW51bQAAAA9FU2xpY2VIb3J6QWxpZ24AAAAHZGVmYXVsdAAAAAl2ZXJ0QWxpZ25lbnVtAAAAD0VTbGljZVZlcnRBbGlnbgAAAAdkZWZhdWx0AAAAC2JnQ29sb3JUeXBlZW51bQAAABFFU2xpY2VCR0NvbG9yVHlwZQAAAABOb25lAAAACXRvcE91dHNldGxvbmcAAAAAAAAACmxlZnRPdXRzZXRsb25nAAAAAAAAAAxib3R0b21PdXRzZXRsb25nAAAAAAAAAAtyaWdodE91dHNldGxvbmcAAAAAADhCSU0EKAAAAAAADAAAAAI/8AAAAAAAADhCSU0EFAAAAAAABAAAAAQ4QklNBAwAAAAACCgAAAABAAAAoAAAAKAAAAHgAAEsAAAACAwAGAAB/9j/7QAMQWRvYmVfQ00AAf/uAA5BZG9iZQBkgAAAAAH/2wCEAAwICAgJCAwJCQwRCwoLERUPDAwPFRgTExUTExgRDAwMDAwMEQwMDAwMDAwMDAwMDAwMDAwMDAwMDAwMDAwMDAwBDQsLDQ4NEA4OEBQODg4UFA4ODg4UEQwMDAwMEREMDAwMDAwRDAwMDAwMDAwMDAwMDAwMDAwMDAwMDAwMDAwMDP/AABEIAKAAoAMBIgACEQEDEQH/3QAEAAr/xAE/AAABBQEBAQEBAQAAAAAAAAADAAECBAUGBwgJCgsBAAEFAQEBAQEBAAAAAAAAAAEAAgMEBQYHCAkKCxAAAQQBAwIEAgUHBggFAwwzAQACEQMEIRIxBUFRYRMicYEyBhSRobFCIyQVUsFiMzRygtFDByWSU/Dh8WNzNRaisoMmRJNUZEXCo3Q2F9JV4mXys4TD03Xj80YnlKSFtJXE1OT0pbXF1eX1VmZ2hpamtsbW5vY3R1dnd4eXp7fH1+f3EQACAgECBAQDBAUGBwcGBTUBAAIRAyExEgRBUWFxIhMFMoGRFKGxQiPBUtHwMyRi4XKCkkNTFWNzNPElBhaisoMHJjXC0kSTVKMXZEVVNnRl4vKzhMPTdePzRpSkhbSVxNTk9KW1xdXl9VZmdoaWprbG1ub2JzdHV2d3h5ent8f/2gAMAwEAAhEDEQA/APUEkkklKSSSSUpJJJJSkkkklKSSSSUpJJJJSkkkklKSSSSUpJJJJSkkkklP/9D1BJJJJSkkkklKSSSSUpJJJJSkkkklKSSSSUpJJJJSkkkklKSSSSUpJJJJT//R9QSSSSUpJJJJSkkkz3srbuscGN8XEAf9JJS6Sp29Z6PT/O5+MzyNrJ/6pAP1m+r4/wC19J/qu3f9SCkp00lln60fV8c5rP8ANef++Jv+df1d/wC5zP8ANf8A+QSU6qSyD9b/AKtDnPYP7L//ACCgfrp9VRz1KkT47h/31JTtJLIr+t/1Ws0b1bEnwda1v/V7Vdp6t0rIMY+bj3HwrtY7/qXJKbSSXn2SSUpJJJJSkkkklP8A/9L1BJJJJSkkkklLjlef9Wsdbe91jt7p1JJPJ816AOV531D+eeZ79vikgtN20AAQJ1kAf9IobnEtB8RIU3iAwxI7jXxnXlQP0WN7tEu8iRo1BTnZurVkWgSVsZujCfuWPY4ElEKRQDOg4UTWzY8x2+7VSM7SkWzRYTzpE889klOdZzEfFFwA1t4j8EG3R2qNhH9M0diip9W+oNtvqmv1Hem6sk1kktkRrtK7ZcP9QhF//W3fkC7hBKkkkklKSSSSU//T9QSSSSUpJJJJSO3JxscB2RayoHje4NmP3ZXA9QcLLS5jg4EmDIC1PrIZ6vZPautv4E/9+WM/lJDWueawJrsdOg2OB/7+g2ZbGtDXM9I8xY5rdD+dG4q288LnfrA8tzmR3qbPh9J6CmzlWVWtINtbZ8yf+pas9+HQTP2qv4bXn/vqqG9x0lI2Oa5syOCJ0kIqbJw69pDcionz3t/74oPwMpzP0bqLDx/OwI/65W1A9aTqpiwk8pKaGVi5DbSx4qa7T6NjXDX+U1WcHpeZ7LR6ew6hwtaQR8lXyR+k47f3rY6Wf1OoeSSnufqTlYuNeRk311E1loL3gAuJbpuK7lrmuaHNIc06ggyCvH6+4Pl+QLvvqH/yJY3s3JsDR4Ahjv8AqnJJejSSSSUpJJJJT//U9QSSSSUpJJJJTyH1k/5Ws7eyvX+ysZ2q6/qn1cHUMt2VXkGmx7GsLXM3N9v9pi5DJY6lxADXO4JOn5NySGDxxK5r6xGM+uOPSaZGo5eti+rqNu3ZbRS1uois2H/wb2rNzOiZ2Q/1rMxvqQGwK9rYH8lhb4oKcf1H+mWCA06nTU+W6FCSeZKsZHSsigS66t4/qO/8kqpNzTBc0gacH+9FTIAqbXRzwm3v2/SaXAQJZP8A6MQzcRJc8t8NlbTr/asQUwyDL57Hj5StbpYjDqPxWE/JfMkBxiCSB2+a1emdWBayh1O0NAaHMd4dy18oqdph5Pn/AAC7/wCoWvRbf/DVn/U1LmOhdDf1l5rrv9GG+o5zmbtJDNIcN3K7noPRq+i4Bw2Wm/dY611jgGyXRw33e1rW/vJJdFJJJJSkkkklP//V9QSSSSUpJJJJS7eV51nj9M74r0Qaa+C876gZtckgtf8ANQ7SNoUjIHkUGyYQU5PU/oGFhuHfzW71CNp3aLHfsJ5HKKkWkT4ob26Ix2xpz2QXFw5HzSU1rG6qx08fpmhBsR+n/wA+Ekvqv1B0yH+dDv8Aqq12q4j6huH2oj/gXD8Wrt0lKSSSSUpJJJJT/9b1BJJJJSkkkklKWTf9VukXO3ObYD/JscFrJJKcI/U3pB/PyR5C0/8AkUN/1I6Q4ybsoD90Xaf9RuXQpJKeWu/xc/V+7+csyz5euf8AyCD/AONb9WJmconzvJ/74uvSSU8m3/Fn9Wm8faPm9jv+rpcou/xYfVtwINmTr4Oq0/q/oF1ySSniT/il+rbjLsjMPlvYP+pqCJT/AIqvq1TYHNtyi0DVpsbqf6wYuySSU5fSfq503pDzZieoXFu2bHl0A+XtWokkkpSSSSSlJJJJKf/X9QSSSSUpJJJJSkkkklKSSSSUpJJJJSkkkklKSSSSUpJJJJSkkkklKSSSSU//0PUEkkklKSSSSUpJJJJSkkkklKSSSSUpJJJJSkkkklKSSSSUpJJJJSkkkklP/9k4QklNBCEAAAAAAFcAAAABAQAAAA8AQQBkAG8AYgBlACAAUABoAG8AdABvAHMAaABvAHAAAAAUAEEAZABvAGIAZQAgAFAAaABvAHQAbwBzAGgAbwBwACAAMgAwADIANAAAAAEAOEJJTQQGAAAAAAAHAAcBAQABAQD/4RAXaHR0cDovL25zLmFkb2JlLmNvbS94YXAvMS4wLwA8P3hwYWNrZXQgYmVnaW49Iu+7vyIgaWQ9Ilc1TTBNcENlaGlIenJlU3pOVGN6a2M5ZCI/PiA8eDp4bXBtZXRhIHhtbG5zOng9ImFkb2JlOm5zOm1ldGEvIiB4OnhtcHRrPSJBZG9iZSBYTVAgQ29yZSA5LjEtYzAwMiA3OS5mMzU0ZWZjNzAsIDIwMjMvMTEvMDktMTI6MDU6NTMgICAgICAgICI+IDxyZGY6UkRGIHhtbG5zOnJkZj0iaHR0cDovL3d3dy53My5vcmcvMTk5OS8wMi8yMi1yZGYtc3ludGF4LW5zIyI+IDxyZGY6RGVzY3JpcHRpb24gcmRmOmFib3V0PSIiIHhtbG5zOnhtcD0iaHR0cDovL25zLmFkb2JlLmNvbS94YXAvMS4wLyIgeG1sbnM6ZGM9Imh0dHA6Ly9wdXJsLm9yZy9kYy9lbGVtZW50cy8xLjEvIiB4bWxuczphdXg9Imh0dHA6Ly9ucy5hZG9iZS5jb20vZXhpZi8xLjAvYXV4LyIgeG1sbnM6ZXhpZkVYPSJodHRwOi8vY2lwYS5qcC9leGlmLzEuMC8iIHhtbG5zOnBob3Rvc2hvcD0iaHR0cDovL25zLmFkb2JlLmNvbS9waG90b3Nob3AvMS4wLyIgeG1sbnM6eG1wTU09Imh0dHA6Ly9ucy5hZG9iZS5jb20veGFwLzEuMC9tbS8iIHhtbG5zOnN0RXZ0PSJodHRwOi8vbnMuYWRvYmUuY29tL3hhcC8xLjAvc1R5cGUvUmVzb3VyY2VFdmVudCMiIHhtcDpSYXRpbmc9IjAiIHhtcDpNb2RpZnlEYXRlPSIyMDI0LTAyLTE2VDE3OjE3OjI5KzA5OjAwIiB4bXA6Q3JlYXRlRGF0ZT0iMjAyNC0wMS0wMlQxNjo1NTozOSIgeG1wOk1ldGFkYXRhRGF0ZT0iMjAyNC0wMi0xNlQxNzoxNzoyOSswOTowMCIgZGM6Zm9ybWF0PSJpbWFnZS9qcGVnIiBhdXg6U2VyaWFsTnVtYmVyPSIwMTgwMjEwMDAyNDIiIGF1eDpMZW5zSW5mbz0iMjQvMSAxMDUvMSAwLzAgMC8wIiBhdXg6TGVucz0iUkYyNC0xMDVtbSBGNCBMIElTIFVTTSIgYXV4OkxlbnNJRD0iNjExODIiIGF1eDpMZW5zU2VyaWFsTnVtYmVyPSI4MDE0MDAyMDUyIiBhdXg6SW1hZ2VOdW1iZXI9IjAiIGF1eDpBcHByb3hpbWF0ZUZvY3VzRGlzdGFuY2U9IjY3LzEwMCIgYXV4OkZsYXNoQ29tcGVuc2F0aW9uPSIwLzEiIGF1eDpGaXJtd2FyZT0iMS42LjAiIGV4aWZFWDpMZW5zTW9kZWw9IlJGMjQtMTA1bW0gRjQgTCBJUyBVU00iIHBob3Rvc2hvcDpEYXRlQ3JlYXRlZD0iMjAyNC0wMS0wMlQxNjo1NTozOS4wODIrMDk6MDAiIHBob3Rvc2hvcDpDb2xvck1vZGU9IjMiIHBob3Rvc2hvcDpJQ0NQcm9maWxlPSJzUkdCIElFQzYxOTY2LTIuMSIgeG1wTU06RG9jdW1lbnRJRD0iYWRvYmU6ZG9jaWQ6cGhvdG9zaG9wOmNkZDM3YTNlLThjMTEtNjc0MS04ZDJkLTIyNjQyMTI0YmI4NiIgeG1wTU06SW5zdGFuY2VJRD0ieG1wLmlpZDozNzczMTllNS05NWUzLTRhNDgtOGI3NS0xMDEyNWI2M2IwYWUiIHhtcE1NOk9yaWdpbmFsRG9jdW1lbnRJRD0iOTJDMzIwMjM0MjE4RjBBOTE0Q0FCRkFDRDVCNEU4NDAiPiA8ZGM6Y3JlYXRvcj4gPHJkZjpTZXE+IDxyZGY6bGk+Z3dhbnN1azwvcmRmOmxpPiA8L3JkZjpTZXE+IDwvZGM6Y3JlYXRvcj4gPHhtcE1NOkhpc3Rvcnk+IDxyZGY6U2VxPiA8cmRmOmxpIHN0RXZ0OmFjdGlvbj0ic2F2ZWQiIHN0RXZ0Omluc3RhbmNlSUQ9InhtcC5paWQ6NDViODYyYmMtZjZjOS00YTQwLWJmNTItYjM3MjRhODM2MzBjIiBzdEV2dDp3aGVuPSIyMDI0LTAyLTE2VDE3OjE3OjI5KzA5OjAwIiBzdEV2dDpzb2Z0d2FyZUFnZW50PSJBZG9iZSBQaG90b3Nob3AgMjUuNiAoMjAyNDAyMTEubS4yNDk4IDI3ZDg3YTYpICAoTWFjaW50b3NoKSIgc3RFdnQ6Y2hhbmdlZD0iLyIvPiA8cmRmOmxpIHN0RXZ0OmFjdGlvbj0ic2F2ZWQiIHN0RXZ0Omluc3RhbmNlSUQ9InhtcC5paWQ6Mzc3MzE5ZTUtOTVlMy00YTQ4LThiNzUtMTAxMjViNjNiMGFlIiBzdEV2dDp3aGVuPSIyMDI0LTAyLTE2VDE3OjE3OjI5KzA5OjAwIiBzdEV2dDpzb2Z0d2FyZUFnZW50PSJBZG9iZSBQaG90b3Nob3AgMjUuNiAoMjAyNDAyMTEubS4yNDk4IDI3ZDg3YTYpICAoTWFjaW50b3NoKSIgc3RFdnQ6Y2hhbmdlZD0iLyIvPiA8L3JkZjpTZXE+IDwveG1wTU06SGlzdG9yeT4gPC9yZGY6RGVzY3JpcHRpb24+IDwvcmRmOlJERj4gPC94OnhtcG1ldGE+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PD94cGFja2V0IGVuZD0idyI/Pv/iDFhJQ0NfUFJPRklMRQABAQAADEhMaW5vAhAAAG1udHJSR0IgWFlaIAfOAAIACQAGADEAAGFjc3BNU0ZUAAAAAElFQyBzUkdCAAAAAAAAAAAAAAAAAAD21gABAAAAANMtSFAgIAAAAAAAAAAAAAAAAAAAAAAAAAAAAAAAAAAAAAAAAAAAAAAAAAAAAAAAAAAAAAAAEWNwcnQAAAFQAAAAM2Rlc2MAAAGEAAAAbHd0cHQAAAHwAAAAFGJrcHQAAAIEAAAAFHJYWVoAAAIYAAAAFGdYWVoAAAIsAAAAFGJYWVoAAAJAAAAAFGRtbmQAAAJUAAAAcGRtZGQAAALEAAAAiHZ1ZWQAAANMAAAAhnZpZXcAAAPUAAAAJGx1bWkAAAP4AAAAFG1lYXMAAAQMAAAAJHRlY2gAAAQwAAAADHJUUkMAAAQ8AAAIDGdUUkMAAAQ8AAAIDGJUUkMAAAQ8AAAIDHRleHQAAAAAQ29weXJpZ2h0IChjKSAxOTk4IEhld2xldHQtUGFja2FyZCBDb21wYW55AABkZXNjAAAAAAAAABJzUkdCIElFQzYxOTY2LTIuMQAAAAAAAAAAAAAAEnNSR0IgSUVDNjE5NjYtMi4xAAAAAAAAAAAAAAAAAAAAAAAAAAAAAAAAAAAAAAAAAAAAAAAAAAAAAAAAAAAAAAAAAABYWVogAAAAAAAA81EAAQAAAAEWzFhZWiAAAAAAAAAAAAAAAAAAAAAAWFlaIAAAAAAAAG+iAAA49QAAA5BYWVogAAAAAAAAYpkAALeFAAAY2lhZWiAAAAAAAAAkoAAAD4QAALbPZGVzYwAAAAAAAAAWSUVDIGh0dHA6Ly93d3cuaWVjLmNoAAAAAAAAAAAAAAAWSUVDIGh0dHA6Ly93d3cuaWVjLmNoAAAAAAAAAAAAAAAAAAAAAAAAAAAAAAAAAAAAAAAAAAAAAAAAAAAAAAAAAAAAAGRlc2MAAAAAAAAALklFQyA2MTk2Ni0yLjEgRGVmYXVsdCBSR0IgY29sb3VyIHNwYWNlIC0gc1JHQgAAAAAAAAAAAAAALklFQyA2MTk2Ni0yLjEgRGVmYXVsdCBSR0IgY29sb3VyIHNwYWNlIC0gc1JHQgAAAAAAAAAAAAAAAAAAAAAAAAAAAABkZXNjAAAAAAAAACxSZWZlcmVuY2UgVmlld2luZyBDb25kaXRpb24gaW4gSUVDNjE5NjYtMi4xAAAAAAAAAAAAAAAsUmVmZXJlbmNlIFZpZXdpbmcgQ29uZGl0aW9uIGluIElFQzYxOTY2LTIuMQAAAAAAAAAAAAAAAAAAAAAAAAAAAAAAAAAAdmlldwAAAAAAE6T+ABRfLgAQzxQAA+3MAAQTCwADXJ4AAAABWFlaIAAAAAAATAlWAFAAAABXH+dtZWFzAAAAAAAAAAEAAAAAAAAAAAAAAAAAAAAAAAACjwAAAAJzaWcgAAAAAENSVCBjdXJ2AAAAAAAABAAAAAAFAAoADwAUABkAHgAjACgALQAyADcAOwBAAEUASgBPAFQAWQBeAGMAaABtAHIAdwB8AIEAhgCLAJAAlQCaAJ8ApACpAK4AsgC3ALwAwQDGAMsA0ADVANsA4ADlAOsA8AD2APsBAQEHAQ0BEwEZAR8BJQErATIBOAE+AUUBTAFSAVkBYAFnAW4BdQF8AYMBiwGSAZoBoQGpAbEBuQHBAckB0QHZAeEB6QHyAfoCAwIMAhQCHQImAi8COAJBAksCVAJdAmcCcQJ6AoQCjgKYAqICrAK2AsECywLVAuAC6wL1AwADCwMWAyEDLQM4A0MDTwNaA2YDcgN+A4oDlgOiA64DugPHA9MD4APsA/kEBgQTBCAELQQ7BEgEVQRjBHEEfgSMBJoEqAS2BMQE0wThBPAE/gUNBRwFKwU6BUkFWAVnBXcFhgWWBaYFtQXFBdUF5QX2BgYGFgYnBjcGSAZZBmoGewaMBp0GrwbABtEG4wb1BwcHGQcrBz0HTwdhB3QHhgeZB6wHvwfSB+UH+AgLCB8IMghGCFoIbgiCCJYIqgi+CNII5wj7CRAJJQk6CU8JZAl5CY8JpAm6Cc8J5Qn7ChEKJwo9ClQKagqBCpgKrgrFCtwK8wsLCyILOQtRC2kLgAuYC7ALyAvhC/kMEgwqDEMMXAx1DI4MpwzADNkM8w0NDSYNQA1aDXQNjg2pDcMN3g34DhMOLg5JDmQOfw6bDrYO0g7uDwkPJQ9BD14Peg+WD7MPzw/sEAkQJhBDEGEQfhCbELkQ1xD1ERMRMRFPEW0RjBGqEckR6BIHEiYSRRJkEoQSoxLDEuMTAxMjE0MTYxODE6QTxRPlFAYUJxRJFGoUixStFM4U8BUSFTQVVhV4FZsVvRXgFgMWJhZJFmwWjxayFtYW+hcdF0EXZReJF64X0hf3GBsYQBhlGIoYrxjVGPoZIBlFGWsZkRm3Gd0aBBoqGlEadxqeGsUa7BsUGzsbYxuKG7Ib2hwCHCocUhx7HKMczBz1HR4dRx1wHZkdwx3sHhYeQB5qHpQevh7pHxMfPh9pH5Qfvx/qIBUgQSBsIJggxCDwIRwhSCF1IaEhziH7IiciVSKCIq8i3SMKIzgjZiOUI8Ij8CQfJE0kfCSrJNolCSU4JWgllyXHJfcmJyZXJocmtyboJxgnSSd6J6sn3CgNKD8ocSiiKNQpBik4KWspnSnQKgIqNSpoKpsqzysCKzYraSudK9EsBSw5LG4soizXLQwtQS12Last4S4WLkwugi63Lu4vJC9aL5Evxy/+MDUwbDCkMNsxEjFKMYIxujHyMioyYzKbMtQzDTNGM38zuDPxNCs0ZTSeNNg1EzVNNYc1wjX9Njc2cjauNuk3JDdgN5w31zgUOFA4jDjIOQU5Qjl/Obw5+To2OnQ6sjrvOy07azuqO+g8JzxlPKQ84z0iPWE9oT3gPiA+YD6gPuA/IT9hP6I/4kAjQGRApkDnQSlBakGsQe5CMEJyQrVC90M6Q31DwEQDREdEikTORRJFVUWaRd5GIkZnRqtG8Ec1R3tHwEgFSEtIkUjXSR1JY0mpSfBKN0p9SsRLDEtTS5pL4kwqTHJMuk0CTUpNk03cTiVObk63TwBPSU+TT91QJ1BxULtRBlFQUZtR5lIxUnxSx1MTU19TqlP2VEJUj1TbVShVdVXCVg9WXFapVvdXRFeSV+BYL1h9WMtZGllpWbhaB1pWWqZa9VtFW5Vb5Vw1XIZc1l0nXXhdyV4aXmxevV8PX2Ffs2AFYFdgqmD8YU9homH1YklinGLwY0Njl2PrZEBklGTpZT1lkmXnZj1mkmboZz1nk2fpaD9olmjsaUNpmmnxakhqn2r3a09rp2v/bFdsr20IbWBtuW4SbmtuxG8eb3hv0XArcIZw4HE6cZVx8HJLcqZzAXNdc7h0FHRwdMx1KHWFdeF2Pnabdvh3VnezeBF4bnjMeSp5iXnnekZ6pXsEe2N7wnwhfIF84X1BfaF+AX5ifsJ/I3+Ef+WAR4CogQqBa4HNgjCCkoL0g1eDuoQdhICE44VHhauGDoZyhteHO4efiASIaYjOiTOJmYn+imSKyoswi5aL/IxjjMqNMY2Yjf+OZo7OjzaPnpAGkG6Q1pE/kaiSEZJ6kuOTTZO2lCCUipT0lV+VyZY0lp+XCpd1l+CYTJi4mSSZkJn8mmia1ZtCm6+cHJyJnPedZJ3SnkCerp8dn4uf+qBpoNihR6G2oiailqMGo3aj5qRWpMelOKWpphqmi6b9p26n4KhSqMSpN6mpqhyqj6sCq3Wr6axcrNCtRK24ri2uoa8Wr4uwALB1sOqxYLHWskuywrM4s660JbSctRO1irYBtnm28Ldot+C4WbjRuUq5wro7urW7LrunvCG8m70VvY++Cr6Evv+/er/1wHDA7MFnwePCX8Lbw1jD1MRRxM7FS8XIxkbGw8dBx7/IPci8yTrJuco4yrfLNsu2zDXMtc01zbXONs62zzfPuNA50LrRPNG+0j/SwdNE08bUSdTL1U7V0dZV1tjXXNfg2GTY6Nls2fHadtr724DcBdyK3RDdlt4c3qLfKd+v4DbgveFE4cziU+Lb42Pj6+Rz5PzlhOYN5pbnH+ep6DLovOlG6dDqW+rl63Dr++yG7RHtnO4o7rTvQO/M8Fjw5fFy8f/yjPMZ86f0NPTC9VD13vZt9vv3ivgZ+Kj5OPnH+lf65/t3/Af8mP0p/br+S/7c/23////uACFBZG9iZQBkQAAAAAEDABADAgMGAAAAAAAAAAAAAAAA/9sAhAABAQEBAQEBAQEBAgEBAQICAQEBAQICAgICAgICAwIDAwMDAgMDBAQEBAQDBQUFBQUFBwcHBwcICAgICAgICAgIAQEBAQICAgQDAwQHBQQFBwgICAgICAgICAgICAgICAgICAgICAgICAgICAgICAgICAgICAgICAgICAgICAgICAj/wgARCAPUA9QDAREAAhEBAxEB/8QA1gABAAICAwEBAQEAAAAAAAAAAAUGBAcCAwgJAQoLAQEAAwEBAAAAAAAAAAAAAAAAAQIDBAUQAAIBAwMDAwMDBAICAgIDAAECAwARBBAFBiESByATCFAxCTAiFGAyFQpBI8AWMxckNCUYGREAAgIABQIFAgMFBgQFAgQHAQIRAwAhMRIEQQVRYSITBnEygZEUobFCIwdQ8MHRUhVg4TMI8WJyQySSssCiU3MlFhAXNDU3EgABBAEFAQEAAgMBAAAAAAARABABISAwQFBgMWFBwHFwURIC/9oADAMBAQIRAxEAAAD+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H4AAfoAAAAAAAAAAAAAAAAAAAAAAAAAAAAAAAAAAAAAAAAAAAAAAAOgqCsAaMZ6ohqm0UXStJ46Q1lNsrDGrygrUh2sNFKjGUfF4vW+NEY2WMLecnDXNytiXwjprA9OOPMx22chzFt+GM5G8Tc9eTrFNm2DC6Yza7XtdtdjYrhrnunOb/lfetrbjtG2Wm4YnZ1p7wAAAAAAAAAAAAAAAAAAAAAAAAAAAAAAAAAAR0RoycfKdcfItufyRhbzxauo6W1tNqxOdbVgq3ipmdiMi18XnmUmkXaeemcgiJiY+VPTTenSvac9TlCWiDWwb3yfNV3SrS0RvXHpn2R2V3lpVdJqu947WkcYNrcNLQtKxmFa5rMRF5OlLAp20iUxWreNr8+XoC3R6V5NvoLbH2jGn0DnT2xrv69va1TIAAAAAAAAAAAAAAAAAAAAAAAAAAAAAAArqvyV5OHwrGPnDojUmu1J50HVl1WfOc2rART09csqGCRxEmNKu75w8xW4tVptrrTTVu1aNrlSJzrKazOuHGeLTbFpPBGBq/TH57dlKRO1qtowb3w1OU63jeusJmt4ZfldquY5gKQS+Kx6iQWu6Nx80+tuTbd+mPpmk+ua3+jtcvvnv1ext9QAAAAAAAAAAAAAAAAAAAAAAAAAAAAAAPK9uX5GcnD5qbac2jVytGy0w4j9pOTjGLalS1tiU05RFnrHFOGQ5FViI2VHWkFFq5adZ9c61mdcRWm60iFqynBMAxcLYsx3aoPJx5ImYv0dMQN4/drwc7zURtK9fOGs0vPPJzrUmkTM16LYa3SrkM5NjPG3efT0fy778U9NTzegXV7Wy5vsHFfvB3enzAAAAAAAAAAAAAAAAAAAAAAAAAAAAAAB4mjm+QfNyee+hp6uOtp0gMdOhPdhM7DIilctOItXCGiPyKWWdIorsK7vSD1pCxeq1trbonVO7X+U1zaK5aKyYEoysxObhSfy8YNZl+Sf10YWnP3bRC6z3X6Mu7b9nnq+Ous61XPohkwxCo6k5B0ImHNLK7Qy09Nce++Yenrcfp2untqs/U6J++fX2ZEgAAAAAAAAAAAAAAAAAAAAAAAAAAAAAB4Try/MHHDzTaNK7565lUMLsrccJsiIpNVUzpV6s4yc8qE3mFcBas65QutK1rasY31jooOtqZKj3ikVYe0RpEEdhaMhxlGwn8YzM9Ie14veLFW3X02ytFo0aFymjWiBpFRWhjAMUmjmYyttct4xt6f5t960t6l0r6pyr7cjm+nldPv32d+VIAAAAAAAAAAAAAAAAAAAAAAAAAAAAAAeN54/k1y4eXLW0FvMReNYctZusw3Pe5TGp7VgJniyu1NNaw26tUCrEwV/WKvrnA3VBrr7Wde2rQImn6KtZBzEcRZg0mu5TlV26ZpPZxk5bxko7phpPfebHNbPLzraaGVUr1JjDCOo7ztMVW5OXYVOj0Fw23tEerMcvVfVHuDC31Ert9/u7bvAAAAAAAAAAAAAAAAAAAAAAAAAAAAAAB8768nyppl5tX09rXphqrCktEVfO+xM2lJnYkRrfSKtM5lY3JnMVLWBNEBrSB0rWU1WL642nXnRjS9JqTSolUMQxiFInC3fFuuuktWuTTTApMPtH71z3ymk5yNKb0qEK1a9Y55gzt0jBznFTxRklxcuzI6N58NN85V9fNfR+c+6dOf6j0v9/wDt6++QAAAAAAAAAAAAAAAAAAAAAAAAAAAAAA8I5cfyIjLzhFtM6x0p0vhS1J1lDZHNXX05WCdtR3vuDSutcdNwVpiS1boks0JMVfekNMVaNNY6KX1ZUG9aamqJr03iFsCJipjErPbjPLC/dnpiXtj6VwpdXRGPdbp0wYaq1rRbIDKYGtYpfBOBjn4XY4ubfWF9k8uu+629eHpuHvHPl+n8vv8Ad3dyAAAAAAAAAAAAAAAAAAAAAAAAAAAAAAB87K8vzf48PHu+enFqFFozOsRa2LaL1zWrcZ6r0W6mk9NNcRttdTHq1PreVoglIPeKtbOqRpQ007qz1N0RVorWUVswJ2wlMCl42bdGUsYkcoxHVA71wb45Ojnppb522NW3lS3JQ7dFSrMNCGMM6T8OwkCbU2RGHoHj39ARp69V9YRX3Nhn9NqdX369C3MAAAAAAAAAAAAAAAAAAAAAAAAAAAAAAHzvcnyP5cPO8U1ddR4vgnErNV4xtDaxrS1bHXXrVo8X3PlSOrOkN+e457xpVtoqF6Q0XpiNY7TpnsrHpqEZU4wZ04Vtg41iWnWdlYy+ca1Xor1zbI0tl7ZbIdOdNvMLlqdeipFfIoij8LiVxOUiymwaV39wvRusesZ5fVeW3uznv9OD76d/TyAAAAAAAAAAAAAAAAAAAAAAAAAAAAAAB4cpy/HTF5xrXS98I+FLT2RODjNwhX7tJaxJ56ctM8bFubJGXaDtfY1awqKzaaxtnBFWW0leun+3OnTNdnWspxjEMTKcCluC37WJLnZCtb21hdrZ0TnbtrNLrafGWuNPwVpepyhYYZzMUsAM8v8AWnp3z6741v69py+sj3fWPphlP3v7vR/QAAAAAAAAAAAAAAAAAAAAAAAAAAAAAAfOPPH5Z4cunb10ZfSkxnQ6TGQkMJvBXrW0xrr0V5sO9ZbGN047eepm+Xy/FoOM65OkPqp966xmuttI0311oUqvOsKtPlXMAwstMjLbu5570YZC3Y+sZExz0t6qvrGdEeLK0hs5qdoo1ZgCKME7DLJMtcVs883q7z+je1LeuJ5vWO8e8sK/SLHX789/byAAAAAAAAAAAAAAAAAAAAAAAAAAAAAAB88a8vy6w5/LGltc6KNSKZlXHpWSz1s0a4DKsWYlqdWVciM9ZZ7Wyb2DSYGc4WKwFr1W007WNdmr+nHRfQpBWFq5OvaRRwP0yOfTt5d5MjStFm6KLZ2hONpv+a307fOLzz1+vTFqgRphH6SkRaM3C7YGfP6X5NvSM19rUp6J20948lPqfa33Q7er9AAAAAAAAAAAAAAAAAAAAAAAAAAAAAAB48tz/JTn4/Nm9tGTbXuatYRh0ykMYnJ7cKcYZERe1azvV4bPrndK1o+iHVi4pWtrU7S9RTrpOrNK6H7ppjOAiKvOuGYx2xOHjPZWJPl0mMd47eKoT+0Wy+MZNeuLx19aJtaNK0z1c0pJHHcRh3EvWLVjlb4p6N5t/U9uf2LV6Z26PdnPP1hzn7ed+oAAAAAAAAAAAAAAAAAAAAAAAAAAAAAAHjpzfHXn4PNO19L2vQeboqzGLU5Y07I16L2wr16a2lIm3Z1mqvyqnWxgbawsVq80qvTanxbXKda3aG71ZIIqKYpGEducsZlsLSOesjleJ1rVtXVuyNmbnj0TSL01r1p/Gtdmut4trQjDCMesZRda45Nc7tk39hf0rNvYTX2DpX3PwYfXPfp+03ZsAAAAAAAAAAAAAAAAAAAAAAAAAAAAAAB43jm+Q2PB5x220vbPXeO1ey24sZXCJZOKYWsYcx+4uqZkaz150qV6VWdK5NoKc6ruqKaHrbXGk6j6YqZW01EjjCRzieee0pyTM0vmYzDXyq3XnGzv29Np9Fiwz0t1YUOJ6b6161qBWenO1dxiG2twMusWeaz9Oe55TvDm39OS9j6V9l54+3s5+rWff9u/QAAAAAAAAAAAAAAAAAAAAAAAAAAAAAAAeSc+b4405/PGmejda61ttT+OIuKymF+u8QrKHnWIuh6ZY0T2ZRGxaqa3q5HbxHaUx091Ix+p+xtC3vI15+XPf9tXMmuDpEfG2AtG25o3Dpq+laVpjr7fbW83pda1zO0Z056QvekZR02iJtfDpfHxzj1vyd+cRa4pkr2vKmy65bXzt6nx19ouT2L0W9ncun3Cjp+sXZoAAAAAAAAAAAAAAAAAAAAAAAAAAAAAAI9Hzypx/MTDPS+kaq0UjGcSdcDfjiXRSdJo2GPlXr217nn08tu+2OxcqbHr2WWumftz91K9trwnRhA89/3S+ud8umOhSIPnnjfCu2jEptx0jjPNn6dUlz1l7047Z8tN7hVaMfPxb9MhO0RtEJz5022tA3y8F67av59+F8++rfPJbZdo2RpNryi61rY8unYc5Wu2m3I09X5x9l4p9fuzpzgAAAAAAAAAAAAAAAAAAAAAAAAAAAAVtHz5rh4fzw81RGpbZVWqJpeM2pFTXqtp2WvwTkkEroPmnnz1t0W75mOmPmJ149uetN7K49Zw5rMzSB0V1WCrrHZXmdJwlY3OOi2ePG1pxn90z6d2La9lhhRSLteTyntzrbIpsWccGejvrWMrGstp8jbduiDKV74rAV19L82P0gypZKTynftmctWfYWU2LOmz7R6cvT6EzPvi3V9EI02BMgAAAAAAAAAAAAAAAAAAAAAAAAAAfDqeH5s8eH7dXddIi8xuGMJXTEmI68dus/sz1RbNorvPFXwmKmbG06GVau+FHdjJV2g7o7VbM6Z+1MqZq8Vj0YuW/GErrMDi6EdpdUx0OnRG6MWjFpMnvWSiejGZGImFYRaws9ezGr430z0b6mWiyRRgQ9Gct/ojhjs0yFpS1ZGJnYrgS2TteZzhHPKWjNtv9Uc7f1z79AAAAAAAAAAAAAAAAAAAAAAAAAAAH86kef4ewyH6QGumHFP3GI62kSpjaOzXT9q489Yyk1jJwTmp6otTuifgL2RA1rdLWrO1cnKJBXBuwL16ojtnSDpM3nPRMRNZyy55xVtJzOhg4uurgZtoyZcaTKHSdAKaYprTfXSc3hlpcrJ6g4c/dGcbfWlFpbTOR0tYa5cMd77rHddlxTMtnC5b+r6W/u56NQAAAAAAAAAAAAAAAAAAAAAAAAAAP5va+b48Z4lUrhNbvONEwU1jt9cTCnUj92v+XYnPToymDxnpm34R9Jq+9Phl26at2mHvrJoj3P3UnnVyswL1y6WzKVz4tBy6a24Juytf0jL0iGxnPrPbSM2r91Y6cOLZFLZueMhWYbRRdp1nsoNlUbZbSKPRXLj7j56bkUl2820kujK0RnX8GwJ0mNL9pnaU68ddr5V/0A+vo5gAAAAAAAAAAAAAAAAAAAAAAAAAA/majzvLFMuFojstMnLWBvb9rnUrxjnXFe9OPfPolj5Wr+GiI4Q7U0ze388/q0pxwXz1shl0EfnPLOeNozDKrPdTaP1jo1x6sZtUTVBev4dlJzqX7qJCt8baMatZfHXuUzWdcRXLV0v3awtsqrN5COiHTvLlr7u58tyMpJE60l72tu+dY542RG2TXLLnaV2tj0tdsX+hH2bdgAAAAAAAAAAAAAAAAAAAAAAAAAAP5jKcXnLPnxJjErpiphumY3nRlIxJjoR27Wx88sSJ6oQPPr0mRWOEzUNej+d/1uWkpEiY5xI3Ocw7rp3GYuiKm/dGsfvGTbnz8Z41vGzTPMU6jNi8zjrk6RjSycLSMJFEIrAMdcdca83vANZNevG+uSvt7npt+YlLY2FaRrvatOasW325evTnSSrWWpfA1tesNP8AQk6+jtAAAAAAAAAAAAAAAAAAAAAAAAAAB/MrXz/NuGMa0xNXPJVLTgaorFwU6Ynsm2NOeDDrpMDj04tcu6SUBrf+c718+msVKMvydelP4dcT15pTTHqz1l8773rt53shrZ8N8pPG2HWeKOokVivOkZGNmm+RfCUw2zItInEgFNYd+estYibdEnnNPN98mftTGd5TzZkLPa9idFlphUWm3OjDCtbKyrOZXw7b3+uX+hF09faAAAAAAAAAAAAAAAAAAAAAAAAAAD+ZSnB5vzrF1iOO+IgJRS0RLqiuFNeyLfhhK/lJgctcOt8WM+i6s2j4Gd1KV1IGM8xPCdsZMjxz6wyjVnXOktspHHXZ3LtprWsXenJHUYx+EiZSehCsZfPGU3m2OQ2zmnYdRAmve3Gob7VXWnDK9WrO5sKe7OTLcs5yhbpmd23sXPeu1y2V15YMzn5TNZUwp6b9jh/oUd3f3AAAAAAAAAAAAAAAAAAAAAAAAAAA/mcr5XmTC0SnpOogZrhxeJOgxVO2Yw4tjH5Sa3jbGTwo61aRpX4HernrLScdE2dc2kY196eXr54u0L6GVZtH7lPClumu3SZaJqcqnFeFGTLutOQ17pz7eek1DPX718xrJHSzrzTVHdz0XXbAXx4zrM6by5K+28st0TnKUtZYrPOi2FRi+2+rlgpTOScy0ii+Tr/oX9G3eAAAAAAAAAAAAAAAAAAAAAAAAAAD+Zuvm+YKRCwj6MRMWoXizAOlPKc+pHUtwpNcwcco69LyETTds/52vWpTERpmrc515k9WYiiv6xhCJx82Rlv0rflXHGsaw/USK3c3k5txs4UTiObLvaTC0kdxV4ar7607VDxfrVg0bp823ta1N671lIvJc+NkVuN60eddjbV70SEXk+ffFnG50j/Q36u3tAAAAAAAAAAAAAAAAAAAAAAAAAAB/MzXzfLN7Q8ZYXOi0ddb4Uz0owDDT2Tl+LfukcsbVHnnuyz6L6d69P6+f+bP1LR1KxxnJ4zrjJjjolzOGcrxxMDn1tNdcejCynFc2Ijk3sa8KSBlH4d6kiSK9iOppVJz192qbrNShzK+w3nxPe2Ge397ZVt53KZ2vLaE0ybbPZ92k5elpHn6MaFvyz/0O+7qyQAAAAAAAAAAAAAAAAAAAAAAAAAAfzMT5/ljmiI0TnPFLvSFl1ROStDzXHiU15HdeMHJX8NcKtMyrlppUNX8zHqZV+JzJznDrnXIWwzafMrVlE1nAzciGppMxryOOTJo61eVbconNTIoz4mHtGJCRvTIXlTpTWJwrfdtT9WvKzPldiNy8Gf0Gzx251ODaxUvI581i0mmOjcdOXpr1SdoQ6IteKv9D3q2ypAAAAAAAAAAAAAAAAAAAAAAAAAAD+ZLl8vy5auNa9braLiMiIjrZdsaRl7Yta9h3HdMdVIpfPfAll0Yqavvl/Op2aa4m3Ca53ROMr3xpwmOvKcLNkXngt2UnDzmcnTgfmXP3xXoi3fXo7srZ5+WcodUOiUrpHVd2Kfi9IYcOmdY9O9SLCVisb+4o9+VrsvXHKmJHHpz9IutcK/N9naZ8ue/42wWXWvf84/0Se3q7wAAAAAAAAAAAAAAAAAAAAAAAAAAfy0z5fjjkz2VlrTtJ6IRiusYrQHVvS+Ne1sY/uW3RoyM6eYM0TNdk1rW9Z1dXo+QvWlkc4prvZALdCY7PSYjKGzjq2taI2nKTZ+a9OvXmYaM6I25z66o15OmnTmxOJE5aI2J7rRIRfheMq9em8Jao6s69vrEIik9R6g4s/dtY2/SZ2tcO+Fo36JOMaM12zTOHpX9rrU526C841/0Yu7oyZAAAAAAAAAAAAAAAAAAAAAAAAAAD+VynkeMMp2HXSErGItj3jpmuVSIm03aL0G2fbpXKy1qa2n+OmXaubpeDm+iGn8/3Xj26svnRes9lrfldeMWy607Ms5C9ou2k7ecTN25zKVdhnYzIFwzrmS6sw7IYUo608L6Qt6912DpXjhOD6M0jpiWjLBOEb+rOG3sOuczrXuvnITnIyt8Wn+WbKrjRnFJwW2qNNvYGdv9AXqv+gAAAAAAAAAAAAAAAAAAAAAAAAAA/no183538lYIhqzjVtm1Yt46k9mcVO/Py0tXN6a44uzy9rp80pyqeGsT1Z494gsp1pStY2mCsxY0y6bS+uXOK9lNsrKctXlenfe35aMzmSNdOVX7EzFbZLOLrXttpB2tF1ziNccNfAtpiL4W1a7vHTdI2nvOcV661nI1+knFHqStNjW2/L49VsOV1rmnfh0WOleDDvtpi2rgx2fTtH9m+2wAAAAAAAAAAAAAAAAAAAAAAAAAAGCjRNs/PaugaZ+I+Snl+Mdc6X1tZr5rqaMNHsdNXxpjexU68dS65ZdSKXpe2Jx8r4N48365RV71/Gapp2UTpww8qwk3o+kRV69c0wM79mFcHG1lXnsb7I4pwZruGumInz16kcrRaazJdGNj6Ndqc07R6NPmTty5Ea0msxJGGMZ9Y/cF90jdPNX2Tz6+r55twbNn5V2vlrbqa7/vHszbT1frn66nT2Ne1qkAAAAAAAAAAAAAAAAAAAAAAAAAAAAB82cPP+P+PJpjTp1IVCZgM69edsmElFcWdoiL9TjxooT+rq6wEqlfog3LV50pXRShmuLX050zq/bOiFRIKXVnPRkkOVlp7q9Ehlb9ui9Ih5dUOW8UzZhXmzTbXkX1vfPDIuGPVgS4S/MokKRPS2fFNo5X9A5R6s6sfS3Nb1Rny+io6P6B69X1s79P0AAAAAAAAAAAAAAAAAAAAAAAAAAAAAAHz1x4fklz5+b+imndb1rGa5nTFxvxXsUUxZdaetHC2GFnObOkXF4iiE11gmevtK13Rro1FtOlexqlFLKrExGbE0YNNenHOc565a+Y1z18OURrGAQ+mONpWJt0QtrQ5DESR5HGCY51Ehz1tJcb57kw031jf1HfH0tXL1tF/TuD+g3Tq+p/ZYAAAAAAAAAAAAAAAAAAAAAAAAAAAAAAD57YcvyFz5PN1stWz0VOEUcMK98a56/axxVsdGCdsZd62KtXZtCJraaNtnU7TrI1bZpvqaN1mmzFfpMBlPTaMet8ymlhwwxrRg1d7fBaZ28YEoJXs2yh9IwHTEpjitkYRxhGIfhl5xasYs9stwRfffPf1Ay9QW09XMfVeVPvlXs+r/boAAAAAAAAAAAAAAAAAAAAAAAAAAAAAAB87OPn+RF+fz7py6qz2qq8EjrpnlY3ss3/AEwoywJ0wUc4jOrnH23rExXU12ypaxTZa3NWGj+rLTO2uuLIWJxcnREwsTn13keefyMuuXfMdcbfm0RtmGRNjowim1XXwyEMAwDCMc/CUiLBhFuiuzaT6Ext6YvX09TX1rGfq7Lm+7u3X9cunUAAAAAAAAAAAAAAAAAAAAAAAAAAAAAAD564cnyBph59Z6vtemRaERwV7ObO3ujsiIybYKuKz4ElWMKNqnpFcTW7RVtq0tOuE6UtbS3XGmNFSmK6Y+M4tZrJOV2ysrSVJ75YG0YsMmULLgYUxCdNhEESmBIwjjCMWsKJPKJ8thtCjfWVPR1sPVtd/ViPUmVPutPZ9ie2wAAAAAAAAAAAAAAAAAAAAAAAAAAAAAAHz85cPkVfm85Uy1VaabN4iteuJ/cK5q8jWeZGM+Fr9cVkKUiW9avjT14q01jbno06a4X0zv06P6cNLWrU0wMT0ZO2s1oylpbPbljOYcbMDSFmHZjw67ZQ2usfZFJj0xpFkCcSLzjszjPqkC20bXyn0BD0xNfU2k+oo5/VGM/dSOr7DdugAAAAAAAAAAAAAAAAAAAAAAAAAAAAAAHgLnx+QWeHntyam01qk2gK1xFuOacyfqmWtGo6letPdF4mtq7eKrKCjOsaTR9ba3NU6tAdeWq5ihztD4zHROXCIOkzK7S2du3Of0aRjaOgw7GqG0dcWwCsEWQxEmCYtI/aRnykar7m2RjPoWHpdT05tl6tw19UUz+4EdX2Q7rgAAAAAAAAAAAAAAAAAAAAAAAAAAAAAAeBeXm+RNeTz7eNPSpZAH5FurGZitsuOZFoydekwJmUia/RXb1gJtUr5w+dKX0a0CZ1SaY7stHXrRZvDxfpxv8AsIYxTHiJzC8rXboTXCUvHTqwzrnLD0iQjer7TXzAIorpHn4cjJJHGtppTb2d/QWdvSi3qHbm9Z4PVPM+12u32Y7dgAAAAAAAAAAAAAAAAAAAAAAAAAAAAAAPBHPyfIrDn8/9zTOEUhFdOnOMnLWRTknCMehlDz2YSMuENEQM4xDSt72gK50m00G19Wy0j1RqjbGhJxkxjXorNflh0c4M0zz3xm8eZl4axHzPVowjozRhDXd+k1KVdmY07TiZnPXM0mw557myj0PSfSUT6emvrLGvqvOv2Ptv9te/oAAAAAAAAAAAAAAAAAAAAAAAAAAAAAAA8E8+HyOy4fPsxpe+lImkEYFGdlZF88Rnib2hcrYUOmqHliKwSIXWK/pNNmtMW1ptfSGrVG2dPXjUYaeBV8p7tFbJjCeo7ayy3a0iLZdldY+Zxbx1Vr0RrBwxCB1mB0mMlyxj8rHOrNlPm6MLb+rl6Sc/p9p6ki3rTHf7Crfcn0LgAAAAAAAAAAAAAAAAAAAAAAAAAAAAAAfOXl5/lm59BstMzbWk1y4tV4j8wvwTyMiMOm2kRN8KtseKxBhyiyBvnA7KqikXjW+19Pa11pZU50hqzGkPVC5zMyhDOh+Zx2X14WVuFR0rL1pE1t1rlIvTeKyYVmIR8zA6OEMejIzjKJqG8sLeg0ejLYem0eqax6u5tfsDGn3Q9PYAAAAAAAAAAAAAAAAAAAAAAAAAAAAAAD56cmPybnh82ttXTSlIgzoR14W64nrR3xjjRpGW0jm/65oYiUxxBaRAa51VNUW1x0V1fpTUuinztCEbjMfWYUyDqMykccY5X36elUK6VCax23N+Y27674mmXXfOOr1RF7YecdURGQxE9MudnIsmOW+sNPQlZ9InpPSPVsYeqM6/VXn6fv36W4AAAAAAAAAAAAAAAAAAAAAAAAAAAAAAHzSx4/ltTn85WnWFZpJXkdacnOOeduMR1xlgpj52wZZhXYiDmYZFc3rDzNQVqi9H2y1FtOp9lVaQR0YzExOJDkRp+xHRjGfSYvforu8Ys3iGFXtSJr0SmWeLfPHW431hK3wLMDnjA6Kcawvrzqsrm35x6+haX9JWy9M6vTPPl69x6vqzXX75elYAAAAAAAAAAAAAAAAAAAAAAAAAAAAAAD5a48vzUrTzhPPqybUulq+cDN55nYxxlohSIW4r4q2UQrCrTtCwjdMYHa1Qi9Bmmqta6Q3tUr66+tWArXGtfBJek92U0k5nVnPQ245W6ta4to/U4XUqyOvNHThh206Y1ik4lURlGFZxivXa/btNgV3nwZ+jaT6S0x9Kxf0dhX1mr9YsfQ/oI9Of0AAAAAAAAAAAAAAAAAAAAAAAAAAAAAAHyp4/P+bd6+ataatWqmU1xPE7ck5lXvrlG1mIu6504RHdS9TtELeuHOkFfOo7RUjXBpXR5t7dKPlNevEPlEdrb8tERWZDKe6EmdNdfzO8hkx5nH3jqljEZdhaIdz4d7QrojsoiboXCOMMWzptMjdPo3Vx5ehqbej5p6GtX0xnPqPPT6zc9v6H/W05AAAAAAAAAAAAAAAAAAAAAAAAAAAAAAA+UuPB8z86+d92omVDtSD59+eVueLlanWnoI+2GTXfDxxyMtK1p0QO+dUtWP3pSonX8taXaetfTHTNYhhUmuFTJZGfS904b/krdzdF946WnPonaUk5inenGJtXCpOV1247aac6MdfWwqEa1KsUrW0PnToxiFmZEmFLphttGtN3xX0BSnoeunoNt7Hpl9eG39BXpT+gAAAAAAAAAAAAAAAAAAAAAAAAAAAAAA1FSvkiuWrrW1pWut5xpsWhqXokRFWil53r2teui3ztjzlqbLPSFts6azURO3mvNqbOcFNIhXGner7Uw6RznXBy58i2kvnGRnp3Qxq9MRlhm0rqCjf+mtT1y8prUOMdr06LhtHl7pprXO2FbLAvtjsL5z485va42sulY2tu+ltmWr6Pxw9Ny2nO+4b7exb5/T2beyeiQAAAAAAAAAAAAAAAAAAAAAAAAAAAAAAAAAAAAAAAAAAAAAAABjmQCDhFQmZSkqnChQp5hQrZj1jrslK22zMUqY0DLaFXpW03u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/9oACAECAAEFAP8AwPljYRAvRiNjP1EhoyCi4spvo4oipCCEcGv20TelJJyo7BO4hlYFQaaNgQtgVtSFaZTZQGDXBEZJaFgfYJp4gKEQ7XsCqXPsNRopYSftozAUZAKBvRYCgwP9EE0vWi3Vm6Ek0j9oJrvNB7Ur3pp7CPJIppOsuZ3FmvQkpHNySauaPWowLJGKVLAJaggFT9rCGyhlQ12spViQBQ6UbAiRVoEgqL0hrvNwxodasKZBZI7V3MArWoi9MoIaJTTY16jjABhNLBapibmey+4bCevcFwR/QUktyAwpALfem6Gm+ym1Xq9Cib6A21BtSm+hq1Rg0KAtqfsKdavV6T7OKcUh/der0DoDoKcfpTpRUGktRQUqWAYmopb/ANAWFjFc2pDTPaib6OaNR9SUFOtdvT0A9Y9Ua1IAaZKVqt6DRofc/YteidFa9A2oaxuTo4/SnOtqC3ruFI1/6AdbrGTS2NMhuwuND96tQcirmrkem1IOinqy20iPRmGinpqTan+9JRGsZ60pAFIerKBQ607fpSqCCLaEWq9P9iwuPr7lhQalewja9Mti60fR2mvtRq/pjPQC9BbhltUegprAAkakXo+iXRRV6JpB0BtTHoL0V6fote8g60HpwRXeKZaH2+vFrAx0IzdB207XCydTRNCpBSNTpVrjtt6U+wNM3T3BYUFq1dlBbeh10vQp0oi1KbFCL+0KAsNEFE3rsNv0HW9EnRh1iPcJh1Fr/X5T+2N7jvND7Mt6OjrQptA3QJamAvf0R+iNqT9AirUaLii3SlPRTcahQKCWojVQLenuFSfcm1DqDcUxNgLEfX5jYEjtLgiM3D/bQ0T10TqAOhFtY7aA2oHWM2pB6ibUL0w6VIetKaA62qP7aq9d1Fj+i62pvuVvQFqb7Mx7bC/1+QftW9IaBsWa9M1tCvSrUVsAauTqGpI7igKUW9ELVb0mg1FxpKNAbUp0Q6X6KdFa1E/okCpQKCV7ZplAD0v3H19ge296YdaOrNbRVtTV2Uq2Mg6irGirAW0U9NYT19LHpq63Gi/Y1HpakW9EW/Tk+xN6Q13ipJabrS9D9flB7YxapDUX7tTRN9Ear0G605o0nWmWx0Q2OqfdT09FqZbUTQNM4FE30jPRLUD2kG9GoQaYX/TcXDdKjNh0JaKigWr2b6/KekRAr717fQpYUaJ0U2NdoFCpfvStXd01Q6otAaD0EU0Zphb0I1tPvURpjaoyLPoDb9AkDSc2YDpGti7WBe4H9ASR9wC2ph20rXqXRWvTffRWtRBOho3BC9bahSaUG+kXX9AmpTcegGraK96Q2pz+gxsIwadb00nRnJIHS1S9Qv3jP7vr4+wQEsortAqQi1FQSdO012mlNgdDoDrGfREevqZrUz19xXd10X7DQio/v+gadrUSTRHSrECih7TYiP8Au+vl7AUoIpr20vTm9BrUH0c0oFiKI0Gq9DrGevqkpxcXNObCkPRPuv39sUVtQF6VAP0GBshuPvRFSfagehBFdxYMCClr/X2+3tXrvuBUgAOltVNMOlA9NBr2mwOipYooB0Gqm9dLslMtj/wwtSWpI9BT9Av37TVuvtmlW1OKNIpB0A6n7uRZhcEUv3dhYG1O1Qm7fX5CbC4pOgRQaZVu9gbGxBNCFqSMkmBgzR3HsmmxmFWIrsNCOvbNRxCmiqSHtpTY91wovTEiopO4y5n7osjup5R2xEdpNDIFCRTRCV7cdvZQAqAOwWVxZk7jGigGiliXF6IPpI6hjdLgA3poyRa9LCaZLCQCoF6/X5B0N6DUEsDGbKl6UWoLYkiwX933FgKL2LOQL3MgIoXNdpq5uHK0z3Dxtdb2jF69zuKqQZorFQVM0V6RSoQihCDXtdEiNCKnNqBvRcqZPvGe2ma1BzaTIKlMgsTkgEuK63Bp1vR9yv5F6Eps81GT9sczCiTQc1Ib1IDaDob/AFxXBoEkmIklCAVNE0H6Ak0o9F7VJNTSNdr0WJEZN5DolgHUU6Bgi6Cm6C4AQ1ItAChR6Uy2pWvSG4oi9Dro46lRRGgJpx3V29I0UVbUrelrJsSCRXb19ANEd1L0qO1ywpLkBgfrD9FI60jUwuKtcnoUa1A3FFrU72pz0A9Ef3eKggGhXoDahVtSLEGiwtR66EXpVtSqav0ZrgG1A3pjrbQ10tQPoZb1MTfVVvTLbRTSmnBoJcRrTv1VLH6vkdUItoKRjRtdyRTPfSM6OtxT/bUGsdASQRTC4SOlFqZbUpNB6OhFMlCjq5N9GHXRTama+ltb6qbj0SHrrG1Wpo+lRtbS9q6GmboWsPq8gBoAGpBSXoGxoV2gjRZNG+7/AG1ItWMpZiWpB01tYstqVtGai3QdaCmiKGit0ApvvSPemkoG+hNqEgru0jPUGk+3onA9KmpB0AoG1F6DjR/uwuPq87ADuq4NN97WJFKTQa1Mb6hrUwpx007qYVjOAb39JpzoGNP96AtUbdWW+l9A1MQdGS5KdRV6cX9Ktaozceic9fQjWoCnFiVNtFamFObUPq8oomlNEUtrkXplIq+osQRoRcaEVaoiAwUAemQUq3BAtTC4tpG16Kg0R6iKAvSnQ/fUCoAR6Z/voldvW1RvT/c0I+rrahTDoVBofV5zV9Ce5a7zZWvTrqDaib6SGjR1xx+9hY+k2oGxrsNSE2Dg0QRSGxpj1trfSQ9A1qV70WABN/QPvEOv/LjWc9VtcAEkWIF6Kmr1JIaQkipB0oEim6/WJz1a2l6v1oG1Mb+qQaEUGoUDUUp9JNhJJegxqJ76N95IblPt6raP9v0IjRbqDemFtJ1uKBtTNco1jfQrSm+jC5r707/WJvSfVbRz0NA01XpSzNEOg1FMLjtKsFuUAtTm9HW9dwpiQTLQkFBxV6JFMLfoQ3tQNqvpK1iVvXtmip0voB1B6VJq0F1H1edeojp1trf9Bx0NBr0tGoH7W9TIDQjoC1Gu0Uy2o6N9r1f0A2otf9AioCbejK6NC/Q0x1UgCM6Cm+xFqQC8shUD6vMt6AojW3Wh6VW4kHSu0XU1asVlVmF/0e/ro2j3t+t29McHtPoylqMCyk6FNRVzSyUeoItpKCaH1ecDtBNPexJoH9BXtUvUUVoUDUP9zfcm1A+nIuKhl7g63oMRRYmjqy6sbUHFd4pmIoPRa1K1/SD0xyQGtfQmp3N0Sla9EUXtRqPrQtTrY0HtRN9H+w+ry/33pmvRNCjVqvSDrqFvTjpoRX2qMG7sbR9Qj9dGvV6ZhQjC0DTEGiaDgktaiRYknS9N9tC3TtOn2Ktf0wSehhUtIbVa5k+1qCCkNmdv3MwIt6Hv9YlsTfrJ91Nx7lOLhHNSKQUPRk6KAadDeI3qYGoiAWPVSLOUtA3VhTJ2iSkau80WvT3uwuBJQ60Kk+yLb0Gv+Vajar6d1A6q9qDg6D7xKCPRLSx9wAYEkgxC1CmXq5pHtTuKvrI1D6vJarCmW4RbUEGshNlborNcU4NqNMppFN3jIoIRSGxRiTVyCn2NXtQNN00Q0Htoy6MbUG6X0ag1E9b0RehQar0FvSpVqkLAY7/sq+ha1SNcgkUGvQojQ6WoigBSrV7UUBP1dlDL7RNMhFEWq4ot10ZrVc2hIYyEWYkEAVJGK7bUr3XtqRbkNakfuoiv+e4ghb17NqY2P/JFj23CISCtGmvZEJLIRQQ17ZYtFahDQhuWhtQguBCLNGBQApE6BAa9sUOmnb1C9StxGhuxIpDXu2oSii3QEGnYGjRoC4MgoN3gAfWQ1qZrhgCJgRUZ0W1PEBQFz9q/aB7opTavcFM9RPamnvUeSRUkgpJLCPI6mWxkmvSTXphYMAa9kGhEKKCjQVqkFXoGxm7re5MDK81196seae4NE3KK14hTRAqyFTE3R7URpfVzYA2o9Q8YICGlFi6EUxNdxFFiAkhoBifbpYgKA+uTnonXS1XNnFE3rt9B1Iq1C2l6U9QbEm9RjqEOpNtGW9MtEW0Kg0QRQQV/wQdENB+oYXZbhFKjVlvQFtJGNX6d/QCpF07h2g2qQUZARjrc/X5x0jFKt6K0zXpj09Xt6mkUg6KmsRoG+rHp3mlNxIKYXHoH3UWoqDSgV7dBB+kwsVANOtMegpmvQUmgakNqxx1+vzEUi2H/ADc6Woix9Yoj0L9tFNiGtSm4p9A1qY3o6OB6BRFXqNv05F6VeiaI6lSKRrU/3c2GM1z9fyBcoalX9x1kX9AmgdVF6HoRbhVtowuBodCNAKtoo6aIbH9IsBQIBP3c9K77im+3dUIF/r8qCu0ionNFrnQ9db21NGj6FNvQq3qMWpr6uOuhpxoDagb0y39AofodvVnIOrnpXSw+7WNdhrH/ALvr8xIK9CtWpltV6U3og3oiiKtpaifQpsfvQ0H2VbDS4pmvqaYdNA1KdFa1MtqRb0ot+gz9Ga9E6M9iTrGOjranrHt3fX5xVrgHrema+sml/SRoNUOsTdQNWFvSRXbbVGvqG6I3T9ARijHQjooQCKYW1VKkJFB71jj9/wBfnBqP+0gH0WpyPWToNOwEUpuNImNtCL0R6GFNfUGvvqDQkNNJQ/QBvTNerU4oC9MtqQm0vXTH/u+vzsRSN17R6Gb0kakV26XpPs6XpVtoBekUj0Fb12CuldvVltTrcEax6CuhPt0DarkFXtTNalN/QTQYirBqPSmfr3mgad7hCaaoP7vr89dgNXYHVxRa/otcEWNE+iP7DS1KlqU2q3pLdSRZvtRooLdlAVarV1Fd5oWphar6M9q7tO83e96vQNqY9dAKNMKiP7/r8x6im6+hhcehWtTG+hFA6xjrohtoo6L00c2oNei+gNX0e1XpRem6UOtFSNB10A/bY0IzY3AQggXrsFOwOlqOqig1ixvUgIqBv3/X8j7qbgj0sOuoPrUaj72pPQwsfQW6kWpWqM04tSv1Ip1tonUkXpDo/WkWmJBDMaSxpkvTftAWnFjQFKlO1jKwIQ/v+vyKTUak0Fv6XI0P6F6H21Q0n31a97ehjYEE0RahQcGgBcP1IvTKKDGu80yWpTegnV/tekPRhagb06k0V6SHrSDr3dZbV2mo+rfX2kKkuLJUn31NGr+g0D6Ev6E+yr0DdaV70RfR7ammYguK7jXd1vQOshpBp9q7xYkCgbGma9RHWT71E1SDqydSSBC37vr8iksLVGafqNAacU1A0z2oGgaJotag16GiOb6xDrTnqGBq/UN0BBoqKI1IrutQau6hQ0Q9WW9I2ojplvRUjRQCVFiZBd3pzc0DYyOCAwppKC/u+vlhdVsSgsrXoqNDKa925r70VpEvXaaYE01+6GMigKUXJUClom1FDUT2oTLT/fS+k0hAWdhUmZ0bPJMu6dhm31FDb4pC78GpM8EfzCVGSbRZCmhIKexCt0drUslCpTQoDr3d1NambQm1GQUz3pVvTdKisW+vvGDQjoAimQk2NFCaEPX2B3eyKEBuI6ERB9o3MNHFFexTRGkgILxk0Yya9s06k0U6GOg1NemJoIbyAmmjJBxqGILDEAr+CL/41SDt0YI25LLhgUIwpdAaSHqYiKVv2idgzTE17woZXT+R3FrijIajm7TPIajLtXdUhLVFG1hAaRGBaG9RY4X+piK7RVtLCu0UEFFAa9ta9laMYNeyte0tdgpFC0YlJVAP/Aff/9oACAEDAAEFAP8AwPW9dwruFHIW5nWjkLRyQKXMBK5d6/kNRzGFLlOTLlOCJ2t773jyXv77GkZhXe5pZWqKUkmSwjveaVrszALKwos5ppmFNPIBBM5MkroymRj7/YHyyKSZ6GQ1fyWsuQSZZSoWa4kyu2ospXoZAr3loZCUGFdw/ogkCnyFWmyTRlkNEsaKXpaua7epPUJXZQQGhEFNq7aJsLivvoqdfb/cRcKhAeMWt2hRcI1qZLlob0Yhb2zZoSaihHb2gUAKWNb/AMdDXsU1JD0dQDQBNNHYKoJMYB7DcXu8AYlZEYse6Nuru6kSPQnIPeKDA/0C7hQ7klwSKXr6RRX0AC9tWGi6BhYm9PoBerdFHXS2gNBrUNFNi3Shc0RejJUgFipFRGi9iyA1EnX2qOhcmu7qnUhRTL1lANIbggqY5L/0Bk/bv63o/ZTqKb7dxq9ILk9CWt6BTdKHoNqYXoJSrb9H2zqjWoCu0XdL0bEMb0gN5FvUf2Y6Fb00esf3qT7Kev2EncaViG+vzmpI70g6GOxoegrV9LURelNvQx0U6D9SM9aYG9BTejRFwqkGxUj1sLaRnro62JuyxOKVxf6/P93TqTRuaItViNbHS1whplJpT0K3oLfS4sw0U9aH6hFISC63rsFAUPSGF/Uw6UKU3FEC3coqR17geo+v5VGQkG1AURStRNBb0QaIa1qNA3CAgeg6L976FgNL+oUFFOKQDUVbRjYK1x+i/wBq7BamPQyXAXomPelj7f6AnsS0faRHcUENv+SaVrUTSy3FWq+o1bQaCmPVG/Q7zS9QLE6k2oG+gFqdrBXv6hqR1X7SfaK9dooWozCoXuPr86ktK3aEnFibkMdLaNev+Q167ulORoDqRRWgdBTfeg1qLUrepGoroSKvTLeo9SL0BbQ3v6L6MtqRtAnRqWmiF4l6/X5ujCAXtSkDQnS+jAUq9aAJLJbV1ADrbQ199AL0y12GiLag3pj1BvqavQ+zLpeoiKFMKU9f0XFwDYqb17lM4JYm3aHoBQv1/IPU/ZYu0BbjQ0BqWtQS4NM9x0q9GJu46Gh99L0Goi9EWq1J9iL0Fsde02iPRj1WxoRiu0gimNDo3rOthQFN9mvUZvXtC0QI/oDIvUKKRIwsPsV9Nr1IoBV7C99LUzWHvXWr6OLhT0pjp3GlN/Sq3ploITTEila1ML0ujG1Kt6dat1ub/ou1qVySRejp1qGY3+vy6Ci16LEn0KxFOgOhJujG9E3qSK4FgD1I+1EelPt6EPXQgGraXpmtQpb07E0P0AavTGwtUY6VKOsS2omlj6/X5h1Jo6Gj0oNS2p49C1GmJoXqNia/5dia6GlIFK19LURROqnr6VYj0kUWvStalaibgU9wVa/rFEUFuVW1GQAyL1jjvU8bEQg/0BOwFdwNKdDoRV6R/wBpogUq3JhpwABTUppx1pTR07elr1aildpoegDSNj6XXrSNQOoHafX7ld3VSDTr1YEVHL2lTcg9fr84F3ANWNK16FmDLaiKINCghtSsRTSnUi9dQQb0y1a1A6A2/QFAXoRm4UDRiBV76EU/3pZBSPc0B6TQpmINGoj1cdSAQsgtMeiQhf6AyR09uxal+97EOCGFqB9BojpozUovSi1HpRNx20DVxVtbGrdSLagAAPc6Sg0vTUC9SIBoDanYEM1gGFiaGtqdb6dKVbU4uFcU33VhQsV+v5DWpulE63otVuiio5rkXosBRfuANqjluZT1UG3dYyCg1qDgg0F0jYCpXtQmsASaMpFRteibVI7EOXBMpFDJ/bLk3oP0Qm7Ma9w2kY0TcEaM3dTKK7TZTagaUglm/denS9EWKvaj1Hbait6dLUg+vk1O4JKi6WpaEoFFgVdL0BajXYLk12iwjABBDSoe7HAJdgKFiEUmva6tAAwXo57Sst6JFMoplBWM9Re8cfQU46ySdWvRHT2aBuEW1Oz90atTvelJFM5ux6SkkR9xA6Ub0DSAd7sCz13kUvWjYCN+t1vG6UZQTG3X62Tav5ANPMaFObUJb6MaCUpq41IB0K3pVIpjemW4UEUep7K7u2jISWIuKBvSWogURRphopuDTKDSjUrQFtOwXb7ul6T7CiaZWvGtg63rsuFFwFtUqdQ3RACQgFEAgIBRqwtGtqmFLMRSZhNCXoGB+sTv+9W6mlPQiulA9COgaitKBRNX1Ao/uFq9ssI0YVbVkpRSrRGlrgG+vYKUW0tQX1kXrsGjikWgbUGB1tp7dGMX7BRruAoi9GxKx20YXBS1Rqq0bmlFj9XlsW/50Bph1BtQWjV7aHQUTQNA2oN+6m6m1BL0ykadlLTikA9IFEUdFa36RGsYoOPQJSKLEHuGjqDTG1Ieuriuw6Rj6xMP36FrAG4I6VamFCr13Cr9Va9ML6g0xAXHcsrtSNcSDpqRXaNGvSg6A0xB9QNX1UXp7AXosTQ07jS/cvY6SinYHSN9HNxelakJFXF2NgpJIFFuv1eU9aLWr71GRSAAvF2sKIoUw1X71Y2B0KftTRXtTSXHrUdOwURbTt6H0KRRj69gt2dQpBsKMYpktTNc0jgaBTQ0NNFqhN3S2hoNdTcFWBroKBpiD9YkINEWNAasdDRvX/ABHpOiLdbWNE+gei16VhowBGhF6It6FfQj0EUUBoqbkWpUvV7HUvYyKLUo6v8Aa9ItwhtTDrSsKAIpY/rDWuYh3AUTQq9DW+jtotGPQnRpSAH7qvRN6VrjUirm4NKt6SEWoudQ2rKRoaRraN0KNcauOhu1BTcaXrs6sLi+kZ0kWx939ooC9EVGoNWoTEN9Xb76sbAakaA0wvQN6X7r93W2lqvSyA040BtQNWJoqaHSmtQFiKV6fpXU+ruOh0RrhiTUQ6egMBQoJY6SE0ZDqD0W+iqRqTegaQ9D1b6uz/vJoHQ0voI0DVaraXq3QCibUU7WU0wsQL0l6FRmncehTY0BaioNdpvV6vQF67BTLarUAaeoj00W40cdYx0oMQdChJC9WS1A0GBAcGkkFH70FvXtCkUghAfrEg/cK+x+1A0ehB9BFX6g1ei1F6GkhWm+9XpPvb9BTcaP9joqXpVt6AKYfuVANSNCoNIpGjLcIxOkhtS2o00ZFA20A6aL96YEHub6wb9xF6aiaBr70KarUKN71eriiAdEOk6BqMJXVT1v+hH6HW1BSaT7el6RidQLj03IJbuomlOl6b7oty6dul6FDTtN/q7H9wphQoivtQYVaiKP20tRFAUwrsN6KBljU27NVFtVWh6EGt6HWma1KbiregigtjoGtRf93oNRrTfcUrX0b7o1i/UGh9u0UGF6EgB+ryGxR713aEUbWIpSauKvQNEUzWo1cmlcGu/qzgVkkiomPaGphcgWoA39JWkFIDq7XoE0p6jprb1Ne9SKbo59Ja1WBBFqvala4b7OgNAErUb2ojosdiDRAb6xKQWCAUR0B6CmFBahZDTEElenW6GxkANCrGlXq6iit6QggNSGx76Y1agK9ujV6AvQNILUxvV7UTamUGkjtTILMTcX0Br/AJJvS9asKsKI1RdCdZENgh7WW4Ki0d1pmFqQdPuX6Ukg1VLfWJYrtagaA1aolIplIZyDVzSS3YsAI+hZiDe7SJaofvJHQom1WoUptRF9Ozq6WpBVv0CK7h6Q1qvRNX0Aoi2kjVG96Fe4CD0NONVIqPoWcgsO7SN6ZgaUW+sTDtfuBoi1A0PRNchFIo0zBhEgapUC0nSmQUzXHaKBOtqQgD2gR/bQc0OujLelei4rvr3BpegaLUfsE7qCUwsDQcikYk0hpunpZb17fVTajXd1K9GHQC9HpRcUidJFuAa7TaIhzY3W/d9XIBowLTQA1/GpowKDaq9hkHojG3tkEBhRBYupWi9d1NLS2NECwXoGNEk0kjio5FIZQKBNIxr3OrPeu69d3Q13m0Q6G9gb0F6hrVc13HSymnNqWxFxTr3KQwPqHSit6ViC1BrErc+11R1AeQFUjADLcJCBRXr9czIyxjve+q/ewojopFI1ql+0gsFNx20h0tRjBq5BLknRGsRJ67mlcila4q/pBGimx9y631Opq+n3oUy3r7F2BqOPtpWFKb/0BlAE2tRNKuh6aIt6aPrfrRF6EQXRBqstMet9R6baFRYjSM2LPb0sTcGlNx+kKboaVb1OtKhNSr0ive1j9fmTuLkgI5NA6XoG1A2p2BorfS9EURakNWN6AvTpb03Go1Q9WFwRajoj39BW9MtqVrEH9E6OaX7A06kkftpnuFYikmL/ANASf3SnqgsV0NGke2p6Gr04q9KdAaJ9J9S/fQxUYhSx2PpZTdFsP0mW9AaEgUtrSKK+1R/0BkfdhQq2horVtCakXtoU46lrhVubV9tDXcKB0CH9BTf9G+hIH6B9KsSCTUR6e7YlrlD0+vzfYXNE2pXB0ahRShQonuZ+h+9BBX20+9L9iKWOxF6FBhTtQN/Up6/oOaUWphcAWHpv6yoogVexCg0q2/oCRSSrdpka7KKvQOgomvcFKe6jGRQvQPbVvQXoddRTfdTb1q1/0LCgR+harVarasKcdBcUCCGNiiW/oCViC8v7nRb30BoGibaSRdQaLkhKI0JoN1pl0GrDrStQYek0shFA+plN7Wq/6TGg9A0DamFSSAVG1qMq90EwYfX8npXcpHZVtb1a+rLQVg1jbQi+itRphS6v9qNAXoVf0Gke2poHW2t/0WSkvStRktTx3oxGmU1CLf0BMlwEsO64o6A0p0P2ZqViwB9DLeuzopphoDQo0EFWoC36Cm2jNQa1BxQYUz0r+gnW9H0AdHS9HrXu2Cy0jXHb1+vysaC3rssB9hX2oirddDSaKt/SVq+oemekPot6TQSihpUpxoBevboDrcWq2g0tR9A0kXqi3pUsWbtqIg/0BM4A6gs3d6CKXQm1GkoUQCD9h6DQFWpxRpT1/RVwa7rE0wuKBoHpJ96Q9KPoFW0MgoHTtBpgAZPuEL1Clv6AmH7hMCxYgg0aW+havvTDpQPWr+gmi2hFCjQF67OvrOgHUi9d9qBFOttFHRltorWqMk1ajpITZGvoRRFjGaJoSVKhNCo26f0BMepYGiaA9BAsVse/RRV+lGiaFW6UDX307r0t70Tag3qtRUilFtCKC2q1Ol6jW1SHoajagLVfU0FtQ0ZRaMVIegpGtRpTSse36/PfuQXpvuHq/o/uoX1AtRnFd96ZL0mjC3o7ASBoy0Et60a+ljVvQKIvRFR/eregaXo11XQoDXtVGtNGtRspH1+YG4XuphYsKR+ugop17CaEdXNzGRTR2MbWJW+hYCvcBJUirUAaFEW9ANXpVvRQWWLrJiWBTtEMXdTYp7pIGUdq2C0VFLjsTLjABorjtWgOl9CdLUTSsSew0yimkUFpKXpSrUguUiCr9fZb0IbGSPuowCji9Rjm/sUYTcY9isRB9g3/AI/QoLGC9Ji2oJamivTY96WAAlQQ0V6aE17Bpo7hYaENdleyaWI2SIgsl6VSKMtwRSqwEYYUGJKqQX612MSkpBd2JU9ExhZmNRoZB7ZBMZFInfUEd1jTpFF17+45CGjATTwGoVNnPQLQ/q0dNLVbqDY12iu0XIvQH/gPv//aAAgBAQABBQD/AMCQuKuKuKuKuP6hkycaEbp5L8dbJJjedfCubl8t+fvxM4Tue/flZ+G+zxZ/5n/i1hjdvzh+AMWKf84/GpRmfm63Rly/zU+Vp63D8yvyEyVy/wAuXynnWX8r3yryRlflF+WmRWd+Sz5bZ8OR8/flXlUfnP8AJqWM/Nb5Ius3zC+QExl+UXnOdpPkT5NmdPO/OXaTz7yuUy+b+YA5fn3yDNj43nvyliib5D+U1qT5MeYITH8uPO+Jhw/NX5GYiwfOj5O4Ez/kJ+VqPtv5R/mZsC5P5gvnBgnK/Nr+QHb2i/Pj+QPb2w/9hX5txQ7f/sZfLOHIwP8AZc8y4c2F/s5dy7X/ALOvi2dNs/2SviJl4Ozf7EHwh3Z9m/OF+PHdIeP/AJXPx/ckj2r55/DXeq45518KcvkTJxpP6H3Ld9r2eHlfyX8acYTmvz1z8M82+evmLKrnXyu8i7xj8g8yPuzbv5DgC73ync8nKzdx8lZxytu8ptNk8W8o5RXxr5Bd8LgfLcbJw/HG9xQL49zTQ4XlY0WZxF45Mbbf4cjyf/jTbvn4rZPJM+Z83m+biPuHknesSp/LvIBJlebOQxzv525CpyfPfMJWHn7nAaX5B8xkhl8+csLJ5952wn+QXMckf/f3J4Yo/kByyXAzfMnLJmzfL3P4JZ/LXOvbk8t8yc5flHlbY6eWeXhd58jc1wMaXyryjNxsrnfM6yvJPKYpR5P5bE+1+QuRT5M3kHkGHLtPlDnGXtm3fKXk0ePtPy33LFXY/mBhq3F/lpgyJwH5urkyeNPya+c+N4XBvy3/ACBwx47/ACwbxuFcA+ffh7mmTxzm/E+XQ/0Byrku38T2Xzd523PlOXy/m2858fIN63CQ7nmTOk/bkSmC7RYMMhiwUZIseNq37BxFaVrSLAgkTEhVZT7bTR3WUvGMicGNkZTlypGc2TueeTtk3iyZHIspRmbjOQu4zICyLkJNH2EZrq0s7qUjj7lyExwmLNuOS0OBgokqzCGSdW3SGV17FD5TpGDkRZMiQe3W9bzFufHNwxo48eOd1XKi9yKZ2EWHNlYjblvGRIIxm5kt29pZHNYvcz7fueRFLxfcN/27J4fyfKii2jl+6vHxLmG79nCfPPJcDI8L/JrmGx5nxn+UO2eX8T6/8pN1fF41zNbvyRCj72rO+6oiVkSKrGWIouekbR8kjDbjyrJx4srk/I8hJuQ73EY+Xey+HvG3Z0OQCJJGZKnuabsZZ5R2ZuWgM8olXIlR5uRgJPnZksEu7tDGuSqKMmJzE0kqH21NSCJCVhBypHkXadyydoOWpZMOFTJC2P3bpk7nuEmFhz5WbuW0HHnycKCSuP7Nj5O5ck4nHgcRnInhyICsmTNtiYGTdlln7Yp1lkZppGlHcBCAGjVFG0SmKXishln4st62AkpwjuMewbdjrneLu7Mk+LuSMHlETd8f175e8jxNlw+cci5NnTcjfkGVJvG3SO2ftkKU2Djwx/xoqxcPGjkx8aJKmWJqym7X7jWZh4W4yZPGJsYbdyi+XPEwac9tZSmJZiz1lRR1IrJHkdvu8ikX3eRySWzYvdbPWKGLPmhiwgclsY+8Kyp+gfvUyTtUbf8AXkOmRJ3YheGIg5cgSaNcCGa3txmOQiFf42Vyffd23vZ9y25DDOYwuQwaLJlRY55FlOSSoi+7RKYO2WJ19m23v2y8UnljyOLmJoePyBBwmczLx2F54vGQihf46sBveJ/+r9e+VGIku8c7LmTkSASb8LnPuoy27njSWQYs0U2ShAXInaOpOR7CsuSUkiypRtuPs3MIuR5u8bZjboY90ydvyC6sZwpXIhu0x65f7DIFdt7VGl37GE1Z6RiPPkftyYhIUhJfKgW8mNG9NApBm9mV5Y5VSFvcw0R6bEAbMiZaEJC8eH8jNysSc5uEiCbk6TbdtuflZLx5X7ldopFz1iWZ42UygtS9GxHjkfcI0x2xHuu1xxRRbJjyruHEc+N12iT9nB5B7PC39+vHyBsr49Rum74QIw/r3yuCJt/PposXEzt2wtymn3bL3SUKs2XHnyZ2ZjG9cXR0zZVHbzXkkO2Bdj5vPBte6f4HN3eIy7bwh45uTxR+5HyLaUz4Nn3NsvHksIpmQnJP/Zl3K5kskLbqJBm79KXO6ShY90EgfMV0Es5Zp3Ip5WNZEsiq7yTVDCEgRW7oO5aeSQplRkhUaMJmzxLhZOVKyYUzr5BcSYO7ZDFZ+9qzmZKyVDKrLaUe5IIVU3SNHyTMmOexsP3RBxhxI3FV9s7A37eEMExOFM6jxlNJ7nx8uN3xrfx/r3zLyt+3LkfmnJnyd93zBTbua4iGMmEZGVg4ijdooSTxid5Nzx0JbGjO6eSZmdDzCLHibA5Vm78nCmaHkWOgONMn7t1gTbuQEmRMuK5zVVmyfdVc+EFt4WdK3qJ2kz0kEUuBl5Ue7RQQz5Lp2xwCQ5EcCJmSSe3CrXYMph7i1iAk8KxZbLkE95VWWNUkEby5s6LuvJM3N2PdssMMmZjHuMXY2a4IdwBHLjjDJtU7s5jc2QknZHvW04GTiScdssuxKEPD40fA4ZK7HxYWZPj2ytv2MAuN9e+T2Vi4u7eVoJo+d7/m/wA/yNiS/vlmj26GPcpBkY7spGZDHl7BLkRbZuUi8f31uWcbkh5Tmx8v3TLAfC4EFTlKlIkliSZfI5OFtNioyJF7ciUtJL1ObI8Z32QT5O8ToDuOVGsmbCL5/txrM0aBW7DngzS+2WqJZY2VlYpFKHHfUrukuRIxgjkLxTAyJGFiGw4cm67hyTH23Zl3OZpIMiXtXLy5ZFm/7FmHZQkZKaYOzMWpOgwNsxDt20OEk4/M2/7bxr9rcZHfHwNZmwOERSmLxTAsVfH9AnKU/s+vfMzYn3nlflHaP8piZmFs3E5dhjXJxfIGV/LjzdhxZtk45nSzrx6GNt6hCit923CyseDjm7bxjcX4btvG4t39tcHx/HjLukaM9TGGCvKU2MNhkZVSZWtkoCuWjCTPCMGjxMx9zhwYczecmNMnLnTuzGPdlvGgbI6ZMidir71d8cdB2NRzyh45Cayg3flTd6xzlUjYlVSVxsixYmT5WXLzeK7usRXIj7Ey1KtJKeyd2uspWu/9zA9qP2mNvcfFLNXHpJIzxdi0nHYexOARvFicGjWIeLI2aTwIwj5hF/8AH9e+ce9Zuznydgb1I7bbhvtvHJXhw87Zv4WUs/8AJGDhwYy8ZX29wiFm5HGDtnEcja9p28cj46r5HItly8fgXdNyiCLvTKxz3c3MO8c19qT2poQBmQu1bgJYWbH7xvG2vjzckkWCTNnkWTcYlxZtzyI2OTlDsQySSZK+y3vlAzgVd++JkQxSGsj9z7jGschhDVBjsyGFYW4rCuNunP4sLG47vILxZEY9jOVpBIo7ckWV73Q1uGx4OLxaLHOQcaL9+JkFIeFxx5m48TyBDLxwYskPBlcw8KJiXxhERP8AHaF352n9n175e52Bh5Hn/d8nBwMrY0m2vZ++PbuSrCOOYyhcR5WEexbauMscYA5HdNrw9t3jkEkHFeSwMdh3DEm8ctkycoLMEzNyixsThUcnJN+kUKkzAVluxbdcZwBikrCm3Pu3IYgYcphJkbrNPDNuuQ07ZBEaY8jqc2aR5lRy5BAKt2CNqxIgQIJchtygiavflSPFQoMWOX3NnXcd3yub7RtU/izcIUQZmPkRVuMTpHl9xSRiVa1GT+KDkTSLt3IZ9vjx8+RMHAkZG2OUCXhmJNuu4cbV0Xx8zJgcIS6+LoGt8b2Kc3X+36982c//APlvLsMmRyvkDQw5GfLtpbkoV9j/AMhHBG+55F9nycr+fjqWHLSsW14G65m24v8An96KDf8AKd/H7CTkOLPEYedb/uHIN0xdtwOLbbP2zpPjpWVCFfNjl9nJymVN4JD7vZ63bLeLJ3WaRpMufsWWRpDte04mdkbsuGmYqyQNcNSlGkEQLRoxTIknSSZo1mnTDMp3M2geeefgmPlco3bzJLjYnGuQQSTvuG3pgYW7SYU8OVjSLjzSh1lLWLvI6saiU3jKlcWM5kHGJ3iy/GcEmenFmSOPgUEkm3cIkdK8cO4X4z+63N0/s+vfMnajlcp8sbbmblNu/HdxMuTty7YN5EmVDNtuOrSbXjSRbRgQRrGFWt1wcbcYl4xsGPR2LZoK/wAPtCh4sTAx+U8wysmThnB4OJxblEpaVAtSdrtm9l89m7Mn/rXd5GMvJGiiTNl78jeZPcqeCaSsov7n82c4srFGiigZF7I3xZUL+9G8sUSsmQHjfKx5cisbjka42NsiY9cpxeMbPu2Hy6XGyea8vwORndMiCGXPbK3KHdbSPv2HNjs79iSkMxHRD2thvGku+7VBtuVt8TvLxqBZJOElY04ksorjHsJk8Px5Y4/HSyFviDt6bn5MAsPr3yxxIW2znDhjyEkS8gkZjmue/Jbq8skC7aye0oRI8jIgeps7CUz7ztsVblyrAxlYco5w/DOKbTxypYEEeWpd5QLSKtZvaJNxTvGQSo3WP/s5FGiwbqiR5G4RQ+9mzM7binvKmL2oYu44kqbdI7MxFicdD7vtSCLMaV6nEhk2jdDiB9x9/HlKugnjjxp49vwoM3DjaBsHEjRuPZOdj7o0kSZIFOFJj2uaXBYFShNsa18NrvssnZLwyQNkcPlh/j8VkSVeEylq8aAK3wrQyeUfr/yzzMPE2fm3KtiFb9yHNy5N23DkXdnPvDtkQ7g7ZO27gwTjW5ZcH/oU06v4+MRl8ee4X4JKse38S2XHnjjZTgQgpumJBPFkIqJM1TyoGznLTZrADOYdm6OWbk6iTAzIpBmbltzhOScfj2vMyEyDDOXsqkgxqUxIE9wbZk90O0tS4bBc7a8sySbZlLO2DNG0eRuHtHJfHp85Sc3J74pckA9Jl3DPjxE5Hn4sgy4PaDr2mYXkF+6I2eOHFm2fBLRvsqIH4ZN2zcTQqvj1XlxODJ+7x5CDXweijm8l/X/mFxvbd14vy/FggTkKOtb4gvni5msDcMuIpQXsmQqkSMArSgLCiyhZRIuPkKayspEGRnpC+RmRtWRmxO+TnRd+4ZUVZE0bNusqhuQSsIZoD3ZuBmNW4YWZE2diSQPJhsTLjXmk2yZIIcKeExY2SRhYcshk2gxPmDPx6zN13CNm3fcXkxYMmWTaOPx77n8z8cf4rIzYSmJl7wYBNyVYBuXIsbNwMx4zWbu8E+Pm5BKfyQzSMrNj9pOPIrR4nbfaoUMvFQyS8WtNjeNUVYeER96cB/j4y/BiSaTzD9f+XU4h4TyzKjlfk7vG29yAvueVCkmVu+2RvJyXao6j5dtMJyvIvHcJtx8ucLwzJ5f4Yol8z8FjbI8+cBx0T5CePvbxfkf4xSDO+Svi9V3L5B8FLZHn/h0iTea+PJGPJsObTcm3jNpI+R5SjhvL9zL+Md7yMZfB+4ySZnxo5Bnpj/EDlmWZPhPucsj/AAf92OX4QZMSz/DXe5lyvhTv8GJJ8OOaYrZnxD8swxZ/xP8APGSm5/ED5BSPm/Dvz/jNu/xe+RWMcvwn8mtoXB2/5J8Uk5Rzf5Ibvi5uf5XRMjO5wagzudYzT7nyaVp8zfoXlzd1KGbOkpGyQwyZb7GNpy8bHzHibbMuMyRIcHM4zkkPwkmPD4EYcfC4YsUicBWKOf4C7fC+/fXs/dtr2uL5beb/ABvvm0btvPApTv2bwHcJ90xPFuUubx3xNkNi8c8U7Wo4541OKfG3iGXN3b4veCd1n5N8L/FUkPIPGPh+PM3Tx98blkfxl8bsCJOBfH/c87bvCXguePj3hXw/xvHxOGfHrDSNPB2GuZ5I4DLmHyRtyjdvKW5RufLeJ77+Z8PCg33ynZsTyttKRZ/nXEbFl+QWHj1/97wZ1ZPn7E93E8yYu7Tv5pxMRo/OQDjz7tskcfnXbpDheaYshovPseTPD53ytym2zy3cY3mnDxQPKeJur/8AsHFNwj3PF8Q7kX8SfHndDvHxc+M2e+7fB/417hH5A8LeE+IbmeG/H8ZMPAPBf8fA8eeA5Jtp4P8AC7mHKPGPxc+LPP8ACX4G/GrFx5vix8cOOca4x4H+KT7dxzxZ4Exp8LxN8TYhi8S+PG0zcGfxDPmcG2/iOLJ8LPL/AIu4tveBue3bpB9a5XzDjPBtm8l/kn8dcal558/vM/L13TzNzLkz7nygZDmbuETouTuzYgyFY2m6t+6SIllEUrON6zZp9rTx1s2RkNxLjK52PxPaYUxNo2nEk53tO0xbb5F8icr3LkKcy33g+15Hmje5ZMjy5ytkh5JvWXJn8h3aTcM3c8+TJ3nd5DPJlZLiaefIjXkMjYssk85hW7ZAWETZU8UnGtii3KXcsbKSbfsQ7fmQ5OTgScZ3OX/Mwcmx8fcZNwbJMG7IHl3MSSbVy7doJf8A3rcWhj8pT4mNleW+QE7l5gy9ngm847jnv5DzxyrlezZG1x7Tyblse+SbPg7Ll7Nuu/DOz/jPyjP23euMcvi3zbk5BnYuUm7zPuGRlSZIw973HFGPvu7RxbVvWTHPtPOc3DG2eSJ44eHfMjyt47PBfy4+XeL7f41/LP8AHvlqePPKfjzyxs31f8m3kjds3yhg7jgti5+1xJj5SSYEbsLZLqXzLtLKpLIrhiLs4YL7REcS/wDRuELHbSFhoYJl3JFvjHGPZy2NszZPK3Ks3avIk/M8zkD5Cs0EOezDA3LcDE2bm4u5f5ebHj3bdx/JzN4TNrDaCbNftXIl5WsOBkbnJIyb7HBlYTblv2+R7xDxPGx+bpNl7rvozcptwllbOzUaWJlDYrGapBlYsL7m4raJ5O7G5DuWCI85siQZ67RufNdzmnysNW/k+Tf5GFkKG/ixEd5mligUu83xtAyeReMM2OTaIp2tG7mXF7I3hQgwswrlWbk7bjbhlpjzJkx+1/kJJ5jvuU2O/OcnGn/FD5s3bhHyi+r/AD33DGyPlFFMUjg3HKhrN22AY0gLLN0Vc+CDG3Qbe2U3eokPW4FPZQrCstn/AMQ8KNFjL2ysFNfzIw/M4nx9h8o7uTyPb9yljbdOUbD3SbokeUN5eMYvIZhuufyCTLytwzyZcfNjZHlZEyNz3BZTBNhbYZIpqn97FmxeR7lt9cI2LZM+H+IczdsybGx8/KzMVYOz/rWco0k0sif5SZsOPPRsbapcOJlzX78jIVDLNNOu5yS+5tbYkG5+XY4poxCf8eLPJgR4Ms88gbL+PjbfBmeJ84z7FFKO3HZeyDsrDPtrjRgx506xSiaCQKfcOPGvdFhYqrueMpxfgtyObafkADcfVvnBLG3yhmCAMUUbhj7Xj7PJGfYyWx3iksayJWctkyHG7qBBrJJAM0jjMdjtcYIxe9FqQsR7TTDnmLPFxzmMm05HJeRQ4cZwcjAx6D5mTRLxnDyGV5XhZdugMuL/ACshZUmyXTFxMjPyN/d1ixMzLxJXyJsqacq8u17juEWwYO6zwZWfuG0tJJlN3xPK02YmTDDkbdPGYocWPFlhyhHGyBomkeRYkieRe2LKxIXO7lMbJ5/k4aYsc7PtK3EnZcTQx/yvDEKQcq8Nj2+OQMZDjPeolJEMhDY0itXLcwY8+esH8lZAwwM5GlxMs5S7lL7cHxm3H+J5oj/+P6t8vWbJ+SL91pUskpBEYil2RPa9ze9qyNmzZT3OrEEFSRYFpCKDoBlMs23yWhgjchGBeoU9keQ3WbjnlTLT/wBv3WOP2MTJgMSTkLNkIMf+XA5yHeVsXIwVmJFsVVljxc18TIz8tcuUOwCyPHPk5UjzJuW6Y/FoiJ8lA5xyZrQZGZHJLm7nkzJPKHEyFZZWvHMQY5E7Wl913Pvx7hHJGd6wZP4vkaBZo2V49mSMvN/GLh19rN8Qe5JyrwqjZOxYqRFcV5ZJ4GNRMhfEjWQ8wCR8wlUNKzokmKkCSJGkS7kBKvx5kEXk+HrD9W+Wjt//AGNKAx5DRh5kjWWSVseGaftgaUEZCmad5pcUh7AzSESFgjsayCowMxGSWAAgDtXIiaaPmeNKnHPJbO/N98xMhjHH2BZxA8YMymeFG/nAyrN3Rxyo42rkcuyuzzTiSadSuQ7h8j25YzLkx44mSF8qMnGjN1zmV3m73hzciOoMxnlxp3aEz9yTMqDHlgjEEsQKbkuLBM8jNuBnMHOtmwxw4xe3tlgruWignUtkeDlDbz4RmiTjisVyFkQZGNIZaxWPdt3uhua/93ORGoGShc4Th2Ujuy7keAmZefQf/B9W+XHcfkQ1wZO1C7gtkujbTJYtGFVpA3fJ3ZQZ+1cVoYpci8sjowbIjvg55kOQilVMilo8lxJz1lbjfkGabK5nnce3MQS4/tuw9qv3Bv8A5UYY8TBXmf8AjO8SJJfbtrzM/IxfjJyz+NuWMMaYn2jfuL7hG2Osqh5XZlxZFjyWdIpJLhRl4iY0DkQvmSBoMaTKb242EbiMwvFI+QC0e49i4XNc6OLiEJvtUKn3ciF1TJLLl+EZYJOV+F+4bTgpjmWNGgfCUhdugOPk4vaa5qwPKmluplVlwJCZPcYSZYEh8Gx35/Bf2Pq3y1Af5EoVvN+xO0sZGgXEypIZsQntL375TPIjdwDsbzRj2ozHTADByZO9EIKlmYOmSp5mM2PYOdTww835JyPdt3yx2CQYbmpYR3SIpbadk3feczj/AIQx+Ebf5WfBbOcwBtr33N2rO2nybv2FuOVPNIpnUohWSR4Y1DkGKJvaowdsTxQxFgcl4WEEcUhloxkT4eWmKcb2+1cWCaMQoFMxMm8pIkfN59pHHOPcXz9926IxiLMkkY5ALZfhQNHybwufd2PHZleIs+RgIsUWK0jNtfdFHy5hDvs0McaOtxt5Vn7z3ZWSVj8HTovL8brj/VvlzDHB8iGltFOwWmQiHH3VsZNzifFyEKBskdj95Kva80UqRvIwSIALluBtshtCrAEoXObHkjF5XJFNsnPoccc33mGN8nEZQyZaGiUY4C7f7vC/OXgzxzsHOeWTZe/cg3zM3vcmlZ3iksDlyIyTLJRUg4K40pm4xI+zTIEeM9ziJAUeBRilyw9uI4k6RDHxsCWONvaeKRlZHQtGAH97sm3eTvPPUzMrGxpJIsLLTFiKzSBMucnM8LJEnIfCheLYIEdiJTPl4Uf/AF46yM20FmryAqw8onliSAlmOHGqNexmD93hCAtzLG6Y31b5d+4nyKkIVciQtUmV3pBlxxzyGWZcR8b+RlWZnYgdLHuBZekaXOTEF2kR9sKQpZwSMeQ9nkMR/wDq3MMjAflu7Kpyw0isCBFjSr2CUdyz7dMm4b0jtkZTMQ/dRk7BM4KbXjR7jJPJJ7k7iN2lIM2QxGHfuSRyhCKceBvZyOx6iWIyRZs+PTZcsrYTNGmLKC8bsWuwXMcGXySz4wKwf47vjhMrxg8i3Gfds/w3BkRbx4Vjl/wWMeyVhCxxmKjCcRLs8QryRkQ7hyaV/dYqI6xu0uFc1OzKfDUssPO8dg8H1b5ZyvN8hciTpIGKpiHJjjSCMDMlSdD3NOFFS9zUe7uIpwaij7lyAG2+Md2NjX9uaASSQ4sZfyQ1uK8ryxj+Sd+JinxJLOAXjfIz2qaPIjoSZl5nRJMRZopG75aaFmqWEB2k9loeXQ51ZGaxwYkx4586LHkeWBGigmldNl26DcnlOXjiH+R2yxJHK8xQpkFo4pmesScmRJY7khH3KftyPJGMiAXG3O4LtAzx5RCyeH3vufhxZH49FD3C7pLitEsmIvYHmOPt/G2xt4nyo43xY1QLAf3JKXM7rDXiCQnmuGxbD+rfLOMP8iJR0MYvjyph4G6KuNRs6wMXOb7arMoUNHIIwhRitRIFTIUtsEcIO3Ql1dImnMTwovkZeziPklJZPIW87jOuVge2Y8vIVo2M2PWVPCXkKE+Lf/Rp9+8n8byuCcwk7/4ZyZCWk7TGss8647RiUpIkLRks0JrshtHiYtzt8CImIJFSCIGM/wDXMgVyrKOy8WFGyVjydMjcWWs7KlOZzopNHuASLandVlxPaaHd4scZfhuEvu/h1DBszRmNldZZYuxBBP2unfmYybaNg3nNxxkRRho5MftjozpAJJQ1eJMlcLkWCzthfVvlbCsXn+YkLhPEkrSSdju0hxP4bY4YQ5GYfdLIwALd4HWHoYlZBkRvFsyt7eBFMHftDBsII3koQPw7yjsMU3IN04Fn4GNt3GN8WE4G4kpg7rPK227jIV2fdBKeM7rkNJsfITM2BuZP+J3B6/wuQ8eFtu4iV9n3ZRlbRuOIsWDk2fas2Gots3B1ONP2w47d6xwBAjvGy+1HdVZkV3ZGXHx5Q0r3JnWLKlaUHe+e4WdLtWeFhwI4onlw8+HEO6SvLP4px0xc7xV2JsWRK3bHjXcMDFjK3uYiH290jvy6fHsoRFj7umRMWOLI0p8Xsjcjxf8A9b6t83Ob7Xx/5D4vkbAyouG8o45upnyoxm4m35Yl3yTeJsje9p8tTZjbX5nGVtGVOMFfInA5t5zuf7JhTP5C21saDm27ZOLum87/AA7PuvNPkFjxJu3yImZePeV93wNw4h52wV59xzztuPF+YYHCX3bYOQeX9oxN723zryvBm4PynZKlfmGNKw5jkS5u9eUYztud51kx8re/LeVNhZXlKSPB49573iGPhfmrCrkG08+3fiqcf87Tpl8T+Rk5k4x50wzFh+X8qWHwnzbcPH83BfOONGOJ+dY6PjPziMTE8Z/IDKjl8VefYkzeI+X9vmz+D+adtl2zgPm/HrK8fc7WPA8a+S9xi3Xge5Y5w9t2vHw/IXkHyFPJgbpm7nhxtvMUuTyPlOFC0eRnR/GfazzTL2bK4dslJt/jjddtxuJ8RnxY9i2SI7bxPb8uOXjObAN2xd7TluVse7YuLPtu5RE7dm1kPlwyyZSxnxBLLl8pwv8A9P6t82Ntfl3yP2jx1Ht8mNlx7dHl7o8y5m5vmos+Ni1Lkw5a7PhYQk3Mzit6/wDr3jvi8PKq7VszzZQixYYuTbriQbdjeU+JYyv5i8fIk/mzxpCk/n3x0g8u+evHmVwDPyYJsuPBjykn2wwlsGNnOCskk225cTLibrFFGd2MK4W55CSQ564r5+VEZ58ZqycZAgbCvBvmfHDDkxQxQ5WH7eDI2a8+Hx2dO/j2I643GsiX+DshSLC2ZUyMzinty5u3wVlbvt3sPvO2JLJy/E/i5W75k42LEyuScl818Q4xtnkHbtm33Blx9i3n2srYN+y4MvjG/tB8QNrTZtsxMYQmOaRXWOOsRf40eMMWTOxXfHj2je8jB3A8o3QmTlvJZVXlHLo5uR8j5xyLauWcZ5Fuu3fjk8fbfuPy/ACj6t84/j9zXinmXM2rd8Yl8wiTJ9tVyYmkMmBFtmPlYgm3aQYGRkbn/l9tyN6gE78jxcKXI5a+K3KPOPAeLxc5+cvjnGg5DzPD3jeczfvYwzyTdIqO9zZJy4dxn2/cuCb1k5efxvlywT4XJsYpunJ8Gl5vyaNk8o77E03lqeWODyrt4GL5J2lmHkzYJMc8347jo/OePJC/NuImsfl/BlWPmfjvHGLzXxoaPNPHjE8y8WR42L5H8X4uNJ5S8czK3mfgUCyec+MQM3njZhH/APdn7svzfuTj/wC2OXzR5XPubZTblyTmyGTduSSMczNUw7zjim3/AAY2wuS7I0snMOMq2FzXh0K+Jfll8eNp43xzyJ4X5wmJxbuj/wAVmW/xuWUjhGDLArLjYEJmyVdhFPjTe3/h5pYMnbsqGNuJ75vEX4jfihzvmXzB+r7htm3bti8m+LPgvlVco/HF4S3qXkf4q9nnPlT4jweKN63/AMf7Jtk+Zs2NDmcmztwlkflHNMZd+zfMmXNvuy/JiSXefC3mDkb5/wAM+YPFB8NOR5cu1fBrlWTg8d+EXFki5h8QdiyszivwkbOzt2+DmDIcn4KbKGm+CuzR7ePg5v8Agbhu3wu5dWZ8Gd/kx5/hNyspN8PeXQZMvxG5dgOvxO38Lk/Hvd4pF8Db+Wy/CnI2hXw3vMon8PzbcG8Yqa2PxbxGbF414e4TLLN8evj6uwcP8F+GWn2nwf8AAg7dv/xu+Hs/GJvDnjT2ovGniiLGPCPA0sG3+LPj1JWF4o+P8bYHj/8AHxh7xuHD/wAQmxbO+B4+h33F2DxzIv8AM45jl9y2H+Iu4bSFO47IskGfxv8AjY+48Xtg7z4nC8H5dt+25PDvPXM8euD+ahu4h5rxbK3LbZOEbjJsHjvheRHieH+OZuTxH4aZXJpfG34muY82xuJfhm8XYtcD/HJ8YeDLxLg/EeB7b9b+dODFuGdyXY8SE7vhRxtueOl87CWGZoEt/GijrGyMeOoZMVkmzMERtmwyBIMd6fChCx/45k9pLvEJIc3EDHNwTTwZrLmYmQ43PAYLuMTyyciWGCLeXw8ifePdvuM+SwzWQCVMhpJU6RsBJ/PaWHsaA40GLkzlcQ0gxcgyQx4zvi7aFRNuknydt47OsztAxny0ZOZeKMbim+bxwveOJtE7pLivGZEPfPPkzKxamctQ+4WPs26Duk2d0hG25eQp4ZOyvwmZvd4vH/8An8Pcww8Igk/nfALi2NuWcqqi/XvmrH35fM4S6b8yVurs1Sp3xTRN356ZGRDg4ARIYUZJsKLtaCGOnjjkqTFgkWPacPvOOr1OoD5MSvFkNF/Iyx2n+fhZebuCla3hktvq97b/AITyDcch4DuzRPWZlGzh5o8pXZSiiGMyK8E7WxXx459tzMSKWfeRPL/lcgwZG7Z2eZcmWGKTJy5TI+240M2BF/DmijnjkgxVGWYO6V4CZ2DpMndTR00SmhDaokV2wIrLtY/dx2KPJfixjWXh/cF4HkyTy8ThM6cMVff/ABw5ByNr+v8AzPZP5nNpHL76163QEpP7lP22EfeMeNWqOIoxga0iqadr07sHiU3lUATdojyVCtmxY9skKlZ8ES5O4G6btCjDfEQjf5ykW7d7y7kJVknaBVmkfvkkmkiQqy4mLHkDeNrk2vKkxhjtdRSOWhQFT7uG8cqbc0b42F2pK3t5WdB7z48+RHn4M+PHI+54SO8ivKCTIosykkxsoEVxjK3dhoO7GjYHj948bi5KS8K7o14OyQ5PDi80vEWSB/xsBlw/r/zPft3PlzEz8gXpuhKSMStTEgre+ER/IhhVqaGJgyKpnUKXiLUose33EzMMxnKjYVkP2nO7QM4fu3CJlG8oFXdsXHyNw5A0bS8g9xHz2kdXjUxfx42fcV22PAQdxx8fvlbMysiKKOSQvhZCKkkCIsMbxzwSR47ssYkiQCWCNHnzu/HyIseSLITsbKlyGWb9xlJBdmYyB6dGtGGFQwSe1tzTxS4LXk2Bry8f7inESAOFf9lcFjZl4jNEw/GdP7x+v/NPGjbI5ggORyNGFZsUbPlnowuWHttiyD3oe3+KRC4lIlWQdzOvaAAoxQYhlBRFkyLJWchBzx2jNSQrnS+3W9OA3IlLyb+6x1u+SZDNI5XKYhmDvHucYTGRuuGyq6qoMcEcc02KsFZUYeMmKOLH3ySLACwl8f3ZonxgalxykuUVaLJx5FiaOWJsn3JHdCXlQK7x3LowpI7mGA326GNm25UD7Q0X8njVxXEe/ErgzCM8SlCY/BcZa/Gc8i739f8AmPEv8vl0R9zlRKnd5O+TKFSKLtH21i3bIkYiSHJNbzum5bnhKhVHYSIl1r3HZMkq8c57Gz2CS5sjCLKlKDeJEkk3pEji32Ud3IcmJk3FP3ZULPJIzKmMxEnI4kkiKpHFH+yoxCwjf2mx+/KyHxhGWidQMYuuXgS48ULSxLJO0OPOqtEqnIgmWQrIGKz4cqxFI8qfJUGsTI/gZLK7OilWhViIBetpPbWwRtPJxz/5+LwtHBwyLsh4VG4riUDSH8aJ7N5+v/M2FWj5SpVuR47M+YqsuY8S07WJ61jMhy2gE8seF7KZiYAmdiGY9qo5YLMpGVMwOS7CsxVdtwf26zUjZd2cTR58MqJyAhF5EqGTfVkjkyJAH3BWrELqd1kelQVLIRHjZCiMQIaWWRYpEYR4pxgHnQJI5WOV3Vs2FJDFh408kO15mRjbltWVgY7PJLFO8pR41kE6uWf+91JqNiKiZkOKAa2fGTMwuPoY5+MmE5PFkYLwZiycQkkU8MWQn8a0zryj6/8AMla5gnbPyEt7W5soOWoLSs/cjqseMie+5f3ZpPZxnhyGxZSVGTkN/EjmWRE9lY8ySzs0csmct5N6d4VyB+zcmCHdZkeTfR3tzaTaJMncMc1nYhkEmPJkR4mOjS75EobtZAqSSsV7JceUFIAiDPyBDGmZI1FwY36k/wBssUcrMGjZJ0bGz5XlgVUQZMMVbjLNmNL1JIusdEEsqXqFFjrbcgBuKkvJxL/tn4s7yrwY9icSgdIuIElPxrME5f8AX/mbH2py1EZ+R47d24dBklhWQzJSP3rDZHjlQy563hUjslVO3KZjHivYzyhYsvLuRJd8/vWXdCCMlxG259W3OH3632OUPyBonmz1T3NxDK0kIOFBBaTeYTd2YqVnZsBcKWXGjdEjndqzVLqLwQxpKVsFqTownZKYdryyD2JjIVmibtx5cxdvmkasiLqbqV7jH/cyKAIrVt8ZY8XRWfiKR9/E4FA4s5deHTARcORlT8d5eLyV9f8AmSgkj5Q8kE29TTCPcARWYQGzIP2pEwooQZXNZGRGwE/ZBK16yWQmItHTSBnmlLMW/duM0nfuTmstw8W6KXrcHArdY2aXl+OgkzMWZ5ZIYpalxhLiwwzRNurNIuZjqrbbjdz5mM5zZpsnPjxcOQzfxHE8mI0cr5BgiXI9xcjHyoY1likibIjoSh4YzirCWj7mKgTxlmyxIo7DZh0uDUd6hID4kpLcccvHxgpHkcOsw4P7jVw3tV+ENKF/HtNNH5Y+v/MHcZ33vmMjifmu5ZMy5RxlrJkYNu2cmftcxclZlQtlI75Mz3SdZQ8vYsspJV6jcl8g+0feLCd0d9zypJFy37Fzpk790U3zkaSTl4aGeQRxPueDi4tTALiIvad2RpFZEMu0DGSaHG75ztbYTwo0T4uOrz7lCpOVHBbJyGEvvqmPZ3o/2yTKIpZjTzsxM5E2XlA5O44mTjOy9tMzWuKWwWJwBt/a8nFccyLx3HiJ4pEY24TFNK3ERITwWVyPx8yNH5Z+v/MqHBXM5tK0Z5FNGwzFZo8uNQGYIv7TUEcffIpDuC4RVRZ7AOhNXPtO3dWSLq7PGrgd+WofK3Xs78x1c7q6hdwcIeUH3pNxGXjVkiZ6y2bulindNyhbHhIHZt5fsbsUS5zTCURI2Kribcnu26J3Y+ThlXmeaGoc2Z2ypwGTN90ZRCCNI5Elc3dh35ORIVkPWQiiLFCTXuVtLqDxooIuLxjv43jEtwZZDJxZA0nBUJf4KST4vl/6/wDLucLyjm0o7+Qn3GzCUTNLsXZkKMpaBe55I2kdoOxVRiJhYzoBH2MQMeT28lG7ZgoGQoU5Y9ybL7RWYnac8XXPjWYcnyYIMjM3SQpnyyyY0uLkmKDHymm3145Mr/HSPPjw4rLM0QoTQyUuQqZckx93PkjZ8md5VZAz7p7xWXDyVp2dJDCqx5MpLQs0THBnyo5QLOgqWUrTuJD7gNK5WkYGtrZWfh6JOeNX93issiS8Lnd24plN38BmYZHwsBTy79f+Vs4bmfMkV25DMscm6SoxyyDUrpeOVbYzq1Q4pyJMqJYjK6pUrxOQh7fc7Z0yA8OaiSHLS7TxAUuJCJdyxZ4lzgprdchFTed4nxjyDdIppMHZG5Dn5Upww+dkkRb7uGI+RlnLyMXkOz4sXJeQ4O8B0Rm7BEjOrGTKkWgzukrBSsd5cooqZOEHiy9vDCEiKGSD3CMcoXRmQxMKlurTMHorXYQGNqRSa28sa4crPFxsGReKv2R8Oyo/b4tIVXx7ntPN8Rc6LA8mA3H175QI78x5ird3Io4hLnsqPnzIGnAJSG9DFykXAlknV8SICfFRllhVTJAxTHxYi8u3GA7jeOpFDq+L7hzo0U5ORkxybkHcbyI8c8szsdId1yjLWfNjzx/zFhOVuMrVjSRES5U18zKyy+JlYrRSviB2yMRx76MqRrIFxIWEi4aUcPAkB2yKR86LKZL5cMU2DiSpPgRqx25rSxtI08YV8k9ZEF1jV6l7VoAOceKIti48Zk4mXjrjTM54vP2pxEKG4pN+/gfb/I+LF5+cp/Z9e+U/8mLmHMJslpOQSSht1nYncM2ypuSI0m9RBcXkmIsf/tcWMi8taWKXmcWOTy7bpak5RgSrh8vxVmyfI22zYk3MtnSLN5ptZC+RcGObcPIGzTJuPNMKNd38m7Zjje/IuzyHlnMdlnXP3bao03LK2aGpObvtZ3DesPeMz2UkdMU44x8R91mbxnu+3bfh+Md6nkTwXyPMbbvityvcYsf4R+Vs/LxvgX5flyD8BOcLLk/DPl20Pl/FPlODFn/EHmIxcL4e8omg3P4Scvw8PcvjfyjboX8Qb21ScKlgk3PiOZHWXtGRhCXb5b/4yTHfNxJC227HmzSY+yzsdn49PJWx7JPjtx7HyYhxOFzXFosuOXis06zeNZ/eT4XYv+V8jAWH17yH4Y4l5Frd/wAf/HNym378Y+2biu6/iXbNTcPw6clypJfww+RY8jc/wr+U8ufN/B55vfMzvwW+fWOR+Cr5VyySfgY+Ws0+b+A35bs3HPwHfIuStx/1+vkKE5R+CX5rbdtmB+Ef59b7kZX4D/yAyvk/68/zlyIE/wBcf5gPj7v/AK2PzJy5M/8A1nfm+1ZX+st86J5Jf9X75yy1lf6vvzpDT/6tfz0kd/8AVi+eU6w/6snzwgjyv9Wv5/ypjf6uv5CoY8H/AFj/AMjO0yt/rVfkvlkH+tj+TJId0/15vyx7NjL+Dn8w+1V//iX+YyHFj/Gh+Uybkkn4Tfy9brgZP4HPy15Q8gfjG/IV43ydp/Hr8y8zC4T+KP8AIJzHeeT/AIMfyVcTw94/GT8qtsyd3/H55X2KLA+CHNsps34L74j4/wCP+Dfots/FdyfeYcP8Ve+7hn7x+KLlabrifiH54Gz/AMXO78aXB/HztW2xbH+P/ZWwfGP4v9853uOz/hs+RcM21/hw+Swm2L8SHnxW8ffin8h7LB8ePiRx3wvl/wBRfxMXv03bjHG9+Q+O+AMNu47sGzmSKKZM/wAe8B3R+QfGj458s27ZPhN8N+NNyP4LfCvlxj/HN8BYqg/HJ8GcR+Pfjh+DvFM/kH4/vh1yjkG1fG/wRscPNvhV8VPI8fIvxFfjl5WePfjt+EfFto4R4v8AG/jXD/8AAfP/2gAIAQICBj8A/gfJVIoBeY0vVSi1T/8AUPCuXvxGGDfH+tXWrVK0YQ/5zGBYS94f2q1AoYKY/Hr1HooVPW9L1sgg31CegSeJGxk+9EKOgN6dlHQK8YaI0bxHBE9BOkdK+z2v+cw5VaI4S+hFHWE7QbYdCCtVmWOEz206wPvFHoRVcGJwvWKrognvcROkd7f+Ci0T0S1XIDINA6CUdAbOtucr6DTFHIN9Vr5jed+KRDTKMMGlCZUIwipiUChpzSti9dHL05Q/MDD2hgFKMKEYxtCW+MYQlU1sMKYSqXqCH4jDUo6AdOkTiGONKsBLGEdQQhOIlRP7o2wj3mijHQCqR5iIyrVE9oD3r0hKvXGFqupwjGmcijkOFOB5sbGuGCDDn45M4X0SNnemVfAhxzEbgITpfOAPMROyPFfcxHMRsrR4UTnfOQx2N5mOCCHWAq1RojEsYY9Bj+kMbYouJa0EJQYIwomNheA0DmGtjnXQKQ/GOyE7SK6V91i1t5lbXpzonEsMjn96CUFS9Qlg/wBzvC3OFKI/EI/VauKwtUj+IqtC1SEt8e2+K+hBHeW1YhhojC2KC/r/AB2OWro0IxzNdALHbVuD0uFN8CNaumidoNUOOq0x2Fa14HGusDbjSGF9RpDi47mJxtwho32QY3kNhHYS95nIx2v5rmNO+xCcyg99OEqVWIzDhBzqEFRIRiFETC8Yq0I9hGHvAdNLmUcTicqQVPStrYheKoQDCXLH8RQ/XP41oxCqGpTExge2eLxeLzGmr+A+/wD/2gAIAQMCBj8A/gfkxNKoXiuGpvVcoFer1TatW4mUGgr1er1GP/QVy14GEYXmHvTKXq9xD29scCg9K0FbBxKpW00ogINTU1qkcbVeMJ6je4MMMbRUqsbauiieILVnWgYUf66EF7pjeD81/UJXzplbcaI1QqUTHQR+whkMb4qmvoURLV7nMTyFqYQPQK0ThW0G5M+Ix0AqZjmbVdDvQOJnibVdBK+oawnG9UMYcxtP+Z6b8Ybq9hJXxHpBjG2O8OoHEIT0y0NE6Y0/micD0KCqlHMuOLKDQFE9BOF7o7sSo6BGQl5h68VK1TFV41YW1qlcOIUMVAYK1CK+PC+6sT0EIK2CCt79QVqkEGDD8QXqEoNThTEvEwrcoIoP8elaEoMWhrYMEOerKtG2M+tapjgMDtLQwvH6ii1RzQxDHRLCEJ4M4Bhj9aOYnZGEeDE6t8wXrXnjBOI5icRPimNS1W0GocKwON83OnezDW5jVDjE5B7VczKMatYUjp3uDmMhzE6g0DpBVt6zmuemNn8ytDYnATiJzLTz0q9iJ3NaV6BjE8zOytRuDuDzE7KVe5rSOmGE8xONr6r0rVeat43qjTpw9quYmFWJX9KlT0g5RQlDSGjez+r5javm5GdfuAcS4RjSE6N6wQ075w6BVsf9ParWE7oKsSi8ww5nzMSqUKVSE4FGF9wCtqV4Bg1Oc/umJenmGH5z9aZ4kdYvUrex/rvNNS86FOkOPPSr5EdKvxV5x1t6egUw0Arb+90UNkI8R6AWOZ297coNcdBPKhg/nQ65muyXtQx6B9R1K4q3voUwODvrH3ihrUwnpA/VeAY5nhJmVXQhLXgX8YtTjVtFqQKP6qenjStBrYfiHQS5c4eoK8IRyvG3De2rlWpVItKtfVTCW/pTEqf/ADKpBD9cSqR7if3A/wAB/wD/2gAIAQEBBj8A/wDwEhrjXGuNca/8Q7reQlSjVrHVR+04arvPzzs3arUktV3DufCpYRGossB64PA4f9W/jfK5wkHh8fvXbntyMH0raTljm9o79/VrjLzu3u1HJTt3E7hzEDoYID8WixTB8DgPwfmncfkt5MDidj7NzQ8QcweYvHU6dDhjX8X+YcsiSor7b29ZgH/VzvHL/lJxd/tP9KPl3cuSm72a+Sna+Oj7YJlk5NxGv+n9meH/ANq/7du58g1naw53fOPTGZGe3iP+GI7f/wBulKMwJV+V8layIyPpr7ek5x1/LqX7f/R349wEZvbVebze4chvH+A0z4f3jBXt/wAK+JdrB/8Adfj9zuIA1Pq5YEdNM/2YHs8n4vwQ4ENT2pmOcjL3eQ2fhlrnplgqnzbs3FYk50dm4J8QQN+/yj/EZYrn+qfF4JJ9R4PZuzwJ/wD3KHyyy/HXovHb+tL8bPcb+3dr7PRYwPmOKYA6ftnDi/8Ar73mkGfVxTxKoAnTbV/frOWC13/cJ8hdSSP/AI/OCkAZdFB8v3554auz/uB+Te25jeO6cgOQZGoP9/rnhVu/r/8AK6ysKxTvvPBPnlZ/f654Veb/AF8+V3UsJ2WfIe5EEkQdbf76654Kcj+tHyS5RMv/AL93IGQgB/8Ae8I/HPXPDG7+r3yC1GzC3997kRDZGf53WPzz1zwKD/U7vItYubNnee5EKJ9Qn3ev789c8H9N/VLvtbVsDvPfe5DMeoz/ADf7nPXPDLd/WHvjz6LP/wCO9wBKldFi4aj/AD1zxdTx/wCtHyJaYax93fu4MoAiY3WnoM/z1zwDZ/Wz5JusI9rb8g7gIA1Oduvj+euePaT+vfyhJAVa2+RdxyOSyT7ufT8c9c8Vcfjf9x/yzi8ek+7to+R9x3mRET7hJyyz+pzzw7cf/uX+WNtPra75DzXy0B/m2MMgYPj1k54/UcT/ALoPlKnPdXf3m29cjl6by4kT4ZjWcfqKP+5n5FVaMq1PcqmXIx9liMMvMGes9LE4n/cNye423wV/3ejtHL2KygiBfx201H7Z6MU/rNxbXnaVv7J2FkWSRA28YHp46+IyxfdV/UjsvOWvKvj8r492kqTpE1Ip8xnr5ZYHudz+I9yqrB908zsCqZ3BQT7Nifj5+Ayxb7vxX4NzLeMN1gu7V3BXIkZla+YkADI+JPTCV8/+kfwHn1gbmrqr73Q7A+r7v1rCRppn5Yps75/20/GO48ViQ/H7V3ruXHtYAwSrW13Afiv+eC3O/wCz9m9pfd5P+3fMA+1QRub19qGQkSfP8cVjuv8A2ud54l5g2V8H5JwbwATnBbh1zA/bpIzxwbeb/Sf5vxe6XSOf2viVdm5H6dhuMBzza9+QygCZgTigW/FPnfb6rigbk29o7ZbWgfQk09xbKcsuuWuWKbOV/U/uvYbLQWajvHxrvIZNrbTubj0Wrkdc8LZwf+4/tPFDSSveeL3Xgldo3Hd+q4tcQNZ0wn+3/wDcn8Ss9wbl97u3HpgQGM+8UiARM4Wn4t/Vz418iuc+2lPZu99t5DlvDbVcTOB7fISycxsdT+4/8Dnkd059XBpALb+S4UQMzri0Lzbe8XVg+jgJCSP/AD2Rl9MPV8a+M8PgqQfb5PfLntbyOys1/v8AHFvH4v8AUHh/H9+5tvZeHxdyrHR7UsOXj4+WWGt7n/WDvvP41pKniU8/kVAyYEpUUEYDdw7/ANy5K2EstfM5N9xaD03uczE/XPWcUqOHdM7rWtPqrXo2XXqB0OKrOy9pv5D1v6LryaRtWSGUrGfhhf0HauNRXa2+27kq9tjyDluc6ZkE/wCIGN1/M4XGRRO1OOCRJ0En++uuLLF+SNwS0+z7dNYObSG06aiOuBdb/UDlJZkbEoFaj0yRkB4nLynpljjc2z5jffZQQg4751NCFQWUxMST9Me03y3kWMA6e85YMELknrlIy+mPbbv3IJJ3LyGsacuozx7B7vbyFM1mwMZZf+eFubm3WCuNgVj6ZEZfQDLAai99whP5uY8ZM4uqaTfY6seSTEKogAAZRJnFYrtLPTms6aZY3WXlmsg2ZAAGdIGLKhfDSQjKMhn4YLLzWrlRu3DQjPIYutPdCzBRtU16ERpgk98sVkAkhJ2HQQDiyyvurFV9U2oJ3DMz+WC1XfvTu9wnZADDPxzzwCO9GtB6jaqgkjzH44rK98Y21h96FBGeg/bgm3vXtkCVrRAYAyxbfx+8PZWhBQQvpUDU6fX64CW969sI21mKA7YHQ4YnvFd1p+xmSYg/tHjhON/uQrZWex7a6wCxczqf9MZY209xZtm1UjLOcsh4fvxdYe9GvjttWut1EiJ6/XPHu/717rqSw3r95OUZY2juG4hQm4+nbJBz/LBst5z3MGJIRmCnygnMzh0/UHawI2Ekyc/88cK1+Q9dnOA5FO8sJUAgFZ+hwa37nZxrWHt3ciqZs9QJDT0xVdxud+o41wFbWVEhlhQNCcNxByrfRmhdiWBBkQZ8yf2YdLObefcUUN7NhUFAwO1o1GWeOMvL7o9FABBsoWdmYK/WDjuY43e2trQrXwLrkX+YsiQQRImST4Rjv/dOJ3XjVcbsNdd3c6+4mlN7XH2giJkXLwxYARlJzia07jRxuW6gcducy2I1ewBVb0Nm0Tn10M4en/ZKjWCnsNVfcm0K2UbyYAEkdRpmMscdOX2A1bQCfb5JIY5PAgdWIyGhzHhgdwo4t/BspQWv/OqLJt3MDquc5+BPgcV8mn5/3vsfMpOyg1c7l1uMpk7bB0z8+uKOH8e/rz3jkcaQtI7ryr+UQABIH6n3PxnT6ZY4nH539SOP3Vq9j3/75wOE5aQGgstaHOc4OY0jHAf5R8U7X3jt1oVeRzey3vx7wTA3bWLqR10EYTi82jl/HmtAark8kJdVBnU1wRp4YW/4733j90U57OO43jrmpg/s/wCAeX3ruLxTxlJRBq7dAMdyc9wfh10fy6uFxyTtBG9VMQJjXFgs5rnd6lTdEDwgYu3XsQcyzMTJH1w82MRtCmT0xYL3lQpKTn6h9oxBg7RIdZgHpGB7q7zHpJ6jGoNYG8SB+7AVSFCwpGmWFvayu+x0Wx7KJIQNop6SOuAVO6MvXpGkYNk7d/VRplGmFYS0ekbusTrgrWm1BBYxqOuC9Izn0qR44ViSWOZA/PFmUg9epwGKmAZE5ZHFctJsJUxhigiPSSfE4IYzskjb44Xe0OzQ7NnAnDhSWoQZkn7oyww9322J9UHSfpi1aLhZtzdhn+JwyKCxY9NI6xhiD7ornaM4H/PBq2ffqRpOCEIV3guGz1GWf44PuESfufr449FPoGrWMQT45DxwOJxeI9177mNdOZgSxMeAGuN3IUvcsolKiRkYMnFrrYNv3Ki/aDGA4C1NV9prOfXMk9cIeSj1bhuUWAjd4ajwxJO0Ayqnw1wzv9pgjPIQdceyLt1Y9R9sS3iYB64ZgrAAygOZj8MU9o5PbqauVTZTYO4lT7lVNNW1awZORJJPmcAJxz7gYH32JlkOemnTBU2FYJgHIxPlhrGUGxZIsXJjJy1xZtTNSFn65YNgthB6QQJGmERLSsEyVjOfGcHj8cNdddma0EliMyfwgk4YK0An1dZjrja3qjJSfPLCF2K7DKsCZAnphSpL1ECv21YjIfjjt3J5a7KO7UPzOOjWpYwpZzSpYL9p9MgHPC1LyrK6yNn8pp1k9dMzhFfnWtv2qTumUmTmfpjtv6Tm28G9XyBZtrDxP0AxRwj3F0vodVS8RBUtnAzyIOONz6OYaG4ZRqhwWdCxObDWNRivsfeQeF8lpQNTZdAXkgATp/F5f8Adv4VQZmvsLsq+Q/5YvtesV3cl/ccg69JzxY4WS5IBHTXBJrK66gAZAk6+GuDusVZ+1CwkyYGU/wB/xxYysbVT0vbUpYCcwZ84y+mGcMcs1AGeknL8cGw+plXP1AbCSBha67KW3ZOpsEz9sZdZx7XFWlbnMiu33GJgRGQ8csIiLRZVP2CiyCZA/wA/75Yrtv4fH9skg0lHEjICCMFe49uFKgmW4bbtesNnr4YLcW8WHOKtG3HLTDBgVOWWDEAKMyfPG4EnqzD9uCwcTGY/bh2Dbh4nLBKAbjluPTrjcR46eOGAyQAbniJM4sYS1QIStzluJPlpg3U0Jc6kqlfMUGuYgEgeEyMJT7pssclmZREnrl01w6rkFG60dIPjGP5VmzaDlMD8MezXYJ1MZ5HqTixi/wBuUjOfE4fQIY3+JwzDqJBJmcsGBtNagKB0Iz64u53Gv9jkituPW+R/6i7W18uuPUITX3ROJP2EglJiYwjFsgZ9pQTp4nB5PJtbl3rAZuRH2qIgdAB0xRxRRV7vMdePSeQypXLuFEs2SjPMnQYfhcng1U28VilvssLJ6kAgkYT9PUlT1+h9igEySZOOFTyLQgZ0912OWwHPL6Y5/O7d2leTV3RkuW+xgbK6WtZkKg5ydmcdMPZexrOUrqcl64YyWkyCAfrgk8m1ucH9v9OEGwJs1LHzyywQhDEgn0n8cewqlS0s8nI4dkAAqi0g6wDpg2hytnU1SuuoyxJy+mmF8es4LAy5yUAZAYq2jcJnc+eQM/vwC4G8MIBmdoUQPpkBi3a8FV9SdAdfyxx0T0uw9e7TIzIxwrGZkZ39sI2ciNc/ph+dchbZsRQM8o6DxxxUWw+zvrlogSYI/LTHxvlpcaWW+pLLa/TmGCjFb/61DfmJ/t/sdVwa2+0WPXx6oBYBT1OHt4XY/b4pXdSbTBBJ1O6NBj+fcnGcKWVaW6nSY/vri5+Z3Wy1WAVQgAAMGTnP9/rhttj26qC5gkaajGxdxH3Gs2ONPHScEbQdMx4Yn2FdJj+aJE+OePaTi1V7ZyStAMxqIGPWqh1JCuVEnOevjiazBkzBGkzngWyGsGpIU/XXBTmULYxYu1i5MTpM/TA5naLzXsG7YZ3BhpBxZw+9oePeYROVdKliMgrDGwwQw3SCI8cFJ1zkYsIg7fUVOUk9MbLAAphzGQnwGGVF1J18NcNkGGZ+mGWJMSR0xtUj20MtuzksMFaYpymV12gZ4rtIKyP5m3UkeZwVQFzEkkfcT0wlI4hHIDF25FjaiPtA8MM9dSKm7bIHrMDr5YjcoQREaic9MW1vtEwJX7iP+eCwaIMqonLPA3+n+HcRrpgrYgZD64JjMHBW9iKKorX2iZCjI5Y/+JxTRxFG2pLGLuQB1J8TnjePtmFAOZzwyu52NlB6hjrjdy6v1tCqdlStAJYZZjwjEBSlbEKqLJ9RMASdcIkCplcGzevqgZEQYxS1JW3eQjG0elQWkmBGoyxye4Pwn4/ErI468fiQlNCMVqQsAPSADmT4n6Y5HqVdrMiwx9Uax5YsFq7RBC65AfXDjcSOkjSMJtIbb/pyjLBcfcozH4YUhtr5lipyMiIwA2Q0B/DFhB3EnaiAdOpP0wK7IR8mZSRocx+eEattRBnxwCBM5L5YAJ9FpE7o6H/PFtw5ArcFIpUGTlBz8sIygnYFVAxmABnn547a7gQtv2nUjb4YqdE9YdQViTI1xxqtHDJ7i7cpyMxjscmUS+ptc492f8ccY+KIfzUf2/xORdSLitQq4zOAQgAloB6nG1WlIYQfDxw5B3FsssWjRwZ8sMW+6NxA6YEjPRiP249ADbRuA8hn+WLa63Fh47Cm8qSwDMJ6eWGn0lx6dvTBDOoqQlzZY0BR4knTFgu7ilaK/tOWR2WQB1A8ce7xnWypwGWyrMEadMcjn20HkLx4PsLlvaYiTjuXAq4LdtbgpXc1VjB8rGdRp/6Div3UBtT1i8jPdnEnwwe1dwJVKyFovs8CchPhiQdPu3YIXoIAMHBBMtrI/fg1MJGpPh9PLDrpUDt+vnhmUb7DJ2r18Ncb3Qsda6zlI88IzvtRJc1LoSTEHFhrSAnqJPUeAxkijaRmMWWWtuLkwrZgQeg6Y/ltAaAoOXTU4ZQVz9AdBqT4YJKhomHMYPtjQE7UGf0xYisHDEKGcSI1gTgKKit8FjYxhfywNq79+ucficIHq2uoKjwH08cGHZE/hnTBDAMxB9TfkIOFSsyyekQfLXHF4K9v5Pdu4chjx+1cDt+1bG5jQKTL5bdxHUeOO4cfugaju3Dusp5nD5BIsS2t4ZWjIEHFXG2rHIZWt3kZ+mQN3QTrhq7ecLqeWirs4tkV7UUMN0GCc5xY7NsYeoKYgKZMCMWFvURJiP2Yqotf2Kt+7lXIu5tp8BloOmLUqJ9kEhGcQSJIBI/DAh41IPlOGBE4B69cKrgqmhI88sOK1NiWwoucQQAOk4OxQGrIJYnzGDbarNZYyDjhI2gmd0xqTlj+YppbjtDUvM7gdI8jhagiosSwAjPIYqRG2qxCkDy647cVXJmKe43l4RikOzKxcIF69I/zxUqghWjcwHqyA8euO2LJZUspCFtTusHhjig6itAf/pH9v9scp6n3CRqfQR+/FnK5Vns1rFW9tWY9MXJxnV7OMxHIqs9J8RI8CM8dzuuZZblW1UipYRa6yqgCP34oW5PcQsTsYlQ+2SAY+mOeNiolbqKxSAFUOu7LP6YsrVgiW12JY+UQa/3ZY+TV2cisWV28ZqqzM2BqFPp6aZnCCqXYg75Iy8P2Y5FNnHs7iFuq7fwe08Jd9vM5b5BUAiSTlJyGuWPd7hx+J287Re/ZeLZ7rVt92wvEEqMpxRxuQSE59icT2GI2rZaQq4vG5dyE7QdDOZ/CcfLYAk09vG4dFm5v2knBKRESd3jri0b/AG71X02DUHXX6DLEckCvlUO3GtrU6BDCk+fjgudW0PlifCTn9MO8kRkJw4OYnLDNRk5JQssaMIOLWuyTUT9JwahlY2ajoC2BStkuSEOyTn44FaLFaiA3QmI64AnaRKk6+c4NYHtgCJAzJwAbCxBMZAa+HngA+gCfUpgwP+eDtYjIPtGfl0wUpUgyQCRA+v0xF823svtlgcCE2MTkJ6YVoBgSJwu4A5yM8fdEiQh/Lrh39IYDRuuWeByOOxW5jvrurJDKRMEEaQcO9yb35Lw1xzJIGeZ1Pjiq5HqQC2qn1n1bm9Q9Oug1xwAvbFrp2KtnMtkNyHVF3NGgz/zxcVXZTaPZsG0dPA+eGAkKBrgyIB0Hl4/sxuBgRlOePX9oyk4MEwPSNummIOmYLHyxtGfQbT1GeAljSiAkA+OuCWEo0RPhhLd7bGYMhrOakf8APCWWMQxaRZZmScPDajcG6CcAMSEOQJPXWcdusVWtNaet2yAOk+eOPaTLFgSPA+OEsOYDA7WJmCszj4+7GFa6gGev8wQZxRGmxYP4f2/8Q7H2xD/t3bmr7p3Wxcl2FiIY/hpj4n8aouNY5z8vncy1Mz7VCbsvPp+OOInHP8ruHDc8hczLVsNpy8Acd9CyEq511S7sjkE9P4RiiksQrEh9kiVAJnyx3xKSfaU03I1oyZTVOWmeL03bG9uyQOsKZH5Y79ZYzljZS2zUFU46prGmGZvSB6gCdDjju6Bk7Nxedz+KMx/OexaA58CFLbfrhs8+pP5Yov2JxoJ5L2WEKq+2dwclsshnngT3G3mcO9S1ZPHKI6EAhg0AmRocfLIq3XclO27XfLYkWkfhhitgLKdpyyw72NtY5ADMHphLA4p43c9nFWtRE2klwcvEiMFR/CIP1AwQT/LIJ164c1ApUoyXzAwip6iNSfDFqoD7jekEdJ8tMMsZpKMW0b6YNjhZiaggzjDFX3FcyVEZnLHvl66OMbquHbyeUw9D2k+oIMyFAJMeXjjkV8Tlnm8ep2SjmqCq2qDG4DwOGhTvzMjQYIdwAPtewwATnl+7ABmy0sd05Ax4YJHoBG1QB4YUGRGbL4zgxkzEzlJnADLuYxMazOPSPt6T1OCj077AZLsdPLLDu0KI9IHQD/wwxKj29XYeHhhArBFaSx6jwxSq8ncqZisGVXxP44R0O4DPaeuXj+GE4fIrHIPHG3iwsbJOZ8ycBtvpYsXRv9URP1wX9gGtgVIcgz1yjCM9bKtii3a3UYYgBT/DWgyGWNpEltduLqbOJPJsdGq5m77FWZXaPEx+WBCAqMj4kjXDfwyZAGWI/wBOrEZRgScsOrPmFjYBORxxV5SGmq0LyqDrurszEfXCquauAsN0yyyxx0sbckgMRGefTHDCgKoG4T1GoxxyJX+JwfIxriph6mZglsnONuQ/LHY0urPtjkcf0prkwj9pxQBoEXX6f2/zjynWpXq4qBrTt3FlZQBn4nHxHuhj9GKOfxOS9hgIzwQQT4kDH6WpQOP2TjGhLUzDNcZyP0Bx3o5Nu515JAIGZUz+3Hde4XXGteHxrLKWAkPc67VU+XU/THbeWOTv7f3ZSeMUMjcT6Tn/AKgI/DFrZCz27Qdo8UIOL+KLLBzrK0FvDo3KW9w+jcV0kLjg18oE3pUq8hj6ibDJOZw3cyHPuGLgBJ9tjplrE490dzWx+lCo28kdIjLHD+L+4S3fGDcrj1KWart9LK9rORopA2DxJxZVSo4/HpRUSutVAStRAAAGgAx8wrZveB43bmLt4FrlGR8AMbK49eYA6mMzjO3MGSQMoGOJ3Op1U8Ll8a9mOZA9wKAPMzGCQ4IYmWHXw0wxM+BA/LG0KerAnywzD7tZ8MWGwDcT6QD44CJLbYJLnKZnphUICsvpDGMj4YRAhYqclU5EnMTi53ANja7dB+GICkT93gBGGsEk5pGU55DLAtuX3HBBAOeDbW/t1AQYGeh0xIfcF03HqeuGtYbpzAPjh2f0knIdY8sC4CVJ2qRoMMqAbpncR0wqAMAwLMw0nzxbWi52QXbKRBxsKSs/f5DLBr3BcgfT1jpjJN/i6/w4q4TOEpsG5jcTtAVd5yGLko7nbySNppQowIUySGnw0wvIYTUZjePu8ThtsbVBJE+PQYVGJZax6QxnKMZGDpn44MjMaAeODIkjQeeC27OeuNfqcEATP2+B+uOVzHsT+QArixgG3Op2qo66ScBplzkAOmczjjdnrCW9x7YxPbSphraHO5kAOpBzGLUtlbRAZOoxTMsFG0MdT9McZQNyFp32HyOWXTFRRdzbimfXPw8MU1GGYFWYpn9y/wCGPjUkqlt9LMD/AOWwHp5DCfQfu/t/4dStn6erj0jvXIsJgMONyAsEdfuGGrUqtyHfx2tKrJYmZk6Z4ss5fPHN53MvAtsqYkmxh7SjwCjxx32xWANXLtGxTLM525D85wnxngchRyL5TkWyR6XIFrKI/gWR9ccTg1bOMvDr38P2T6q1qWRIOmYx3BeTar8niK9F11ZkKxr35gxBgiRj5VaSXs97jBgfV6RxErXPxyJMYAgLHqOWOVyuVyBwv06q/v2fb4QZ6Y5PL7d3Ht9PHNrcVb0FjshUalcvUN2h+ngccu2nk2907v3Rlbu/feZC22Kp9NaKMkrXooxzGqbZtqYl4LZR4DHyTntzFt7rza+LTd2xa2RaKKt5QktqWJP95wWsOsKdoGvgMJQmRJPpJ0E5/jhKXYM3I5PF49IHV35KKP34cCAFkRGWWRiPrhwfsfSPHEjIqcjhiT/5iP8Alix5k5kYsSzkfpTWpuDGtmLkMF2rHXrJwbKz+qrQEUjkL1I+4j6nDLMHVQo8PHDK33Zx9dP34IdfcJkHwHXEqC7gEwuUxkJwWbMZMZH7sDYB6tT9cOq1QqqQ7IOh6nDtPuj7dwnpg2bJVDsC/Xxxs3Ro+f16YMHTMfTDNv3btAs+GACdrgxJy0ONi2bleVBH10GPUMzOsExppgmRtYz6up6YrustZS0BoGTO2XTpj473XkV0Dg80Lwl5VFFSgmmpEOa+qYEtPj+ZqQ7pkAaAEjphwP8AqDL6jDkyIO0H64cAbhorZZdZwWJnM/niSYaZnXByyGZI6mcHPU5H9mA3gRPljeTIGUHTLKcK9aTE7go6DHGsUNXbW28XqSDu0yI8JwbNGsA3MZP7TipS2zdAHjOOLWzw7kPsGc+f4YrFZJkiSNYxUVaPcfZarCDH4Y+N0BNxfk8c/iXGK/8A0j939v8AZru1oG7lZ27lcTjNt3FWewMCB5FRjvPd+Zcydv4XG/VBw5G4pQNB/wCoHHZ+6907gtlt1VfeU4awsuK9y65kSfxx3PkgKl366+wIgETIGO7/ACTmXBgCKqjH/Q44E7BOrEiTiu2gjbYA4YiCymD/AI45S0VhQyXchtoEs7gksfpj5Cra+9UzO51H6ZCPyyAGIB8QG6Y5m7xUuAJP3CMsd3Xn82rhW3c7kc+vj2v6tjoqqY8Ttxus75RDTBBc7oGeg0zkePSccijidyS+wgrUEDAnUg6Rj5qa6g1lKdu4YN3pJK+87MAP9W7LCsykNqCNAY8MBASWA3FozGPifxuoSEa3uvMsMlfb4S+5Ph95UYNbNJA+86nOcMGUmdI6YtSqBP8AE2X1xDsGTwPXxwxs/izCLHX/ACxxyti//JqFvt8diSisTAadDAn8cGsWBb3X3XUagHIHLG32wbCfWh6idDip7ba7S1a3kUHdBddxBPiMEJIUxBIzjH8uTJPqIjwjC1yFVtWzyOfhiCTaiR6q+pxYqWGtrYrIB1nLHtxt2kgRqc8FSAlR6TmOmHisOTkCfHDARLAAt/hhsxAXakdDGemA59ake2gJ85nFRAAU5kjIR44BVZMxK56iBnhUvJLSGatdYIxwOVyT+l45Bv41V6BjYNsDI5Rnjt3H4fFtrVrH51nJvs3LLqNqKs/6cz/4Ya8vBkkheknLG/3Jt+1p1PnlhlkrGYHXwGCI2FdCeuAFMZerzwB+04gidQQP2Y7X3Ovll+48i16uZxHjaqyCpBGvngJUpZ2kgR4Zk43Lnsy3GSPplimlQAKxmFAzJOZPnlijj828cPiSP1HJeSK0n1MVGf088XoqMaSBWFdIMA5N1zjHFHHZ7rj67HsAACg5AY4RRNpZgiga7YxWa1y3gCemeeBYAXSkq/gN0ZDHxO9hIXlcZ1B/i2uD+/C/Qfu/t/4rx7aFfl9xS6qu9gCy7PUoE+OeON2TjUBm7+vN4/KubpVXxmthY0OOz23cgqa+31VPRtmDXSBr0k9Mc17F/mWczk3QI1Lnp9Mdx91Sa/8AphVzO41vmP8AHHDADCKq5DeOwYvWuEaytqg56bhtOOSS3v2cmxeRexESQoRR+AGCAB0MeGc45Y2yzbWNjeIyGO529p7TQ3F7bYeEe4dxtANtoQMQiqCQqyPPLxGZFqcBVcLWrB2YGCD0H99fLHJbkNQtNIhF4+6TPqiY8Zx81JQCF7e29zEzXYT9dBgvVUdh9LOMwDH+OOXzr0B2rtrE/cx9InHyX5vavu0lz8X7MxB2Gukh+TYOkGwhB9DjccpJ3EfliBZmenXTFgABJyJPQYzWWXOGHjh9wCssvu+ugxdR3juScDjWcflIOZyQ9iVW1Ul0WEzJLggfX8MPyCwXkXQLS5J0EwDiRSUgQzsIk9BgMrhozzzGf/PBayw2EqpcCAN2mUYRWkhj6QdJHhicpMsB18MMjKQDBBJgZaYKADcFOWbEwJjLBKiMvTJzx/MUHSAOp8cHoDkAnhgNbnt1C5Z4avj1s9m1rWrQSQq5knDRAujaq9ABnOFlPUP5UDoMRSzhrvUUjaRBk5nDW8hdzoRupP18cdvs41Qe+8NQhdPRx+OghmzyGWWON3KruHFs5/B5t3BFILK71zkCIOa5+qc9MssMjHY9vqp3/aVJgnPDt6XRBBdcsuhGDbJIaCI6zgnZCgZnzwu7Q5HE9BnjjXvxy36kM9DXKdjKp2Ejxzy/PG17TsWCtY+0Z9Pwwa+JRXW7en3XXc2Yz1+uL+IFR15Fi8l79vqBB0HlngJqWyH4DFQIO8tBnrnI0+mOPxONYbOVyClFaXlagCehJgADx8MU1KuywnNQZzjSRig2yXLQbEOUeWK6wN6u20sxgrnljYX3Q212nPJc9cfEC38xU5nHq/8Azf5YWPAf2/8AEqUT+bxObwUVj1Fy3EgeeWPgtLV76Kf9xvuVxlBogzOXXriytrqqfbQzXuUQoOQgYv4/A2tTx7DU9qAqvuABmInUZ645nFST+osVfdHQhW/zxRQayzJWFdARqqnA9vjIEJJMucgRi2p/a9l+NVyaU44koWYghievlhWPUQZ0nxxymbOB6WmBOvXHLTtveOPweNyHPIZLERmNzxuYGfASP8sBH+V1PE7jZTUIJBzBBIB0/wDDDVP3lOUH3B66ioltwGcSRHh54+YvW2+h6OAWuIO0NWLAVB8Zf9mCDZCqC9mevST9Mdt+K/FWjl9zezi1Mnq9uj7beS/QLWN0ecY4XZeBW9HC7fWvEoJzZzO4s3mxYsfM4YghT9zJGuGgbfMeWPtBAO769f8ADF9yiUoEWsfFtB+QxYasyymssegJxdsiW9bA5iTOn4nCIywibm2rA8dJ/HFqETAYhUzg+ZwoKipW9W4/XXE1pKtmSuU43OwCyIHXLHA41/Ms4/J7uC/HurrC8fjVVsQz3WPAz2nIY5FXb+4frKqHaurkWKf5g8R9cK36j2mZSEetwSAwzn646kn7SPDAUiei1jxGDPo25shOYjBNcMg9NhJiPwxNdrUsR7bNUSpKkZjLoRizeodIKI7Aypj7gOsYsfhX2WqHhG5SBWIVQJhSRii221fdH8injhMyoXcGy1z6Y32WbvdkELq0iNvljtnA7FxeL2x+Qi0879Q3tUrxuBUCSxsaWdo3Ej7ifHHxntrWrTfbSX5XD46KAhW3cpOwkEkRJ65YR/a9tYmssDEA/uzxVf3M203uVsp4ViMrW1MCwJB6eGPcoqspZvsqP2gTlmc+mC7wkywnUxM4VIiMgfDAE+nwwrPYzioe1V7jEhFmYA6ZmcR0bSfLBETIPpXM5Z4VWMgEfbrHUY5j8MVcficI1sK7rFF7G1ygCg5tESY0+mKridrVkWoIGvjnju/Ie3gqBxrFH+8NtYNbIU1KMy4iAekz0kKhTcSVFRUf9PyMdcUqzGC+07hmIMHC1rlWjqATrE+PngAAlyZG3PVBGPiyE7nPKosETrhfoP3f2/8ACHQekse6ck9I41Vla/tcY4tnEIRuMLFDAkGGOk+eHW/kKhgh9ksSANuLkFhte1jdaSNCcHjs5Shm901L1IED8umCcyMp+gBxApYboyLEk7dfwxYa6/ascqttpkExmPynBRM1naqg6n8cGjlVjk8dwGalpiBMjUaYhOycUhCCoasGD1P1nwwuzs/G2qftNSmfUG8PEY9Ha+PVvJZ2pqUNO6ZmMs8O9VdfE4xguUAVZBOsaxOWKvjXxipu4d07m36fidvQiprhobLH/wDbpXMknX9mOS3L5A7r8h7ltPeu9UqQsJpTSGzWpdB1OuNuwORmztnHhGCViTnn4DDQNdToBh8oby6YsDkAR6AOpw3oMnouGCrDN9pbxmOmGFhm5VIhDJnX90YtDDcM2ZwchOkYUAy5OzcpnI+GDXmEX7ScpPliNwVUO0t44Wmzlvbx1LezUXlVnwH4YEPskx5xGAxtl19QCmTkcEhii5GVzmDh7ORaAwIJr0dhMEjpg7Bv3EsWfMxOU4DbwxUEMFgAls5y1w7Ohg+lidNMGun06hm3dT9cCupwzMA/uWZzl0xalnHW6y0ezUzidssDuSeuUY4XF+LcHlPwe38fjjmc3vIrFvK5b0izksVrJXYLXZUORKASAZGBfyOOG9BSrjbDsYqZG4rpoM/8cVWnty8Nw4ssXhOWRgyjcYbMHwGPfr3PXbutQOZ8FWB00xd3TlVnm0UmriW8655dCa4RACZgKkDp0xxl4w2Fl9q+ywwC5cka6AZYFd5NdkFlIYMCDn0yjBG0bjnPl44aGmM18c8EeOgwBrn/ABYRrCdu5WcrrGhjFR4vJq5FPNrr5tS0urtWlmYV9uQby8InPEIhfIudvQAZnHukhdhCyxz9R8Me5Ctao/lmIjM9PxOOFyUIG61V9lwDubcoBE/XHKqRdq8e56i0g7iCSSNuRE9cI1ZFrveLDvAKnywErfOVczl0ExGs4+M02NtFT/qWMTOwTBzHjgDwy/t/svN2gcqoW8dbD0R4JH5jFgVg0EgxPjE4Zgu5gGYkZRBGGYg72b0kdAT/AM8IRChPSRMZY2ar4r9MF1kFci3UfjhFYhZzYscvxOPca1EVZWbHVchGeZ84+uBWnKrBJiGdQSDqdemAG7hTvA3hPdQEDTMTibO4VMZAQ1HfOU5bcH9KnuFfvu5jeymRjQ5nFC9sccbtyD3P945gihJMA1VZFyek5dZw9fC4x5XP5H/+w77zoblXtMyWP2jwUQMWMFUlfUxMDaBnnhhIdHzLDqBhtyxJy+nhg+gCMy66HrhxluiSOpxJEgzDA6HDkEhgCJw7MSYDLPQYa+6C5JQZ+GTYuBH3mUVPPC2B/QMsuhwyVRJjZuOgGGJSFckKUBCnaYIB8jrgFYQJDGTBzGmHJbX7W1yGGvpCLZbW1ZNg3CCIOuPU0lzuhQBhWA3NIhY8MLtXYDJ0GPQANuSzqMBHXa0Q28D8NPrh2UTs+7ZOFNlhvJ/lqhMx+fQYrZaFNcstV1qnIzLbT5YZ2JZzJJcz9v8A4Yai8E0uytaalG6Y6HCW/pauU1y2U2JypmohoDLtjPzwahLEysH+/TC1movUoLuiMRuYiAWnwxz+WbKUTtyDk2UXmPd3MF2IOp64eq+nbO7bvGm0+eCTHXaRgSfABT1xye6hq/03Gsq4jobEFrWXK7rtSdxACGSBA66iSNv0OJOowAfRPrMa5meuD7KwuYO3qPPyxSyiSSDYBqR4YprU5GAY/PHFt93dfxOVWy8cDdKId5aT55RheabRZVzCb1VdQXYnONDjjDYSN+5gOgnXDsSWIKBfoVE47EAx9Cu5n/0z/wAAdtbmclONWNz77T4A6Dri9eMbeTbXLFVTaCp6jDtwO0N7UNYgumdo8z44sYdv49YZiQxg7RmYAJOWcfsw1jXpvckkbQBB1MxnE4P88BCTLSZ1k6YZjfvZ4QJvMHrlGJ/WJSoPqpDWNvk4R7+ciBvSwIeyMjMSY1/vGHufnoVeFqqNbbh4mSeuhwttnPoBAIZlokjcc9Z6DARe7PWgI3rxqUQtnBzM9P79ce7Zwv19m73Fs7gfe2+nZkDlp5dcELAVclrRQAuWgjDmyB6twB1OLqbV9FwCttJk7TI0+mGWIWv7W8I+uHAXcBkv9zjOSFg+U4Y7IJzLD64esjPWcOUbPDIfsMru6mdT9cLxKa1pFICVGudxDHMmdSTi4/whjWW8hlli/kOQlFEFt2ZO89AJJM644tvG5y9x4/OrfkcXl8ZhtdEsNJbacwCykCYkCdMLW108XjlloqJBCljJAnQE42LDggzGukY2AECI88FmG5vtk+HmMEMrWMwNdFVcSznJZ8s8ML0/THNVBEAQIj8MJHIrJb7YbTPTPHtKQwI2mwkZka4DVVFqVGyMyZHgRhitTVqQqt7m4DXqcBjatcE1lmBGv4dcVcS3lfqePxC78eGJVd7S2XmcILM6eSso4IMN1kYaoWAyZ3AfXGbAtX6DHgBOAQSqnMk42sQomNo6/XBVidwc7nJEFRoI+vXFlNKI9ubpYwByOePbZCGMMCZz3Z4UkehpDDSRrriWTadU6GCAMLumD4mcCV3AZx44/VbBVfTctWsko4wWpdkLDa8Doddehwu30OTu3E+BxO0HcNoPRcsI4bbDbip0JGON7bHYH/msxzj6YqKAQLILtlCgYrKQitBZZJyjLTHAt611OFB8gFn/AIA7P3Lmq1j8GyxK6VMI25f4vpgJx+OlSr9q1qAYjpOLQSROngADgspgr6dvlhpMxp+/Ez01P1xWAu4KSxYmBMdcFQwziB0GAoyIzz8dcA5FfEYYNn0/v+WCJn/Uf24JWxV2jczPlqJyxlkSSQo8tCcMAxlRkozHq0nALEhmy3HPpGHYIGYyw9zMDLGTSvUnWfPBBaDEiPLBC+rbIJY/jgkOZeSs+WLBuEkHajazjaR6l9LgHLFg46b3Jmsz4fXDE1lrEBbbMCWMa/jhHZNoMqVrMkQCf8MBW4+z3AAvuDOGmD+WALTAYyh6YU7S1bn+AZnOcNt1MMPIaZ4FiVM1bNtF0ekt1xVfVWy3J6xYCQRGeWFsuZrt8uzXOWMHM6+PXDs3H9wCBtXUTgh0szUbNs7Z1w9lLulKARmRg2fqHYnJ62Eg/XDV2sX3jI2gSeuseeAjKS7kbVXVvpGOFxbbWSlrP/k2UiSqLO7Xyxb/ALVyN/aoNi829SilQNZE/TzOAy2wyMy3JnuHgYwVU+sHQ+MwcFEX3t65Mg9e8ZmI+mK1fj10217z7m4k3MTMt4ADTAtVwJk7XzHkMcKvlcNLn4ivx1vVyGcEekH/ANMYoW6sCEJ46gAAKW1kYzaY+0nwwCunSOuFBb/zZnprgU0oQnpNgOcsJzwDJLfxL0gDU/litmzB/hHTzOFIG1YEGdcVKjHNgFA1I/5YruYZPkiscpXUxitGCkM4LEeEjxxWFeWfbCnpoMdvqRGFVXFu9zWNoT0k/Wf+AO3ljCNc0+GgxcxIJX0qB5HAJEh/tB/0+OC87SYOWngcGbQgbIEMB1jr+WCtnPqkQIa1ZEnyOePTzqrVkGw1WAgdeh88E2cysEZEMwzXQY2XdzqptUxYjOCR4yJx7d3fuMCxNdRFqAMwXdGvhit7vkHF46XSUusuSDtUt455eGCbflPBUZkt+orK7AN85Hw/PG5PlfBLAlGC8hGEH6eWFqT5fwnstPslKrVzYZxl4f3yxag+X8P31cV8lmuACiQvh0nPw10xY1PyNeXXXk7cdLXVZIX1FVgZ5fX6g4ZE7hZybFnbx6KLSSBlEEAzOWfXDW08u6D6xuosGYbbowH5eWKnpe7mtzEZ1XjUWMUAaBOUZxI8sLZxu28+1mIqWpeLZ/H10ziMe5R8X7oyyQjHjMP/ALoxbcPi3Prqz9q21BmIHh5/36Ysvq+O8yyqYUIBPgJ+pOD7/bOVVdWfbJ9ME/U/jg211cm1LYf263Qt6tAB/h0xv7dxeZwkf7TyzUCFIksesf38sH9R3Wvj1FQxs5G2SFiSY0JnAbkfJuOVkk7qwQQPTplHjilqvllFd4WbF9vaGZs4PnAwLrPk/E5TImzj8dIrliCQzHrH99cJw6/mHG43H4qzTxfaG0FunmTOeEFPzvjNzmcs9H6YFFrCCCWkZkn/AMDiqur5JwOQw9Li5Coca/hgPwfk/beGrsbFRlzOXWfpiut/lPBdQNk0BQchIz88envnHvqsG4rVszMZAflOLCjryXqzG0Ix9U+B6xI8vPBC9q5PJZR6jVUpyicoI1nLD21/H+a3srKuOM7NpAiPpr+cYVuP2i7h2I/uk8rttliu24DMsM8/y1y1xfwO5c0cSm4pY9dPBNTMKyXCwq5CZJA+uk45Av5VjWiDZYtZGU7gM18TgK9zMSwtKEA5k7R+3DnjUW/qNruty1BvSykNE/vwgtoy1CInTTpge5x2RSNwlTBy1wQ/BKldGZGmfLALUsSIrlg2Q0jGdDbSQJg6nBDUupyKqFOXXwx3Mdwvu4vc6UFnaQE/lWsGh1fImY0wUKMNmRcqQwjy88b7CQpUTCNmNcJx7VAdlpZVEmPdrFoEgZ5HG4IVqBgsZ2yInM/XHEtK7KuWrPx3MEPtba0Z9CIx271ybnFif+YNl+BxQrE1AMphTBmRngMh3mNssdJ1/GMcvuJqX3hxTWtsCYnLP+32v7n3Gjt9KDc1vMtStQPq5GOH8U7J8kp7rz+M78jl38IiymqIEFwQCcjkMWLyu+3G3NilKIFOrHOdMc2x+R3HmrWN1r12pWq1KNoAKgxqP75YU3ds5fJLDM2cuwQx6QsaD9mWmj1j4X+q91Ze3lcvkRmumbaePlkZxfdR/TzgW2EEUtyy9u3eMydxMkajzj64srb4RTWrgVlOE5R3M6z4znjjWJ8a5FVlRNm5OS7KG2n1AMToT6fDCuLO8dvub1PfXyi25ySxJ3T5fT9mDd235fzqrayNlXMprcBvuJJ6aD8B0OH7H3H5zdyaeEzigvxqxmmbEEKOsxGhzEYVLvlHc7mYNXU3F4g2iADmVAGXl9RGE5FnK773AQjmrjUoTnD/APtr6f8AA5iJIxwOFR2r5HwkLItnLopRFRZ9Rb0iM/CIOnga+HwewdxD8i50r77zX9q6KvUXKEARnl4aeWLO4M9/cGa9C3G7haBTY1XrHpQBSASfwkdYxy+T3Di1jnWA2UrXYLB77wWkscht6fhrgDgfG+LzSJsQ2U+5MDMkn64Bp+L8dTRWnB4acThV0ogRAB/D4Zk9cKvbOyU11r65tWpCkAeXlljaPj1dgAVifcQKAoz0wqXcnicR6ywr4V7ErLdSPL92LaeP3jg8e64mLEYrIKgkZ+EY/U8jvNV3HtEirtdm4gg6sPocHm296s7Zw+MjG7nuB6jWobZWNSzfsxxO6f7zzBRyAK6rDkWkZqR5AxhlbvHMRxkd3qlR9o16+OFu4/feTSuVTrZAAAOZk6DPFlNfyflFa2YuwQxC5DPB49PeeXyrXWFQ7gyrtkE5wPPDUN8nuQVbSyncx3T4+AGEtXvt9ldJ35VsQ0LlO4/U4Y29/vsdlV7rUU7k6enTHGZe822C8bxWUJYhVyBA00wf0vKe8/ZZx9sMApnAp4y3WV8JXsYCFMLqYOeoxZVwuZ+mryN9vN2qAsE/nGK7+T3ikKRMM6k5nLL6YssTvPGrVkNdoLq0hhJBkdZ6YFNHEo5/ERmYsK1K72MakeUDwGETn/G+DYMxNnGrlQctY0AGWFq5nwnt9rcgneicesZHImAP764927+nXblb1VsG46qS1ibN8jqB/wA8NYnYW4MqtfucO8qdzVgFYnQAZeGOXyKeTye3XbTb7osgbtBA0y6Yt4HK7pyrKA3t0Hi2JLBmIGTaAR+XnixU733ZbayFqKPx7VJzE5gA+Wk+Rwvv947vwTyVDJZbXQVcBv4dwEwcp69YOeKF5XyruD1K26xRTR6PXtLAEqGIA9M69fHHYPj3cbe4/AeztXZx+Z8x7hyEcCvjUPZvNFa5s8HaDn9vWZ+Vv8P+Zdw7pxeyOP03c+4cZKeQ9LED3BWWiM5AOc6+OByO4fNe693st2y/C9qiG2hRAbwjSfEzOZ7hb8Q4HM+Vd6QbKeP8kvVahn6grIFzAOXnnqTPEfunx3undO79vrZP0jc1hTS5PubaygGQYkjwOYiSDyOH3f4tyeV2ohm/R++EchmmJ2+IDGOuYwn6b+nvcOAsgK6dxtgMRBhR/h9R4Yr/AEnG7ps4jLfStHLZVVid38QgqNAMp1EYXj8f5Nz+GGUtx05ZRmRtwgksAD/jrgNx/nQ5KK5JHJrAaCwylT4DLw88N2zu/wAx4fb7uVQnD4tvLtVEssJBgFspOE5PbedTz+PYN9d3EsSxSD1lSf7b5PyD5Z3mjsXaOL/1ubznCrPgBqT5DF/C+D/HOT8rvrJqXuXPccPi7/pDOY65DFq8Dvg+N8Wxttfb/jNQ40RP3XWF7Dr0IH+PLX5B8k5nJPKXa3K5F91z1sM//cYzi+nivyAij2UNrfeQdc9Bi9b+QVyYI1hMM2Rj8cKl9xTj27UvZDqkzoMf/Bu/UUzIZ0ZeuuZxtHQ/d0MnTHqzJy29BHTFaMVU1ydyiCZPXxMZYAMBl1C6x5nAWAFUFiRrAgzH4YtXjtsBLEWP1yj8cW9w5vCq5XKsBUPaoKqJ3aR+OKU4nZqUqYIjVWojesrLNIHU4B43bONTUwC2Ila6/cNfpg1X8PjvRcyhg9I3KJJ9BHVjAx//AIdVXJ4npR0EGtQNB5Y7lxOD3JKe2cV24vF4oO0rJIgDqWOZOONyf/5d4ncKbq1XlJzWNnJNjiWdhnBPhqBg2cND2prPW9HHghDOYz1GWDUvdG5Bf7zYijXp5Z64XkX3ulJ3X2/zmVnCjPL8cdu4Z5F1NFyqGdXaJYBoGfhi7N3sQ2BLsixBy1OP01lXs7VFLM2baf4xhtlpXeNcxqNMDjHkWX+0r2rXvhQQMzr5Y4fB9028biqpqVzkpmTH1645XLWLqqnCvZugAtpGLha1k2QFrQkrkf8APG+x2RBAJLZazngrwrzxmyQWUsQxZhBM5eGLH7jYbawCXCMVJiBr+zFnF7dRv4q+plqJYKiHbJ/ExhuFVcHsprpa9VAyZkDMMvM4XkbvauUBq0yk7hljt6WWLxVuYp+r5LBAsiMyfHHceXZaC94s46rxiSsMYG3yONjvFcllX/V1MxhVsX2q0G/cn3kHwwtvshVkMJOYgzhBTa1dIaPYQ5EAawOuLWp3haq1q9kBmax7CQoAXWdcLZXXX+sBjdeC0rOv7MDi8Q0WXsBYz7PtXaP8ssPVfxEv5Fw9y7k2sVYMRnAGQz/Zi8Hlvs3Bv06OdoGkSP3YZectl+6q7nPXx2CsK6ka1yN3pyWdfAY5DWqX5hvHIQPr7agqAPDLXPXHaOMsnhfH+LX2rgoQFMKxtdstZZjnjuXcuR3qricnizYvH5Ku5sYjaigr1Yz/AHyxRbRQnGopSrjLVQCFIpUAN6pJLak9Zx3Uce6x+Hf7XFu4yOQr7vVmPwxVzONw9vtGeRx+SSV2qYUz4yMLdwFroDw9/FsQMhiYybpnjnclePVXfzhFz0Aqie22oAyGJucvbUP5Tox1OR0wKyxdFyZnJkQQRH7sPXaBZtI9utxIKkSfritrOGnuH/pLGcmRE/hhClWzWtrUJkN1y8RjjoWI2bdtzswO4ZTrkTji0/FfnvN7fbUgFIS+zYMgMwxgx4Y7Yny7tvB+aAbFvtdTTbanXOvRvDHFq+YUcz4NzbtiWNyF/UUK75apDROmWP8Af/6d/LeF8s7WDttv7TcthrbwdR6lOXUf2x8b/pxwua9XZ/jna6+89x49RO08rmWWGSB1CIseE4q7X3XgNyOFxyWq5lB23LuaST0aZ64Tlduvu53GuJWlhX6wygyrxMEftwa7pHNu2uaGImtNv8UdTiSAQcs/PDCJCkQvhjduhSBsI8NMMC0gEMFOWn0wQjEBYJDaDMicRmci7N0xE7y0R+OFABDCZkzOLUGVrIVVusxhqgJKQDt+uBW8PvIMAjMkZfswr1qSlSlnA6E+eGS0yQBtjr+OFcVtZbSQ6msbtsZzjm3uJADks/8AqGZ010x3PmcMMEqvIC1IGUujTmDIif2Y5PO7nymbuPciOTyuSwCbmb/yjIARli7kVTvAhSPrrlhlVJsrWfeaREiNPHFlFVNfJstobh8e7k5tVvcSygdcoxx6uZdZyuTWVcbjopQQAOmWN/IsCWM72IHzcgnM4e3291hO5GvzP1OFVttZUbbPbkDIaDCLbaaOAsm/kL/p2loE9Tph6woYTJVCcl6Ax1GG7XV2yn2SwaxgvrMfxGeuK/bC1VQFCqYPjnirkPSnM/TtNfGu9Suy/wCrFHB7b2tud3PuL/8AxO18RZJJUsdNFUZknQYsbuN1F3cxYvETsfEuFlhUMd7M1cqAIgZ5/kTyUTjGheUNrqrSNs7onrBxyL+NRn13HM6DUa6YqsuKl2lAoOgAjPC1V2hwoG4A5ExoPHD32MKzpTWB1nU4a5lFSLOzec58ZxRdbWRXykF3FscGLKySm5Z1BIxCKGDAM20ZAjLCJRZu5V5JC6kxJy8oxfZ2/ltTaxMctZDBCrIwE9CGM4FdoJdmhrLDqfHBrXbY4VKjvORZhOLVIR0UKLdhBAJEk5YtSkAtdJJTxjp+GE5KBkucDi+6jGQjAyDHQ4pABUMN3hIBwQ0gTlPgDlhq6zNNx3Op0LDIE/TGsFPUR0idcfKla4U08Xjfq1sBEyhGQHjn0wlAYIYsa58/UA52jPy64YsC5IO9+kTMCcEIJW5TWxOQI16YPuIStYMoDALExn5YVtSCN24QIOEDxtSFYn8scBuFe1d/I5XHpBrBYvuuWVEaSMEVoGD2FzukROv44RZgIN2w9PPD7jttrzRZ8sgBiq6jlM3t6QchnnjjXX1i6pNoM5btseGmPiHZRzrk+K/1QS34j3Ht7MTSeQ9TW8dyCY3K6QPr/bH9SUufanA4PauJZYsyp/22qwDLUncMsJYAfWN316icchUuemq+P1HsMVldw088Wdz4fPbkg2BeVTy8rFZxuzOc/XG4H8+s43n1HViB0jFXtcdTzC08k3oG3Kv2qnhPXC38DhtwOPyER34thDbbAg9yD4FsG8T7dhFLEDLSY+uGVVhRIJP18sbRugAT4zqcLtGZzzIyA8sPIO0gvlqYzxyWQQxetdvWWYxhS20sP5isACCRpiZjdmSPHAGsSFnQjDUU8o023RXaa2j0k5g+IOO4Cm4slSMWYwJyjr9cd8q/StTyDzLlXmNJLIHgZHLOMVX8jbdXAUFtZ00Hhjt3E7bSaTx6RXzL2YlrbXO4tAkQJ2jC21RbY8EAgkSRIkeWPcXlfpmb02AarGcCOpwvcb6/fWxwW5DNJCqm2I64NjmB/wBNFWBAmcsErbJtUOysQY6dPphzakPqG6kjTFb1NvtILNxz/CehP5YZkf1Eje9fWcoAwvceQ+6zlW+1GRgL1k+eKzQf1HKfMUPK5aZHxx7XNq9h1AArEznnjuCdp51na17rx37VzbuK2y1+O5BdBYPUoYCGIMkSNCccpu50OOOtQPHWsEbrCcmJ1gAfnh+F29TQnu+yrEmSpeMscjj8S30JYapEj7DtORxVTxzYbwS3Ly9OXges4VkrIVBvZic9DhnYbwPSv0OK2usVUf1UqD0jyxTxXt99aVCUe6zEVVLMIvgJM42qxXkBo3H7NpxZdyectNtAIQKTLZaLGOSwsYbz6dxjLyHTFfs8n3LVzUeB11w9vId7HJ2AsTnGCLlbYxMsPyxxq+fyH4vHtM2XcYAulecwD1OmEXjL7i1vvSy0hf5agjOOpxTZBEidoGUzH5YO47SM58Mccc97K+EFd3XjgF2bb6VzyzOpwIX2kYmVUz6QRlI+mO/3sFa5qLtlNp/0Vs6tl4bYxQhQotFYYMgjcWzOfXM4AP2v9q4dWSC/pVzuBXP+H8BgNs3hBsI8QRGc/sxWLiWZhtk5/ScB3jcIyGOyX8qsDjV8ysrbqyOQQIH44dLijPJQhomZnrgloBYxGggdJwrsgEwGMZmMs8Wqi7d5yAORnXFgnKsFUnUHUHH/AG+cu6zaeL8x7JXyF6LU/OrQn8jiRoc/7X/q7YpBIft9NjET9vaeKh/KIxXsG2QBhqzkthDM06Rpn+OKI7ieT3Lmn3uRwqB/LoVH9O5upK6DFd4IFVnuCF1VlzAjzGONXx6tj7WPJdmku5J0HQAYYhh6JA2/31wiuSxTJZ6DA4oaKCxu9vX1HKfwwEEZiS+k4ZgYAz/wwqFfUyhgB4HzwGtMkj2lOkKBAEYuWfTvU5+IGWBthwBIIOmeFZhLAZvjbugtpOK44q5MYZsmgeYx3C299tddZtG0yWaf3DHyYc7LhfqbKzTfAtPq/h/HDpxOSf0QclBVG6MoGA+02EnID66mcF+LUK0VTY19zAHZ1AHjhzY5IEywIIMwBngIWKosklj4YNm8rWJ2Cc2x3HnvyVrq4SqtSGN1ljtkonoNThWyC/eqga49287UsJrZlOeR8sJwe38Zubyb3FXHrWNxJ01IGvjjs/DtSf0tAX9MpiLD6m3+c5Yqvrce/SSykiRJ0x73Ite5mb3G3GZLEiJwVFW0U+mw9MHk0GxWc7FrE6fbn+GLeWb9ttU21uuYkCQQR544lvZ1uqU1VNzrecwd35JU+6wjRSxMeWeJWvczECc8zEdMLWfS9cejUDx+uuONbbQU/Uj9RSI2mxGJ2lQdQYyOK6Pcq5lhRLXPEcMqb13bScsxOfQ4sbltNlNkItR1yJnLpOHsNXsUqAdlmTR0nALQpX1hlEzkfy1xRWAAbiV3uTA/PywpIll6g9cJZYTn9o+vXBut9TkfczZa5YRt8M49RXUZ6T+GOPw358K7Frb7QWA9BYjLXPHGQCUI3jLOYwQVyk4EGM9wY+eRwmQjdnty08Md94zVe37XA5NrLYI9LUEjXFNgZnhALkcaSoAn8sAM2Yh5HTL/ADwsn0jNg8z5Rg7CZjU/livbmV6D8tPHERsawQq/XHxztm9Vu5/L4zVI+pHvpWYHUgEnAYr/ADJio167VP8AjrgKAdurKfEY5NSkH9OYtB1+0NhbkXJ5A8JXIjF/pAVRAnr9Mf0l5iv7dfG+U9gf0xO7/cqch/jhPoP3f2v/AFvL7mK9xFdZH/l41Yj88LuBKiFn8OmANoZCYM9MOqAeghny6/447iTYps499N1dZnfDgoY6QIGJfd7JabTXG/2xrH7hjkdvuCi6pKLm/TutoHv1C8IzDLeocBvAzhhnujc5P1jLBYCAVKnYPUfH9mPSAIAVi2uCTmpzYeQwCc4EL9MEWkioalRJzPTFlSDbVvBNj6sdQMCsvMycvzxkskDKY16YYABS3pJHiOuFAYsYOpxzx7xK7GV1XyWSctIjHc9wbYt7ruknLf4DWcLyGf2Qo3GWI1OWXjhVWhVs/wBRmWyjOcZfcc1UnLwjLAYojSTvEelTIyHngbV/mR65EAf54Ci7ZWn3AjUdAPLDjlvZ7SI5r/TQd1pELM9J1wTX68up1gQcF6t1u3asICfUchAHjOHsV2rvoY1yvpPhGFuqcm7YCyv0jLXCn7Vb0s/mfDDIBChgKz0G3xxyHK5HKVyE6442y8U8PkW2h2SDZYVEZ6nb0jFta37URLHtpEiTGBZbd7NiNCUgg7hGZywCrmNZmIj/ACw6Bwhskgu3qCg449fM5j8j9PWOJxrLCSErUkhR4AScGrcfbzJsfL1SJyHli2uhjdGYtErCDqPyw7WXNbv9bSSTPQYlwQHyQN4YVidxQSSek+GEdGjZmQMAVu4IG6TmJPhhVXksSvqdIyGcYs5e6drrWCv+s4Dez7NdYVnQHMGIk/U44AWsLurDDZqNuUnBJzLGT4ZYg5HSSMvpjjgCSGl48Bn1x3rlWX2N7/C5PvbjML7JgZzMwMWVNy1q4wqVnkElWA0MdZw1TMVKjcx1kxpl44dr2lgIrE/wr6QAB4DABaMtw/DFbKv1bFbEBSsEN1GWmP6clnDMbLlUDJlsKnLzgDG9wCX0YeBjr+OKq52taf5cdYGYwxCDe/qsOfrPngLQgrQSVUePXGm4qMwNNMfBrxXuHE+Rdi5KAGIKdyqIxUfFV/d/a/8AWixJTf3e9c5khUVf8MVl12lQJH1xtJkasBrniz21IRt3tqTLAZanF1FYDG9laywzktcjaPKTJOE41lcVq1lot44UO7EDbuJ/hBGmAVgqraTJJiM5wUpm2x8tqgnz6YKqCtg3VspjLxwXT7mOZI0JwdhlrAFsKjMjLLAmYOm7riTkBqTpjc77SbEO3xEeWGWxCDtjaQR0B/cRgS0AekJPSJxAMR9wwF43IalgdwDAdTjuKm4tTfU9VjOIMRJOX7sd/wDekKvMsr46qP8AS8ftOOIBaS5Yk1QTECZz88IHsJZYykTPnhgm1rSM3fOPphyGKoudgsyGsEj642LkoBYux1J1wQq71+07vrjY6otaMWd+uAystFbZM0ZDxGDd2gJxeTYPbHKtRbCucblDyAYOuHYeu2wtY7PmSS0kn64auwMqwCz6ADwy1xXWoJDjaVB8OvlhVq3OZzUZ64tVqiinKWyOsZfjgV79tVCwAfr+WeL3UqvIuUoXQQRGK823ZMVbUT1/HFVQSW4+51nNTPj44uvWP1HU6RGWDvmQSFjzxaXLbiozbxnXF1hbKs7RnqZn8sKW9G6VhPPrghzuLwysD0x/Ps2VQdpGZY6gZYO4wG0YeeLaq69x5Eb2ESYJ0nT8MMwTIncTqokefnhlyCN9zR18fwwe600m3k2cuvi2cxmO1AQQqr4liCT5Y4qFiyFBtMzIJn9uJUhtxgr+ONpbKw/y18wcUesbg0EHx/uMfJ/eIS6jhWNUznJQUacuumCpUCy5Rv2zO0N6TJ6zOKXSVVyEYnwA1jBKGUgKG1JPjPniSmcSgGmkf4YBCw3guhwPVJJk7vCf24/papy28q+y5l0gcd4B+pwjP9pAz66Ril2lvYJKBY6jAkzB3HHWMyk9DOG3NAjpj40jgI7987N7ViQPSe4VA/sxT/6F/d/a/wDWfadrf7tYiRplWn78ATu3ff4ZCMFwoLNqTnMCJwX6kDccAlRv4t+1WGXptQsR5wVwrP6mEgjzGWN+3+WNFPU6YtAlA5/hJBA6aYVLbFC8OpaKgq7d/qMAx1wErMoPVH/miMI3LqNtJP8AMSshSREQD9cLVSDLts49TkTnlqcWVsI2SjCQQdpjLCqWG4XVxp4kajFx973Q5h7XEEtAn92B6gxObYJBgAaHyxWqVA1bpssObERljnOkllR4XoJSZx8jZQf5fOtrUjKR7hk/sx27nc6myj/c1blds/UKU92lHKF0J1UMpE+IwUgj1RvP3fsw8S41XqSTgvaShAlVOn5YCe2K6J++w+o9ZwQk2h9AgwZBAyAUflj+VVlURKOIA6Y9UBQYKzpirjcP18jlWLVUhJG5mMAficUcr5L8i7R2LjW1rzrl5nMBspogsCVXq0QB/nOLxQ4sWsnjg0k7Gg7ZH11nrgyBvIG5l6AYLFjWVG1VUkTnP78V11ki4H2ykTAAGJKwYKKpHiPLCKZTYuTgnP64pV9/tiVsCETETlPjhnqG5G1RiPV5HFl6hUgbiJEfhiqumpruWyzyLgZUE5gAYsR8jaws/ZgV1wOpIzwr2sW2DeUrOcY3KNtek66DCqQSoy3ADI+eA4UExtrCiQMGtQYJlifFcW0NTLAMxY6nrjicayhHq41tpoS1Wg2WrtkiegOOIsyFQCsHXXEMk5mD4yYwiW0FAM1eZ/DFMg+lxm2Ricd8dn9lV7fyGI1OVJiT+OOQSQyV1o5aIkmDkPoBgnkWWIjqRWaQGO8rlJOgnXAQiCV92T4FoywzIwfUbh5jphE5HHb20kGu0lMwNJ6RgFQdlfqExr1H4Y/pzyGMovNsyHkrHp0k4Puw7jUrp1OCQ0kk7W+njgqcipAy8xgACUUdeh64NZMwJEnHxiVBZ+89pFYHgOfTOf54pnXas/l/a/8AWV1X3GTvFyny21pOF3vthSxZpjScdCTmI6YjdBA3AY4NHLdhxr725PMagSSoHt5T1xx6auMKLOO1rW3HV0Ztyz5ga4r9PuJMFdDnixhIEkqDrild8pVIrWB6d2ZMjG0jU5Trisbc+rHBsUZKwljrhROZnDuYRUsVy+sGemHJM7izBoyJnXBn8COvTDrEmY3DEVW7AQGXyxy9/K9xLAFIXIRrmcfLE4/HAt4XPtU3RlIbP8c8cT/cOSeWvB46dq7fUh210cekEBFGmbGT4k4ZOSu4lYrRSSQScsGAS7/ao6fXAJUXMTmToDpr9MbY37YiRllnjjcTtXb35PI5TDj8faIBZjAAJxwvkXzv4dT8s4/L9FVN/c6uPQG2gkbUMuc/yy6kYp5HZvi3E+H9i56sePwe38n37rfYc1l2zJCk/aevnguXkNH8sZmdccXuHb4Tl8Zw3HtsUMtZzAaPEdMV9y703C+Xcficd66e1/IaTZXbeKmSpnFZG4IzbgpyPlrj3XIe+0luQUG1VJ9UAdANMe3kHXQnXFdVde8uwprC5y7EAa+ZxzvduFFvFb21E/c07WAjWDgDaSQQRYWiZERhm3GwnPaTOU9Jxw+QOTS7cv3BsDfzKvbaBuHQHpgQysFjfbO7fl0+uGsFXsVmCK0O6AB/jg11gF5JA8STgG5QHX0summFd2Va0zVK/Pxw4rIdmlXkZQRpOFUrNrHpoB5YZrbdjA5LWdekYHtuaqxkaxqQPpjYqsipKhmMzH1xqVZhtDf+UxOLuDfxrreRzLBbTzqdu1FSWKhdZYwMch+CaWPC4j896eTaK3YVmGCbzmw8PDEmsNYT95yIjQfhhRLFmklZP7sVncWsJ0bQY78sy9/b+UGECQTVl+4Y5NwAAZFKqNASJ/ZhUaISAPL64rSx4CIzkgTJDZDChbN0lTtGq5TmcFcyv3MzN5Z66nFYphlUFhvnM2HM4+I1xT7dnLS1rOQPVvrZxtQ+YOeKbeO5cWCbVzBBmQDOAyL7YsIQhToZk4tJ9JUwp1GWAQN24QRGLXQfzAIA/DHxW21Qq1d17Y7qTMxzqydPpignUos//SP7X/q+Ff3Kr+7W2HX72rRmH4HLDiANFAPXABzIygaazj32+x2KB2P3ECSB+Bx+ntpXk8BjJqsWSm/IlW1yGOTxmJhLDXuGhAg/vOFdxuzAKr54yM7SQ0anABAlgCCTpOWJfMr4fsxx7WEJyF96sgg5SQJjxjBCk7XOeHKmIEsT0k4sIaFV1Vh5nPEH1bjMr0ka4IP5jBjQnPDNx6izZKYE5HKcX0Wl0CD3LrCCSNuWn4zj5ovEuNtF/cbnpubIspfKfPCcWp2qKgszHJSRnkcEwwURLsZ6YPtkrUg2kuNZxtqJKn+EZDLFTc1GagsPdCnoYGKuR2b4127v3e+AK+NTxe/oU3grDWlj/FMx5ZZ4t+acXj19y7bbYeVwfjfJ5Djj8Te3uMalWeoGXh+WOZ3Xmoqcvms11zqCokzO0DIDwGBuWAPUsYb1Fdx3BQJnBJ0jPPQYLvcACxPt+JOCyr6gRM/hGLreVb7L1gWcdRq7z0wO9/7rxQsqqcH3ALirt4dT1xsEE6xOs9cJsIM5EHwwLN2ZMOB+76YJcF2IZlUE7QRkPwxtqIn+PwAw5cEmJVq9Z8sFnpDq07/eEkCd2n44ua5r25m9f01XHUe2yR6gSesxGCEo9pG9Ht2EN+3DqCGzgmvMfQYKk5jwHUYKqZBzER4aYAqoUyPbd7BOusYj7kUSFOWYMdcLTx1h69z0vSNAVlgPoMcbYnslU2MykyT/ABfgYxt41rWEohtsYRNpWWjynC1smY/iYZ/TFZjaN20REa9Pyx367cWNXB5SbSMyfZZVPjh0YFl9lGqjXdkDg7AQX9W19TGWLLbK1rDAVLVUNqqqDav5xhWV4VjME6HQDEq20AkNs8BhffYvWM1KZ6Rlj+mC7Qo5HOd2ZgCdomPodcBxm9klVM55RGDsWDkdpOmeBWDEZ7TqT1wFnXqPpi1BmYIUHHYULB/c7r25FoIIM/rK1n6SccceCJ/9o/tf+stNjfZ3m26s+AelCNemNpEkZ+rrGBlHVp8MV1GStIKo0x9xk4VjBWsGwo+YLAemY88WXMzWMSLb7GkyznOScumA3LrstpX7q+OQG1iJP1xZtGxSSUXWBMxOILaZKI/bgH+Iak+WCAcjPoJmMtMAeOZGLJXcDr+6fwxfUTk1qFD1MjGRkDLBD5+AH0wCBtgzBxqSMoGmuWO5uqhLDWwDgZkQfDHeUruuPO/Vcl+ZW5XYCb4QqF6Bfunr9MBpCsIKnp+3DLWgsNhBZ+ijyAwPdYjb9qxlB6nAUVMEUlXbrPhhHAPqaESdc8VJdwK7bkPra0KwAHqMzpGLNj6ehKEyRBoABglm9xiZnwxOWk9ZAGANWZR61kCJwWjechtOmOTwUA/XlDy+GCYDe39yZ9Y0wlT1+pofccgh+2CDipDYK2X0qgjd54aF2u0gnwH44AVwHJ1PhghTuYg2STGS64G9dq/ePocAOAXAnM+OA4yUZej904isMgyG+cyTmScFYLBfuawySfxwrVgAAhgW8ZnphnshSAzKFEAnwwxaZs6tltwoUbhr6vyx6PQZLAjEvBOe1pzB66YYMoKn01awST1GBVxnb0g7zWdJHljt8K+50/nRmBloMWrZSt3uqa63smEYjJoHhOFm2NsSP8pxwLbU49A4NVPbaE7dStKe3QpAZo1ZiSWJ8fCBj5PzGTbSeDatVtmc7eOzfmcsUXWKRa9IV1U6KII18cAmWK5EGNIkgYLVIQG+4nMjBqRhKlS9Y1HgMCyDc7OvHZF0AKEsx/HKMUVhxTWu43MBPpBn8zpj+lvL4/ro43cLf1FaGI2VEgfjGKbrWFVbDctjHQdB9ThWQhgwgjyOCV+7/UdR1wBuGgBAwQq7oEgjXWMdrupYnkJ3HtwornLf+triI/bilhoyKw/Ef2v/AFqewjcO9XKm46BUVB+xZwSMogEnLI42qd7ExPTHNt3bBw6jyWLTBUQIB8c8PfarPRWdoVP4mIO0E+HXF1qkmq2tOO3HYgp7aE5KNJzmcWNOUlhtyJBxoR4FsKNVXTLpgttgD0pGMzJncWwNpkRJIwxP0M+GLtsKVsRy7mcsG1pE7sjn/FGGLQDMQMzHgMblsIYH7ToMG03EOD6UnLHdbEMv7TiBlI2x+EY7/QQCtnIs3v1Yhz/iMe5ZWCxhonpiaztsYFlB+0Dz88HdU1toYTsPmSR9MBEUlt3pQDIT+/HumVz9UDMRllgpBrpc+qdSDrOGrIhnyVwc48cF6Kf1OxSACN0EiZgeGCzScgi9IhsRuKEQGPQQYws2FpmGAjOMLag9q/jwarR90zJzwifIuwU9wCRXXyO3TxrRmCDIBBzzMiDjkdsRa14d/I/3T3Laaxyd6qVC+4M9uZy8Z8TipuUHt4jJFlaNDyT0/PCNTWErQBVY/dB8Y64WukRYSxawzmuDQNoFY9w7vAY5VtnKq4vG4dP6vk8nmTAO4oFUDMsSdMO9VjW0I21WbJGYnoMf/KtUG0izbXJIk7QMBQfUIYwZMHTCHPrmRp1wEdCxPq3j88Akb0fQHy/ywyADbltecUpWNrhfWB9cSF3+mWPhOPchtsgQNcsQjtBGdh/0gA5x5440MoRaxAzBaR5+MYsJkdBnOuGbI7RuMfTXCQPVuyj66Y+R7jude38p1QyAS1Rz8oxTx7KfZIorYIixJgAbifIzhQus7ROuAgaVghgfKMELBZ8y58QMjhd7Hc8EkDIkY5llMKRTZsLaglDp547K9zSO2Xs9Lt/6GkyevpjHCFo/l/8AVYDLNZAB+uG2qQgjInqR0xYF8oH7OuIDQAIy643summO02KNv/8AEeERt6leTWxP5Y4jFdpautip6EqMv7X/AK1Q3uf/AMbuXLTKtTr5aYJ2wSMlOnjgKTkxIgf+bXHfOFftFSUVUkKpP8+y8S34ARiqmu4X8Zx7tVqAje8bT93+k5YAOcCQcGsH1Nn4ZA6YUJ6twQjcIg7BIyn88MzGQMwmegx7wJNbNsWDqRnEa4MncB/CdM8SGgeEaRri1gNxA2gf4/hjubICHrZVDDMgkxgH3TP3so00iMEV1ls43TkBGLQHVTUpZ95jJcKiqu9v4mPXSMd4tLj0Vvt3HLdt0/DHNHbybORbzHrrQEAsz3bBmfE4u4N7i2ziOeLe1Tq6h0MEBhkRlrhttgQPBt3dAo6YAWK1RQiGuQxAEz9TihrC1RuG9GeC237ZgY2I7WiZDvllGkfhiHjfIEqdATizg/KfjtHdbrq3v4S8vkGtSUTcFnTPzxZw6qq+119z49PdeP23gXpeKaeSm5VZ6yRujUY96VNzWBRSfvI2yW+mFk7UiCT164zYNK7lEZROCrelATEZg4WFFhJDKoOeWuGsKkuB6dPp088bihDAdehwwqpCwBtnMkjrgNt/mNkSOmGPIrJNh2F64BiJ6YZaWaujN9jNJJ1whbOIFanAd13IILMehMgYHuVqrjKtioMEjI4LMC6qCGA0LazgFRlbJy1jCwPbSIWM9Bgtt6BgxwSSJP5mMe0k+uQ5P59cVKZIY7kCRnniqsqyG8svJLzCqFnLHFoQixfZXY0AH7PHB3HcxYnLSMJNRYkkB5OYwrVofbDK6jxOhGPkdbyHbtvKRguRHoIgT4A4T3991ltaip7TDAACMv3jD712ux0HXAB/6hB3BRoBr+zCyskAbBGELMfcXMovh/njkccsAeQj1IW1XesT5Y+Cdt4dpa7m8m63mmTtFVVTdPqZxaBAYeoJpocowtY3FVEZ/TFgP3NnJ64RmbcG0QaycWKwJkesDWBnji33ptU8zivUDms/qkievSMcRrBFjVVs4HiUE/2v/W6tGJb/AH7lWszdCzBtZ8WjGubZsPA9ccvkOAW41D8qreMt6iBM+BYYcNaXVj6zJgncT++cVVlmZKF2UCwztEyYxyaeVUDyrHpHEuLFVqrUs1hy6n0gYtBAbd6EsHT6Yr2LDBFS0HKYyjDyu0+DT9csBf3dJyxA00IjMR9cMGWQ0pn0nMYOQgAgk+GO4iVE7AqeZbImMVVM8swJlTOcmNfrg8dXAdFkoIkZ9Ywyk5nqepx7z8j1OwYVsdMd0rSxVaxJdpMwBBgeXjj5Rf2vhXWVX22JVyeTWSUG8OSCvXKMVU8V25XI2JyeQ1KOVRrgCAW6sJAw3v8AGtVkPqms7WjUTixjxbDWAR6skGWpwEJsttCgo7n+EaDG1qybgxNmcwBll5x+/DhEYtqI0AHWcNY1FgC+vckkERGRH10wbuRVY6lpfk3MzEwoOZbPQYiviWW9AyAkx/44QvxnSTA3qRrA64YPWwYDUnMQJw1a0s5YwrIpMkiYy8s8COJZa23cqjIkEHxjXCe5w7Fck/y7RmsZ5jG40kmwwq6Zz/yxYH4zqR6VIE5+GBYtJKH+YQdYz6Y3e2QFOYgyfywDam0HIg9cUqhHuViLFBnMDOJ+uHQtNYbeUnrEA4AZ9ijVZkwMRZDQSQpIOoj/ABwVDQQQFVcoESRhYChSJJJH7sFCfRsJ9JzkH/lOKzWwO37T5nHHRuWnFXaFtRhnlnOfU4pqSwKFPti0gwII9X7ccnnFCKaAGHIqMqVmMzjhF9TUkkGciBgsz+qdqhumWEreLSoZMxkMonFSqYK2KEKyWB3CNOs4+UHmlzeOFekLkZAEg/UjFW0QXVQAxkr6d0flGEdpLCSHUeeFtAmVlss4jOfrj1GSgJ8foBGKyBvhd1oggyxgYq2VwwhYYfhGWsY+BW2kM27lC20DJf5R3f5YW5W3B/4idQRGmAoyjJc/LCjUgSwA0nIYJVTIB2ERrpjZYNrOPXHkIjHbayQRTz+FB1k/q68scb/9tP8A7R/a/wDWvjii/mX2d7e32+30tboiISdoP8QM/Tyxdd3HtvcO10gstavxmNjADXbrHn/hnjufbauFyK1s4l3Gs5ve6VokmowK1Y6yZJ+niCau22sPedrDZYCAsVruzmOkAeeG5HK5NNdYQ2pSLFlpIaBMZmMUcfsvH7dUHRDyubzeS5qqY1hlVRUpZ9M8vHrkRTX8g7L2yiiv9RyeZ7d9mwiCUAORJ0J06jKRimP6r9t4/bQllcUcF7bzZyWChnJkHaPSB4556ClPkXLtv7igSu3kcbjMnuyv3EM3pnaepg+Rx/s/D7q/c+7CxquVxKQnuelQSR+J6/Q6jCU8ntfObk8ljVxqOPUzbidCWUQMjOfSfDCcjhfHua1PKn2EcFnVQwQE5DWD9dcNyu3fCeTza7LDw6qrmWlmK6vFhHpnIHT8DOOeo4ddfMZGavjody+4iEhQ5gRIiccSjtHw/tN/KJNfIXm2XLVUpYjN1GZA1A6aeGEur7b2Ht/Mvj9Tds5j7GGUEKIMDWPqOq4pf/8AuFV27nisfqGr4NYUuddu4nT/ADGYjA5Xav6g9u7nyi3pr7vwyEzMkEqcvI/hmMd67h8j/qX2/snE4tXs8lfjHbxYWG0s2dpMSB0+mmhq7b/WfnU92NjNe3eu3OeItmmXssSRr0kf+YHFnD+Jf1Z+Hdy4IDCj/eUqV3kbQdt6RPpgGYIyyOWPb7t81+F9vt5LBnv4HPrrK15rHt1DTOfGRtyOt9XM/rF8X5Ndm13PEblcglgI27a1kxGo6TGY2mnjcP5l8fN3IUot4rtgJtLCWbL6eOg8MVdv4vyjsVfI4+428uprFqteS0h2GYz8v8MVcTir27uvpWkX9tJsDsJkyY8fD95w/wDtfZOLwjTYDbdyyqSCBAAcxH+HlOOSe98viU38VTybbuRtCEKQpUKupJMAYayru/bO3q4PsUXWBC2W6B4aZTgWJTwDWRsB5V9SSCxO7cWEAT+E+E42tyfjVzZlls51UzJX1HdlpB8Dlj4hwOzfHOx9k+Wdhs7gPkXeeP3StaeZVbbX+mhC8hlAfd4EjQY5tNFvZObYdtYP6mpLEUQfQSw2xofD6YqF3w/hFqc1bjX1nJRDFiHMRqfzGWCnO+KcG5lJ3K3IQ+BM+22UT0+oxx+IvxHtHPuHrXjcbmBLBErDEsBA/Z5Y7h8y7T8o7P8AHflPbrk7bzP6b/JRYOdYXJAs491bFCoGZB11Bygmu6rsXbiR6reRy19xgNsAAnKZ1/dhqh/T3h97O0leRwuSoDaHIK3hqPyx+q5HZOydputMntfL5Sm9TMydrED/AD087L6fiva3rb+WORbzq6xAOqgnw8f2YXl2fHezI5O1uN+vQkgeMmAOuF4vJ+Jdp599wSsntvNDLUzCfUFI0GsaYSuv4HwO/M6oauV2znqVrcgEhsxJGU/8sc49x+Jdh4KXVGth3zuCD2SWDBl2tmwif24Wy75Z8V43LWA/b+JdazPtJBBsaACeun4E518hu9fG+23ms301WckqFVH2/wA3OBIzj92Nvc/6jfHv1rKtlrdtp5N0PJBB2xll0/YciOR3f5L26vkccwidq4V173hQSPv26t4DQeMg8vt/N4vb27Lf7bNxeDxEp/lssINlRO3LoNOmWK+PX2GlU4qhTsoJIIyJLHSf2Z/TDWp2WhvbsO4tTuURkDA0zwRy+xcRmtmmhV45UGfAjWBgcq/si1Kv8w2UqyorJmMjHUa4+R/qvj1XP5vF20uv6p6EdGCyCQIjIZHXyOeG4N/x7uvb/aUtu7YlnNT+XG4BondAlZGY8Tjg83id77hw7LKxdXwOXxGV3dxujKR9Jy/dgbfmXH4/Kup92jgn72JdUAJ0hf4j44taj5FxeRbwy1LceoM5tZTt3BgIAnx1/KS9ffeEttpAWh7Qjrnkpnrlj2aBXySo3PdRZKKDOh+hx2ns3Zfi9vee58ficnuXA9xmWpvUlTH0g5+oADTFVPK7U6cs7QePUy2EWNB2DaTMeWEB4FtLO/q31NkR/wAtcWqlLWOm0OgUiTqQDGFR6mps0curAAkkQcWlQwdVZ9u0gEjzjxx2ripx3W/lc7hV0mDJY8usCPMgaY4k6+1X/wDaP7X/AKx8vs3d+T8Z4q90t7SePwFX1vwyKbbDuz/mWISfqMc3lc75HzO+2wxo/wBxsYiqyZEAdBgXDi8bli2s9t962srZt9qCQue2Cfxwoeqs2CFW5a1DICR/gMEXBC6sa15CIAyqYyMeA0xR+nFRKqwamofbJGZnqYJxYr1Bxb6hImPHXxnHcVZ04/Jvo2cS51UJvVg0EkRmBGORXyK2qt4wao09ctNP2Y+Kcf4z8X4FPyb5T3Jx3XuFPHRueKuPW9tjtafUJsEHzIGmClAhXkAMuQJjMdZwtXu7HvlHsfScyCQPrhhYZFIObnbtglccon+XWlZe63UIigiPxw1PM7jULDARWsT7RlmCZyzGCE7vV6INhpsQqOqg56k4/ldxpd6q4srWxPU4yJ10nIYdLuVTXK7TUb68soJGeePlvK/33h9r7fTx7eNUq3qXvvFZITLq2g/uccq9uPU7c2x+RS28+gM5YAT4A4rdkVEsY1C0MCCeoE5EnrgGqxhbBqaSpG0jbGXlglbWq6higgRl0x7bcgISdsOpjLXT6YVty2kggqoMGctPxwLKqitSmfcrdhBndlp+eEsL3XISPusY7SZ0BOonLBeLGTVjIOp6Tjh8DlUEcbiNZyKt1aq++7aDLDNvtyHTBrb3VZTtQKzEAA/WMumOEyiw7EL2+3Ky5H+GmBZx7bORWy+/eykr7ZyHjnl4Yrtfl3AKV2VgMCdo6lTlpi3hdv7pfTx7YS1GsYTJnI9AJMDBD8++u2zPK1zkDAEzlAOWEc8q8WoypXZQSsKoyzB6Y3N3G0ceuQG5F7SJMyBOUAwMBOX3yzlcoEH2qpYICSZLk6jFNfF77y+FSEHvmmyzcH0IEH8h0xbbd3jl3WBtha1bftEmd06/31wyDvfJrAcLWS9kKuecA+JnF1t3eeTbRQJosl5LkyoOfgJnB9r9ZZeqha2UhJaYGcz/AH+uKhxK+RVtGxrbeS2cHXapEfTxwoChnVpt9x7LCwJiACf2/XFdi9qQ1VgypD7CTqZ64pTj9hSs8c+tURybc4EyMhiK+0e3ZaNuQVAsT0yyx2Dt/P5vB7Nx7rk4rc3ufISmqpAwM2sT6UUanFXbPg/zHi9+po4+35F3TttjLwn5e9l21F/uCiJPjIzw9VPe6KK+QfausXkKY35Zjz64HF43dKLbHJdWXkKFaCZLTpEYq9/n0GzjkgCzkIdsHaI8scWuzvFH6fkl0eqm1Wb0xJIHhj5nzbkmrm3rw+HyxkHappJB8DjkP7p/+S6+7nmQugwLAw3BmNO2SQsAAfhGKrTWq21J7auANNfDQa4njoEKbQoCgCVyHT8cfrbeOl3ONbKtlagbWYEbsspBM4qrbkvWkbYqOp0H5Rjk+xYt3NqQccLYWQ+0+ZzGcdT443px6Vtpf+S43MABlOeFA7hVUit6qrELk6SROpxS7eyK97XsqEFFYZ7iI1Mxnhu2VcTt3ay1g5LdyoBNwG7cxkjUgAR0z6Z47d7PzPl/HuWjvyO483tgUsRt2pWiPkI8df3Y/oB8Q+Z/KuX8s4HfPkXBXk8TuIqWuyynfyQIrAyLVaf5xgKBAGQA/tf5d8y4Hbr+d8Z+b8h/kPE7nRWz1VW3mbKmKgwQwnFn8p0JLHawI8v24tVqRKCCHGehGuLjbxVLNtRdw/M4KLQN5M6HqNuOdylCDuI5FNFFZGZTbY1hj/6RhGtr2Vn1WV0rBGZ0wi13rZRyK15PFuTQowIzB0IIg4p5tlwWzty/oeXY6gCwqu+syBqRIH0wtQGwqvtqzno2RAJ0EzjmVsE7gFrelLaS5RbPSdwmM1Ej+84D2cpeHH84XXWKgWF3Zmccm/vHy3hJbShuehOQjvOsEAmTjldt7P2u35JcQ3FuvrYLS6MDKmcdy70ewcoUc2x2q46c25Ur3fwk5gkDLL8fHH6bj/G7OInptu9znXb2sKlg2ZM5Rr/zxWlXa2rQkNYH5dzZRB1/Mf3ODXyO2u1dhltt1rtunMZnF/bbu3Vrwua78qkndZYHCkAHcTETi64U+2txKIEb0qduWeOHxbrLm43A9xOLWvpVPcPuNEDPPrqMItS30ADbZYzliYOsHwwDus9PqViJGX+eIvSXkFWZNFBnFV1/b1dFEFrEynToMJU/ARkQMGCjbr9Mfz+2ocvSNxgEeAwbL+I1VdhA9xHYhNzQJ+mG41nDss5Bs91ea1rEiuI2hTlmc5w45O/3Sq21rWyuPUMp84zwtll/JrW1v5LOkK6qQGIJiY64kdxvrJIVoRYknyjDn/d795IVKjUPoWnFmzudttjsQTdWQFCjONJOeLGv7vcAVO1fbLAMTM6/j+zDbe+WVVfbSvGp3fWdx8MO3/8AMvJblaitOOoXKDn/AH/LFkc/kvyrmDO2wBEVQek6kwf+eC9nK5q3EyoRVgAzJJMZ+WFTj/ruQgkrbdsG7cAZMeX9+mLtvZORfP8A0397aQDMAwPpg11dgsdlEh7LDmTl9o8gcWXV/GattY3D3LGP3GAY6nrhv03x7jUsSCp9b5RoN31wV43bagygD3EpkhVPn55zhbb7LqKLAa2WlK1BgECNOv7cV/qeddRTau+rbasldB9vURhrLu5XMrT6ntJy8MVtez2LYu6XctImJ18RgJZ2gcllMCx7XUiRGUHphGHY2XZMheVZqAAP3HL/AAwf1fAv4iVq1spynBJAyWPE4c19s5rM/wD7t3LzAyOQH9/3Y4T2dp51r8exzyq35fpesmNvpEiYz/uMdp7R3bsHM+O2cFiHPIr9zjPYQslmXUAQT9YyxW/x75/wWuvAt/T8ixaXDsu6IsiP7xgX8Lk19yqYbvd4Vi2LtOf8BPjnjKj1lSVGwgQOmeCl1DFbG2mARMGenhi6hpDORN7DJdTAxS0QT6qywkwfrjlXsm2dlRc/cwUE5nwwgABZhtNajT+84YeyUaBtKDLHs1l2W5JtJEEkGScLAf1ZQAZgfuxt4/b7r0WXJ2GGj64+Cf1K7p2a3jfEf6Ttd8r7nz+Qje2vITjWUcasMRBd7LAY6AE/2xZwu6cGruHDtG2zjc2tbEYeYcEYdu4/AuJTY5LG3gKaTJ/9EYe7tNvL7GzyfbrZbFBPhuGC/Y/mAO3MJza/uj/06aRj/au8XWi9zK8iiksrAjJgTGQ0GLP0z38pa32u5VFBMgGPV4kftGuBa3brn4qBrrGTkVqQqjfHWNIn8dcsPfw+z8amipU4/GpXkOxVADlMHUkz/jgduHaOGe0PYtnIVr7GZmQbdwUDpOWeR8jlZ/tfI7VwqwT7V78e12UEyv3HX+56HHOuX51weNU6t6ODxXLLvEbljqJy/ucV0d1+Y83mtBoZuHVygrNJJYhiBqR/4QcH9TyudzuVY7W/qK+OHZegDF2/Kfxg54ZmP+y8W2rb7a8SsqWrG1RJYn1Ef5wROHo7n8wu4fFV25q8W5EVDYyhCYWTpIE9M9Zxyj8r7/zb+UxVaTw2EMiLtkzmCYyGHfsnv9tqopPs8bhw+5UHtn/qHNydBOmHv7p3PuHbeDVUXDchk9y22TmFX+EmY/8AHHEo7X8i5i8W0g823mMoZYg5bRmOmLKuR8i7tbVKzyeHdUKh1gIwk6R+Mgjr3J7P6h89Ofcpq4NNlVbVJXHqnaM2OQBjxOWHa/8AqDyrOOSfa43beAbWIM5/z2AynIE9CJzBwvFTlczk8YE2rfxq+O1ghQIO4rM6jQHyOP1Ffc+TvYDdVyhWtgyJkBciPTl18c5w1J73fXShVnpWlGUkT5idBH7Yw3HXuLI9R9Hv0yGERr0zyxykuv43Kbk1GhXvUgV7jtLpt/iyIGLr+f8AIOPweNt9w01ST7aLuJz+mD+i5xZXiyprxt9O2ev7MFuVyP0kbjub+KdSPHFddnc/eo4wK8dLrPSibiTl5kz9cE/rKVan0lDYNzeJwjcnnzaxCt7LbgNTrhG/XO662ELJGZ6eeO4f7zzu4JzgjL209tFYpNgUH17/AAj/AMDgN8l7l3Gqm0g8U9rFe4A6b934/wDLLHG5R/q737j/ACOys8nk9no7RVdSl4uYLV7zOuiCd0QDkwghsXL/AFA+cd/4fb5c8ZvjfbuK9rgCFZhyHgAHOD5qSCQwsTvPzj+pI7qoBN/C7f2xqASIkB2EjLLdHg20w55vdvhX/cX3w9+4ZL8f4v8AK+wey91ayWFdtZKkjSGgjqCPVim2r5z3L3LBvIs4lIAIiQJOnhPnPQ4b9V8t7utqBS7V8XjhQeu3OYyMfkfHHHsXk99qtKrtel6hW7KPVZFgHUxGn0OK+V8m+f8Ae+AbtOF2zhVci0EmSC5KrloDGuuRkVc3i/1P7pwuEIs5vF7txqmcqXHqQqYIVRIBz8fHHZO3/IP6kfJ+89h7lYlfdPlHD4K0jt9bL6n/AE6sxfQqs/bIJJAk/PX53yj+onybu9HHt439M7u3px+EObzmqRkt5XG5TE0Khadu4hoMEZNh6LOcU+PWpPH5HF3O6vGch/EZ+GOWB8kqr2Iz8McuqwkkDID2ydRp4EnUDF9Zo3Ahq7BMkQZBHkcJX+ib9Uu7+Y1np+7KBHlmcOLeHXbuMrvJBP8AcYAt7NW69EFjDPXp/f8Adhns7Qkqy7aUscMxIzP064A5nauQOMpk1cfkTOX/AJ8pzH/LFIr7R3qi5S3u3U8yobSZ+30iROXSR4HM+/2X5r8l7LVmijjcwkzGUhjBAnL/AA1xWeH/AFU5/J46FaxV3/hcS/0xBAZhrlOeoMNOuOLX3b5B27ksPS7V8MVkREiA5iQcjnGhkYFZ4vD56lmuVuOllZVB9srLCSTmPyxXRbej8nkMDVWoYBFjcTI6DTDLT3eomwg2XMrfcZOU+AwKeP3BXL7SpT+Lywg7WRy3cBxSktAHqOngMUdz7hy6fjvbrjC/rEbeU6ELlhbvlvzHldwvymrtyIiAeRYHHGK/Dz36/jRtt7zYXBI6wsYHaPh3x3ifHO3A7jxe1UpUrECJbaMz9f7c7BRYm0Lx/dFyZEncwg4v9unIklQ0nri2KxDzuGkqTp+wYddoJMKFgRM4tDKrsnqJGgkTOCAoIf05ictMMzAQftIGca4K+5NcbmbdAGQw9ynatk79okE5Dr0wVg+4uUHPTTG2yvfJyHXxwyuoGrBW1xvZJIyDA567v8cccG17blNp5CAKEriDWFM5zmT4YJK+tRuJY+Hhgb1Ahi6MNc8A7dwXQnqBh9oO7UBfLBorQAsI3AeqMN71hWDEDxHjhvaZnZTKBz4nOcFWQ/yzuYdSRiy2x95pXWPHLLxjF1fJc01e3ltElupWML6fdUyQo1gZD9mCvIZhP2NMlfAQfDASk3Zjc36gdZJkx9MWWagRZu+2Z/zxWt1rFmhn3HIdcsMvuqoWC9h6qOmONw6obj0sy0VEANvsIDGRrMYap1ZGE7lOZ3AGcv2YCfqWrWis22O0ZsPAnxOWK7GtsNbDYXyMKvgB/jiqngV2cm7kZpWAVJYDTPwjF/F5VL0uv8uymwFWByJGUyT5HGz9K/Jali+y3eMjlrlgpy+FYEGaVcLaRkvXd9MLfdz+WlNCmmpbKgCFkmFEkDPXz8cFOOzclBLJa2RIP+YwvLu4lfKprgNRex2lQNDBBx8j7Z3T+hvH7v8AMO41JX8c+aUd85/H/wBruS0Obf0tY9u0MoKMjZGQw2snq7Z27t/wDj/H/k3anVed8po53L5FncFhs7KbiUQ+rPbkYBgGZZQ0+qddcEh2S1Sd20kROcicRuO7xJ8MVLZdI46Dj1AACFBJyj649TksM5/DTEnp1wCskeR0wsNLnN18PDC6NWNZ18T+3AKjawiFBxSQx2qQ1dQkKCdTl+zAs3Bm+45wenhipTZNr+obyf4s9fLDXKzF6qRtidXtiSfoMUEWF1uPuEMDMxtnPFVzLD1w6Ox19Wn7ccjvNtFd1XDpCAEBgGIz18ZwFVQqrkFUQB+X9v8AYTrFDCPxJx7lj7awz1GMogTr5g4vRZ2gHU5fTBLajLLzPXDkuARkFOpwpNhCr9wHnjj01kIlKmoKmUyxbcepJnDPad7H0hGAjy1wJGRAyH18MVrsWVyLAZsZ6+eD/LBsEEMBgMqgHrlGPbsSUMZePnj+XSAZL7RpnnJwYrANYhidInDV0rtZs2aNPpilfbYXKxsuu3jaVj0qF8s8Nx2ysKi0iP4Tl+/H8swQdocGCCctR9ccntlFg9/jWW8dkII9VShnidQNwk+JwduiyJ6Th7SwVnyG0jLwxdubcpyC/hP+OLLqwRsnLxGHO/fYR9gOmeeFO/azgMvXzxYNzM7faqDIjTM42oSWBFrJn/Dprio/+4w/mD/Ti0ES2g2+OIJHp9SnrP1GFcli9m6bLTMnqc9c8H9XS/Ip2ODXSwrMlYUyQepBwTy2W0iQOK6N6pjQrhBwuFVw6KpKGWZpnUs2cjocX3/q1XlJD10soLWAsZIJmCcFb+R6GgAbQM4nphlRVax4AsYZgDWPrg1N66TISpz6Zxcj03VcwsxQ0sppFbRAzznXH+4LzqUU2DjpxbrP5zllJkIP4VjM9DHjhnNgsbIkooAEzEAYVURi/wDDuAAk5Yi6lqrNoJZVga6jbljcFZlzg256543pUgkydo9WkYDLQFIAyXQ+eCIEHX64jbDalh4YG3IHIzlglVgHPaM4jClVgwZU4V2BBEEz44oXJK9wm6wwgIG7M/QY4q0pKmf1EA+sf5YrsFYIT+EZmDhmd5rCKVUdIbMn92OLBAUjcSJBkmcUe2Nzge03kDjvhEhURVg9YAj/AIA7WC0FOOGP0LMMWolnpzJRfE5dcM22GkgKdPwxYhENruH5xjaGny65eOGG7cToY64zyIzLeMYbPMaA42AwPufxB8sa7ph/UemIH8WpwvpzAjLAESRlgD7ZPq8MKSBAzXzAP+GCFULuydgJOJyaMzMHFDWEw1h94VH1gIsjXQE4aCDOYM9cWX11KlzAo9qAAkH7pPn1w6gTIzXxwxJnaQy+WeLiMoMqPGTGLKJIewZRpJMx+WLWJzWQQNADkZJwFuMhlyKxkuJRtx1KH7T9cPsZlKsWKgwAIwnIFTCslqFcx6iNQeuNzNkZBVvy/bgqLgAPVkMzB0H547fwzxLeMnP49XOo/VspGxjk8rMAwcMptHKdY9x1ORkTAwbVbaVOZPSdcFEBYwxlOijLPBQ+paxll454SocQK8w/IdjuQARP1wm+22vYW2JSNxYTBnBfj8qwbPSldwjXKP8APF1S8bjX2WJsW3k5MAGn04a2741x29v0k1s4QkKFnb54R6uLTWjt6Kajt6RGZ/fitOQio7er26nDGCepGLquMlica4gsLEVmPpGjRl1yw5WsS87g4XVsMCNs+Q/wwdwZCMxGhxK5DMZjLEkRuzJGNwGS/ccCBIOWEKrvP2oFkkzlkMCuSjH+XDeOKeMuTEhmcmdBrind9zDa7r4fTzx6nNy8gKrleixhqF2rWwVjI6TOWK6pCVqI3DMkZtkPM4oRawS4CnaMxmBr4Y+R1sw/lqqhQehUEfs/4A4CmADxUKk9TvbLF5gAmWyy6zixGEGS6R1zwXJBAhSDoDgt929TM5a4KrMKeseE42kz1I6RrjbB2gyxA6xOAVMATu/1DrOBYGkLO0tlPTBAyWNBjx6nAGn8TeOAS0E9D54KrBcgEL18Diwe+oK+n2+uG0P+OeDCEBsp8cHbk05f3GHkSxmfPrhiTAjUdctMMFEFsjs1I164fjV8leNQyl67+4sFG8AABts5ZknKcWKbRaiM6Vun8W3KQfA4INYXUpt0/HDFg5En07SZz0nxxmSGU5q0aYex9z78kZYmRoMdur4vHso5Se4nNsteUuYtKso6Za42h4AjWMgce4GYCJUAxG3XCqbzyBR6dzklgpMBZPSPywAkbEEHacyTphmBUIrFrUYmTGeGJVocABPtzOs+UYFq3+uCTSR9u3IerAvtqIS6RW4BIZvTlOmU4BR9rbtzOuhGgGLEBncS0HKcKVLb1gAETpnAnD8V0FG8i9uXUoZx/DtO4xBwttfJs5FQ9IlAhkASQPDLG5CzQQd0kkEjz+mGc3OKgQdqloGMhmJAPj+eJiWH/jhuo1IGCBInUeeJnX+HBQkhTBy6kYa1VLV1EK7ZCN+mOPbx7TTbUy2U2odpVgcjPSDge4wudWO5znuM6z54pW1MlIH4HFa1GAVgsozEjL8oxQ9J210otdhXRz1P44F05gBXHUBcsC45eyQyGfDAZjKoAWVf3D6Y+WQwKhKwgHhtH/h/wB2e7VzUAwJ6Kx/zxyX2bVBIUDphspCHX6Z64U37kpLCu2ysSVWZMA5E4JDehZCs2WU6nG6do/0/XAYGTnO3CoG9uQW3MOv0xW1yr75/6bUmIQDMtOpM4Vam3MxyVdMtMVWihlpcvXXdYrKrsjQ20n7gDkSOuWCAIAA3A+WBq+7IbfI4Jsb1H7EGpIPTB5DU+y4ACjUyfHD2s49wklm1MR1xsDQf9AxBaI/h1nA2LLEyD54LLm5GRB0nG1jvX7Y19Xji1pBLkCBnlh1gMFn0xMzi3aZ2DeABkM/88M3uECfSNTnnnh0W81nMkLplgAgMAdweM/PTDLW+wgFwPPpjhfqG2swkukHdllhlB3aqpP16/ngl8svbnVRgmqvas5BeuErZjXZZ6JOQ3EScFBaGzG2rPp4fXAZQJzVmOYE9MSa3Yk5lfty+uLe2ofe47jam+D7eYY7Z0k5nA3vuUTNa6ZaYtVfbVaoRfd/6j7sztj8sExDZl3AOQJGJOY1kiZw+5Q2gRVyI/LAK8feGILbAT4+GA1NprnIloIMENBB+mLHscWWWHcxI0OvTBDfaw3iPLBAGnqJHngDWcgy9ScFYOWu7UEYEZnwGFUSGOsdRhxdcKVrUsoZdxdtAo8zhAehBBBmY/wCeFbZtDgET4jCounpYnw+mFDIXRztVATE6zlgMy5MBvUaR0GWEAO4WAFqlB0HQY4xvhPe/6gY6CMfK6lWKf00sZy+4bY/4A419rEonDCUVDrYzEA/hi4wD6juDH92AqARmzOh1zyBGGrQkqgmD4kyThyP/AKT4HLPE7c9B5YMDpmJ8MbCAGADa+EnBcXOhChdjxAOv+OEqVQ1tUFimQbTT8scfiW856f8AaaX4XZq3G9OKrO9zQIzl2JJ64UnkHkEgTay7C+WpWTE+GCpeET/p165z0wqhc/H/AJ4KwFBG0zqTixdR0Phg+H2iBrgtv9A9LMTOZwrIA23QeUYb+F4MyQPI4uuapaxYfQlIhQdABOGIgsT6Y1k4tcDbrJOQOX+eGqdWNwk+5EVhcMxk5hjlAHhgeoKrBiMtcsawYiW6E4qfaTnG9shBynzxwzvEou4lFjI5DCkV/wAwiBJn64Uqm5T95Pjrlj3K7ApIkIehGfTAW07y5L75nXxwtRcIrnZW9mQJjScchXYH2SFlcwZOWMkORIgZzOLNnHG1VLFlyExEk/jima9j7ZKBZMzJJI8cFRWADmWj8NfrjkU12tWeShov2RLISGInpp+WGsfkD0gEq0hiZzGLTUCgWEZwZ1xKWOoksFBIEQV/dgb1IjTLPAv9phQxKV3lYVmGoBOsdcU8Zfb4gCn3eXcxAfaN0kdDlAGDkRJzPljj8uuoXtx2FwrvzWQZzH5YLMINhLvn1OBtyI/xwAhhW9RIGeCd2cfy46k4TdPuCJH1xSNSCIDajPFVW0voF2iPxPliq+z1hGIhDqeuQwtwE71DsBqD4Rg7lh0A9okSQTn+7HHStiRYAZykkdPLHyaqAF/SBgR1hlH/AABwXLSXq9vYNRkTOX0xfKxlkdQRGLHVCFr2rc3QF2MDBAWLJLMT0GuLFLH3JVV8POcbfyJxBaJz/CZxtU7S0HcT54SktscfbYYAzE5nFda2l7Bua149IEiP88H9EbLOMIRLuaV3udSYXKDngGIFhn+849yJMen64RnIy+0DwxuRgQZAI8MMNd2oXWMMwMBTkDgDaCNwaPGBhSxnyGhnBOUEB2bzGHqKxAy26YtV7CdxMr9OuFDoSpOxpzAOXh9cXhVIrbf6WGcjSMOgs2hgGNaAHcIyGDuDMQMxWwERnqcfZZVYAG2MI3EiQcV7yzoT/KV/EmYjHH3Ay9YUJGX3HCqyyc2z6eWPbGQBkk5YKSBObMonDwwPigMSfAYSmxlZKj6CV0kzliQ4cNmY8BjbfyjxNwJlVLbm1GCqWl1tJG4AgE+f5YcsHex4O8NkB+OAFs3UkACswCIOeeFvCCvjkwApBOQgkjzxarX+zWoYlrFLE5dI8dMOnGqDKvqIq1j/AFGcLZcPae2CgYyQpznEM0nq8Rliug2F6gXNVLztXdBJGcSYwbBYiMhH3CQTrlOCXIJncSNMQsEARiQTIMHDFuuUnCMrbQin1DX1ZEYCqATmwGmQIxfydycW3g1pb7JP/WVn2lpP8QkZYqaTBIJDDFDOfQmYZevlhGUFYYQo8SIk4iCxBVDlkdxEn88sCvaBl6h/F4a4qStSrQF3/wDq1GPkPFasKBwnZWU9AydPx/4A7bYDmqbdvjkTiwbpkmG6AYurYFVY73In1EDKfpiQYWJZsH1QTmZGJAGRgHF1TVCx3XalhOdbE/cIwIjwB/HCDxlQT18MOzehmVlkHoTBwlwTZWCK84gkgGPyOeAH1BIH4Yddg2JmZ1mMKdpO37en1wHaFVQc+hxvAIDncAcRJVxJacwxxXt9DkyI0jFc1myTuBr1nATYdz6qM/ywRpAjaNRhwELj7XOgnrrhvdqLceTuKNBCk9D454tt7X29uDxwjAcN39xpnL1fTDstRKIN2fUnUDD75r1IVImCPLrg7msZqUn3LDptyAxSkn05e5YZkgf444oraYXOTkBOPSZQ+pmImABhwDEGPVqRj0jcD6TGmFCLvP2gN0jKThVtgL9xJE54sZRGf/T0LYtBrhrjMtMrHQeHhhQsqBErtgeQBxIG/wDhMHIDxwgcbgCY6E+BwzooqLZJTUTpEbjP0xuVgYPqJ0+mLaORceHAlOVSpYmDpC4dEdrFeDUzyMh5HDqbpQGTI6Rpiv8AT2PbbtLXJsMISY/LH6jkPDBVqQKoVdqjaAAPAZ/XDZaZieo0wxC+rLTHq6wcQVjQiMMFbTx8cB1bcQNsHrhQ4kARJ1wpcjcxG0RisD7QSpUDTrOERX2uGI9P0wEYbXVkUGM4AOuK3JixtvTxP+AxQVJf3CNjjIEDKcfIEYw78K1YPX1VnL8B/wAAdltLQtqOhUeKjL9+LVJ36lT4Dxw+2TtE2eKjISfzxyK3rBOSq2pGZOWHBEJov5ziRoDoPE4JVgCfQyE+ok4S4rM+qD0E5fXBsOQRd6F8xPl9cXLasixAyqoOYZhp+WK1YS9cKJkjPU/kMMXaNInQ/TBCRGg3eBw1ep8MNVbkQdwIwADKoIOCUEa+oYrZhIA6aaRhAW9TGAPAYEQDMBvwxbYGkTmX0E4ZQIOQ+kdfxw4z2AEhOhOmHldn8IAOU+GLCRtYZNH542JWS/iPDAYkBs2es5R+OFO05mQD1xRY2assIpyjMTjZsjdAYeXji119S1AkkdMV1dx5B4dKBjbfUu5gApIgeJOXlrgtUzfzCN6vocpGKyqgtMKXIgCPPBASQ0ooJ6664XixvRSbqpA+8iCZOGdzCMPSs67dMMIBnVs40w0qNQZH+GHQJJf+XJ1A3TkcEKu8nxwQilGYbQomc9MQbvaJXIDMjKJz+uCFYFiRDx00zx3PtvF5XtV89a+4dwVEG9xxyYr3agSdxA6/QYWlqwwrG2PP8Pphsio/hAxGzco8cQeuag49OcnTB0BPjJxAAMmcLImMwJg4rXaEzChgc4AwihtlmahAc8uv44rYMVE+20eGpwjqgLQkLmCQMpnFCnNmMAGTkRljjKY2jIhfM4eqSFbhWHLQ7YH+P/AHbCXIKKFVRnO4H/LHKVK1cujcchxM7jnHnjllQVNqNx7AVP2swMf/AJcWKyEOSGLAelDPXD57gJz8YwHCEUWTssIgEoc4+mDEkwCTpinc29QIWDkB0wAvpPl5nDCsMiqiVk2wZYDP6Dww6MTIKycug8cGm6VAifpGv44ZaX/lA7V3axrhyTmD4+GG3KSCN7DPWdMPmPMj8sBRIR8/ThAmW1gCp8BritnUhWHpZxr9MTumIIkYAJkN62jyxtKAACGOpOGIf0jOfrgKFJZAWZ0Hn1w9fHU2EK1zbczCiST9JwxJyYBSx18ZnDIuoMszeHTB2gPOZJE9Ixxq24dFgZdnv2SDWN06A4dWIaAG/l6T0jri5PTV6S9jWrIOGupULXI9J+30nWMVIm1VrHt7YCwD1xtBkLMDUaYCZt/DJEwdT/lh1dVJBATw0mMKbFVhXuZa+hnLA2MJORqHiMj9MfqbKA9NeQs3rG7XSemFC1Q4JLmep6jBdPQWYKB4DTDksUJJCWAajqcckWtvOzbxlPV9wBJ/CTh0A27MvUNZxYytseNqlMjGhnywVSGnIBdchmcMvTUHCMGDbhPp6RlnhQ2U5HC5D0jaAB1HXEnSZGJACict2K1UQCRJOOGoKrbVXsJAiTuJH44ossQXqgDsCYDeRxs9yP8A3PVkc2ygDywqh1IUbSh+uUYVSWjJg/QQemEKNu3Z55xnETimpmEW8W5DGcgJMfn/AMAVcIkmqqgMFH4f54W2sR7J3yPGdMCm4gXcc7ClICgZCJ264sa5WsUkuURipZoiAc/rg+JGhM9IGuPjnFSj2m7PRdx77DpY93JsuJJ/FRgkCC0ZKdBGNoG4IB6fMnrjaw1hUUeM+XhglnO0naAM+kZ4LIfSozwxPrLfaxzywxIEjKD4YiM3JUHww0yEzQthzlBJ064QGdpP2nwGLAa95I9LTEeeKqGtlaPSob/zHpjaSHkR5Yh1/ljPcNY1yxeVEK3qrJ1AxuDEqNNg6zGES+rZvBZWGYAnKf34tqqsK7lIsKgglTqD5HA9qbgxl3rPoUHpHj44A2BTYxPpGo+uHaZ67fDHHJgKs7j1M5YKpXuRDIssG6f+eDdyla+s/wDUWttjEBTkDBjDVqpZZNZLRrOWLE5nHam8AmyuyVYR5YrKqNqsHAWBnE4S9ySbWLe2hg9ZH44mTSn8SnP8jgs87YgbDGCvHtX2mOxkB9U/U54Ksq2BQUrz0zk6eeJBFRAmdMsKGggxLdATjb1UwCMp6ZYJEdYjTLBUwxXrgZAAHRtCAc8M9Ke1u0Fc5AiIz8cP71UozbRevqQ+kMQrDIwGE/XG0fl54YZSdZ/PBzgZZjA13NmB54gncc5P44rLsQBkhXMYLlggG2AddfDFJmbSY9vTFZUQ5gs3WMApXuClXDkhY+o88cdSfU+du7QDyGEoClSZ9YzBznHArsrI30XqrGI/6RI/Ef8AAHbr6bJ5z1lORUP9Ma/XFq11+jL0kZ4tXbmCS26Sf24tsAC1A+2GBg7iOmG3iTmGJ8J6Yev3CahmqHxzH+OM/vPRcWNaCqqpYFRMtOU4WEIk+oiI0wMpIYQ3TPEaEg7gBgKJM9Rph2glhqP3YJB2E5KOo6E4gAjIAEjOY1OCkGVmScse4YYqw2awR4YkgHP7fDFStYK1Yjc+Q2gHM4Oxt1aEoHHUdMsKZBCabR4ZZ4Kr6t2cN9MMHYiuCVFY8OmIqO5Ss2LyNpYN4KfDDutFbqB694G5h+GH20AqkSrT/FiCPbrAyAnbrglUHjtQ57fpipbg1bIu9ls6k55Ea4BLRBgovXFjiKwA0q0ZgD/nhLaz/wChlkZ/+Jw1vMta61v+ozGXY6Zk4SsLDsQykayfADCQAoSW9WWROeL0Y7gsMJGgJnCpWDPUdMKdoqVsp6knrgls9pzIzWBjZZBMAllPjngV1/zEI3AA5ggY9gpNmZVx0Hhh01y27T54c7wrr6VXx64M5TnnlplgyDl1P5YFTXF6ap9qqdyKWljA8yc8ZLBmcvPEkQW0nBPQ648RM/4YImATnPhilW0BEYq2tkxAZm1/DFQf7SVCt18sVv8A6hGRj06YX3CFIAZV+h6447ECSA0+ABjFaFzKtuCiev0x8YsW0qvJa6qxZ6e2f+ACu4NtqFhWdBAH78WupkQSCfEYlfvA9RGYw4UZzAP7MEFNgjIzqcN0Yja0+WB4LlllgyN6TLhcpB6ThFSsqoJPtzIiIwBAIXPL88EwNwMicENlH3RlgspksABu6f8APCloUkiAdfriy8AAV5lehEYkgzYSR+eG3EADMhsoGGK2RGWDBB2CGAzxtTMtlPn44DkyFaSB1XDPu+2fST/DgBoG0yCPDWTi0JXvYbctJ/vGLXMpa/oVYEKGaQJOC4cm1mABrOo/DAsksCSi1EzJPhj+bQRt6kEZT4Yppt3bq4VEr66DOfrjkV11iwcUmvkhXDFHWQQdvXLF9H6hK7Ap2LccyQIz+uClForpEQjsNVyJHlOPSymz+Jycj5jFVi2BjqA2g6YB1DkAsNJx6ixZZmD6Y6aYVKFlt0ydAMbXhnJzy1/PHtPWoqAIlB0yH+GHatDp6QdR0x7bKzHMbcxEHFdv6fbI2yd2szOWPSu0iSy+OWFcsrnM2IRlnlljkW0UNyTxUbkcrYMq61IEk+EmMMgG0zPqjDBSCTJIH5nBGhXL8MCDAPjgrEnqemD4HpglhIGv0xUIOwEHPpilBYEV2AV7Ptwg3TH22dJB6eWE5OzcU2qUGkgQDn+eJVQhkEmM4iMV5CIG6cswemKgjbU272nqQemPh9ixsdjJH/mQj/gDnKf/ANIKGOg2ycXALCgM5bTLTDQBt1/l9cEg7dwyX8ZxuRcgJznLBJEzltxs2AFiG3HXTG2JH2hh1zxUlQDXWkUrWMpZjA1xZS8LdQzVMhOjK0EfnhgHCtrHnha929mG8k/TC7mC+Cf44ZWTIqWWIOkf54IrYkfaynBZWDGPUZ+06dMNvhljORqJAwzRu2TsHjIjTFjX2+yrbhXYi7obbInywlntbqjK+4mYJ26ZaYckbVU64YBN7SJn664dErmtpC7oByw9e9hynIWzk3EQF8hi3i1c1OOlQZv1HJtrqqMKWJPuEZf30w9Kcg8kUkg2LGe0ZnLoOmPeq5LVBPUEsInWNMPat63O8JN5JIXyGByLQLGPrdFkDXzwq9x4nIv2V7OL22phTwwVM7j7UMxbLU9B4COAeOlHHmhV5HH41SKVcA7hIzgTAwzRMBSFYagTlHTFbKAxOZ3aSen0GDX7WyAGNg8QdB9ce2PU33O3UzoMBFUkqcyZOgk4BUbI9J3Z5/QYb1bhKizboJwa1IYZzY/hh+TJqVFDArOZJ1jFrm24N/7bWJrn5dTiLLmuXbtRYPXrng7RnEQfpODuEH+FpnTFqK7VlxDFXZVZQwaCAQCJAOfXHpUZEttw+5drMM8s4w06H0jEBRnjTTAEZ9Bh5SBn1wkmADEDwwhOQWAqN4yThaw+1iA24ZRGKjY4MbRJ6kYIy9REEHy0OEMycl2z5zjjIGAcDazP/EJ8MfBLzZvD8pOOQMtTAnAI0Of9v9493QkbY/0gRjkIgIJBUyYyPji5l9TZhQcvPB/iBBAGn1wwAPtnRvwGGCNAOeeIgjqSdRg21wqLtO9dJ1jCsyNWwBnOBoAIjOcHbu9ZLF7GksdZzx7gQBTlubrGWWCdoEn+XsAn8cCAfUJkYRmJNjStgy8cNd/BGwKvlnoMMUTbuOfSJ/ywwz25TOhwyzAEQ3gcMZJjIn9uH2ZVNnsEkGesYGxwsAm9IOZPWTgF821UN18MXPfU1rVKbK1ryGeYmMWcjk2FZJdFGoHhjaze4Iexd8gkgeOJ4yFQEa3ZXLZIdxP0EE/hh1BOksAI1E4ZrGO8SVCkSSM+vTG6mDoHafVOmmKiBvbpu0geAwbH9Fr7smX1ZZDP92K3LMXYZMGynrlgA2+2gQPWCJLEDIfjiBtYESp/inwjywxZQGADIzkTGmA7W7GMBU6D8PHDBrCxnbvcjasDw8ce57xRjJOwZSBPTBrqu3upDMxX0g9NcNTXc3tIpHuhQN0Z54VLX3g+sGv1AZeepOJCt6oLKfHD7VZYMBictD0xbdKlKF3AN1bSBjaU2g5DaM8s8bUYndEz1OIDbgJBP7MASSNZGmGzmNZ6YPqicZGfH6YUXOaq2IDPElQTmYwmxi6yIK+AP/LCoSF2kBQw6xhTIRlgsR4DFSswYP8AaWjTWcUlQCs+4TOoxWXBI8NNdMUMuT7gZAMnPyx8KcDOrnccuq5QZkn8ML9B+7+3+5oiFoAssOeSknFgQiwyd20Z5Tri5nr2pXGcaf3nDuTC6hvHDqIIGjDx0wvuerdr1gdMFwJKyGRTEj+4wNy7miSpf+KM8sKywivKiskGJ6/XBqNKurwXcP6lBE649uxPcWAAEKwv8XTywpsQ1PPqViB/fLACWaD0FiAATkBiy70tXUPW6sNAcEUIN0y7tGkESPywrcpGub+JKCGz8sfyOI3tkAO9sKc5OWflh9gLVypXeRMt6uvkMNAId4JDQNs59dYGGLXJU3rhHb1AKJk/sxsDG60+lWrGa7VnOfpnj27rVRnbcXeTAYST5CBi2k3sruCjrUM/H92F3cmyxi6olK1ElixEQRq2YxfwORyTxuWtqce02KRZUCxFigGPUNMNT2jm7O38WeJxByK6mu/TkmUZguc6mPHwxzOb/uZqPPb3+aRUv/UI9TKqAACdAMD2eaA6Mwqa0bZz1I88UXpyRyd6A32KkIryfQpP3QNTgUVoG5DSqFEMkkZABZk+GKG5fJo4vKsBuHbOUrpfsK5GCMsxEfjj3m9t6lYqzKdTplOmKGsvp4iWEMq1sWJWNMsLb2+wWLt9yy6RtDATGfToMP7X6G0oBG/lIgMgERGR1y8cz5Yq43K/ScZuR66rqeWlild23eI1GWR6645vE53eeNQ/H/hvda9xbMQTMzoOuOZX3Hv3b+PXxGzsa6VJ27oUqM8iNPrihV7zw+WnLZHrbi2hjDoDB+mZ+meF5/8Au3F4nGuXL3b1UkghSIJ16+YwHu+T9tolRZyXe4bqt0IB56zinncf5p2LuNDo9zrwucjWemo3RB6wBtHUZ+WK7uRzqLWYOFSh1sFYRQxJMx1/LPHPVe48cV9v2/qTa+0MGOq+OZxs/UVNZWxRirSPz8MWVDk1FnhgBJgGeuH/AFN9agwp9s7s9cCCoUZgdczGBuZWDCWBMHA9ppAMR+/FVSgGzkutVVWZYlhll+OHJ0Rvbb+/5YJStgU069f+eBCMwMetsyfywAtM9W3dBHXCVuAHKjYz9AcVVkLWMlBBGn9xitVWcwJsMD6z4YCETaWBRK88gMjj4rxAprc3ry2BGfoG4z9MAeGX9vvf3Og0c9l9o8yjJiPPxxdYvym2tLSWA9tdyz54tTifMNgs1PIr1/8ApHhhhx/ndVTPruraB9IXwAGLCnz3gLW5ygXCJJYmPb1zjXzxv4f9Ru1CseoC9bzJga+jTpgW8b+o3Z+KHBr5Ap/UpuVhn/7baHrituF/UzstXHJm2227l7h9FWiDEeI8cVex/V/sl2UMxbmptynT2mmD/n5Yalf6tdgo4pMrZx+VzNwUgyNp4oGR88xnkcsNX/8A3g7HVxpMWtzuZuO6M9q8U6RkJ88jlitKv62dgvqc/wA6w8vnhlDElgAeJnHTMeOWmO4U/Iv66dn7dUqU/oLe3Py72sdvc93f7nGWNsLEayTkRjlN2/8A7ju3P7ghOHanIFcEgkSKAcyPHzyOOdbxP6o/HO9ck1pTwVou5dX6ZFt9ywon6fa7OAoliMgepM38an5d2nhsgFzW285SpLH1Ca62JyAIOh8iIxWr/wBQ+xOlgUWovcLSqgGYG7jAmf2+Rxxtn9W/jqbgK7qWvucqsEEy1Syc8vHyOKlt/r38d92zZ77WWctisagfyIOuHfi/1/8AjkCPaHIt5hMTmCwoHTTLM64RuP8A13+KXhY3UW384DwYAnj9Ritk/q38JpVVWt3r5ncGYhT/AOfixOmP/wDsnwtN+VjDlc8mJgxPF8P79cI/E/rH8MeypldLLOXzkI2ncCscUwfA+OuL3b+p/wADuteNt79w7iWMNMndwzmZ/PDe/wD1M+BK6EtUK+49yMyDlJ4S9D4Y9H9Svgm8ArtXuXcMxoMzwh0/biK/6g/BVauQjL3bnS0kmc+DllhKh/Uv4ItCSBQ/c+c5EzOZ4Wcj9uH53bP6o/BeBzk3NXdxe580sx1Al+FlmBHn+BwORzP6n/CO4chvTZbyu88x32gzALcD9n4eeGer+pfwGu6SRQe6c0g+Zb9DrHlr+eKn7f8AOPhHemrAHsdv7sS/oBIz5fEpBn65nXxx7VXK7NawSE/Qd17c1R9EgEOV1Bg+evjh7h3/ALXx9sXWVf7lwWJCiY9O4kHQ+evjhewt/VHtdvcbXNe5u5cFlyb2thVoef4HBXJoBjI4U/8A879q5P6n+c3Is7hxw1m7MT7iA6ALnrABiAcX38r5F2q28K07+68R9/pmRvAEnTPrrlni6j5d834nbLkmhuVZzOAawxb289zDb6jsJIgEgNEg4XiW/NaO5C2/9bdy35/HliljCIdxtUNKPP2vCtGRxR2T453Di3czmRWtfL7jxiWAj+AsWgH0tIybIxIJv5/ebKhwln3ruH3Tifa0Gf5rpH+mT11yzxyOF3f5323thpB/VU9z7txatqMwq3Mz2CAG/luT9rQGgEEi7vH9Z/jfbeNb6P1Hd+9cCioBW9plZr3ULtJ2OGja0BokEqKv62/DeSYIa2v5B2sqClmx902DbtJ2vujaxAfaCCeQ3cv65fD+EtBNfLst7920PWyTKlXdSNp9Lbo2tk8SCXu4v9c/iXM4ysUuuTvXb0KOus77FI25bp+3+KBngtwvnvZ+alXre/jc/isFC7SSYfUA5+euWeEq4nzHtXdOV7oqNCc6kiRJCvsfLJSD4Hyw55XK7d2+64717bVdVQKlJAgLvPpXL9+mF/Rstt6xcOTw+VXCekGdxM5Bun10zxxR33vXB7SOWS3EfvHMSkGJB3FmAgRmTlMaYKcr+o/YODuIN3vd44qKBJ1ZmAyIhpOR1gZ4bkD5/wBn9ioFxz6u48Vk9IzklsgOpOnWBBwvG+AJb8+5LUm5+L2Bl5I2LCCxmrOW069cVDj/ANHuf7jkC2zuFtaIo3x/rGgE4PI5XwU0BiGFQvqIrGZgbX6CAfrimnk/GG4lOs2XUwJH8UOfDPHEt5/P4fFuCzYgt3MsxlK64q+Qcq5e4fIFrNVbrJSvdExP/Efufpq/c/8A1Ni7vzj/APqtffPj/B7zWklU7rxaOQBIK5C1W6GMIG+EdoIr+wHt3DgSuzL+X4ZfTG7tPY+H2xojd2/jU0mAI/8AbUdMNXbUttbZMlihgR5g4ezufwjtHcbLQVsfndt4dpYMntmTZWZlTB8ssP2f5R/QT4b8i7S53v23vfxnsvKoJ27J9u7jMs7ctNMsVP8AHv8AtQ/pv2N6I9l+0/CPjfHKQpQQauGsQrEfQxphm+Tf9pX9N+92NsLW8/4V8ddyaxtQ7v0k+kGBnkMsL7X/AGY/0xqKbNjVfCfjyke2CEgrxQQVDEDwBIGpxyG7f/2w/FO018lRS/E7N28cPjqgCgLXTxWrSsDaCNiiDJGZOB3P4/8A9tnxzt3NFg5a2JRc6rYHFgYJbayghgCIGR0xx/lHev6D9n5HeeKvt038f9Xxq9usGnjXV1kAgEArkcxnheP2n+lHY+DSgVESnt/HyCyRmVJykxiqr5t/QvsHyCqhXrpr5XE2BVchiB7LJ1APkRIxSO/f9rnZObTx2FtPFXld4qpVgQZFdPMReg6dMcfsPZP+2r4vxe08Yh6eHdwffUFTIk8hnJzzzOF4H9PvgnafhfDVF444/wAY4HG4S7F0X/46LkOg/wDwD7//2Q=="/>
          <p:cNvSpPr>
            <a:spLocks noChangeAspect="1" noChangeArrowheads="1"/>
          </p:cNvSpPr>
          <p:nvPr/>
        </p:nvSpPr>
        <p:spPr bwMode="auto">
          <a:xfrm>
            <a:off x="6254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" name="AutoShape 4" descr="data:image/jpeg;base64,/9j/4Q3WRXhpZgAASUkqAAgAAAARAAABAwABAAAAwAgAAAEBAwABAAAAwAgAAAIBAwADAAAA2gAAAAYBAwABAAAAAgAAAA8BAgAGAAAA4AAAABABAgAMAAAA5gAAABIBAwABAAAAAQAAABUBAwABAAAAAwAAABoBBQABAAAA8gAAABsBBQABAAAA+gAAACgBAwABAAAAAgAAADEBAgA8AAAAAgEAADIBAgAUAAAAPgEAADsBAgAIAAAAUgEAABMCAwABAAAAAgAAAGmHBAABAAAAXAEAACWIBAABAAAAUAUAAGQFAAAIAAgACABDYW5vbgBDYW5vbiBFT1MgUgCA/AoAECcAAID8CgAQJwAAQWRvYmUgUGhvdG9zaG9wIDI1LjYgKDIwMjQwMjExLm0uMjQ5OCAyN2Q4N2E2KSAgKE1hY2ludG9zaCkAMjAyNDowMjoxNiAxNzoxNzoyOQBnd2Fuc3VrAAAAKQCaggUAAQAAAE4DAACdggUAAQAAAFYDAAAiiAMAAQAAAAEAAAAniAMAAQAAACADAAAwiAMAAQAAAAIAAAAyiAQAAQAAACADAAAAkAcABAAAADAyMzEDkAIAFAAAAF4DAAAEkAIAFAAAAHIDAAAQkAIABwAAAIYDAAARkAIABwAAAI4DAAASkAIABwAAAJYDAAABkQcABAAAAAECAwABkgoAAQAAAJ4DAAACkgUAAQAAAKYDAAAEkgoAAQAAAK4DAAAFkgUAAQAAALYDAAAHkgMAAQAAAAYAAAAJkgMAAQAAAAAAAAAKkgUAAQAAAL4DAACGkgcACAEAAMYDAACQkgIAAwAAADgyAACRkgIAAwAAADgyAACSkgIAAwAAADgyAAAAoAcABAAAADAxMDABoAMAAQAAAAEAAAACoAQAAQAAANQDAAADoAQAAQAAANQDAAAFoAQAAQAAADAFAAAOogUAAQAAAM4EAAAPogUAAQAAANYEAAAQogMAAQAAAAIAAAABpAMAAQAAAAAAAAACpAMAAQAAAAEAAAADpAMAAQAAAAEAAAAGpAMAAQAAAAAAAAAwpAIAAQAAAAAAAAAxpAIADQAAAN4EAAAypAUABAAAAOwEAAA0pAIAFwAAAAwFAAA1pAIACwAAACQFAAAAAAAAAQAAAH0AAAA4AAAACgAAADIwMjQ6MDE6MDIgMTY6NTU6MzkAMjAyNDowMTowMiAxNjo1NTozOQArMDk6MDAAACswOTowMAAAKzA5OjAwAAAAAAcAAAABAAAABQAAAAEAAAAAAAEAAAAdEAAA6AMAADIAAAA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4iAK4FAAAALiIAvwMAADAxODAyMTAwMDI0MgAAGAAAAAEAAABpAAAAAQAAAAAAAAABAAAAAAAAAAEAAABSRjI0LTEwNW1tIEY0IEwgSVMgVVNNAAA4MDE0MDAyMDUyAAACAAEAAgAEAAAAUjk4AAIABwAEAAAAMDEwMAAAAAAAAAEAAAABAAQAAAACAwAAAAAAAAAABgADAQMAAQAAAAYAAAAaAQUAAQAAALIFAAAbAQUAAQAAALoFAAAoAQMAAQAAAAIAAAABAgQAAQAAAMIFAAACAgQAAQAAAAwIAAAAAAAASAAAAAEAAABIAAAAAQAAAP/Y/+0ADEFkb2JlX0NNAAH/7gAOQWRvYmUAZIAAAAAB/9sAhAAMCAgICQgMCQkMEQsKCxEVDwwMDxUYExMVExMYEQwMDAwMDBEMDAwMDAwMDAwMDAwMDAwMDAwMDAwMDAwMDAwMAQ0LCw0ODRAODhAUDg4OFBQODg4OFBEMDAwMDBERDAwMDAwMEQwMDAwMDAwMDAwMDAwMDAwMDAwMDAwMDAwMDAz/wAARCACgAKADASIAAhEBAxEB/90ABAAK/8QBPwAAAQUBAQEBAQEAAAAAAAAAAwABAgQFBgcICQoLAQABBQEBAQEBAQAAAAAAAAABAAIDBAUGBwgJCgsQAAEEAQMCBAIFBwYIBQMMMwEAAhEDBCESMQVBUWETInGBMgYUkaGxQiMkFVLBYjM0coLRQwclklPw4fFjczUWorKDJkSTVGRFwqN0NhfSVeJl8rOEw9N14/NGJ5SkhbSVxNTk9KW1xdXl9VZmdoaWprbG1ub2N0dXZ3eHl6e3x9fn9xEAAgIBAgQEAwQFBgcHBgU1AQACEQMhMRIEQVFhcSITBTKBkRShsUIjwVLR8DMkYuFygpJDUxVjczTxJQYWorKDByY1wtJEk1SjF2RFVTZ0ZeLys4TD03Xj80aUpIW0lcTU5PSltcXV5fVWZnaGlqa2xtbm9ic3R1dnd4eXp7fH/9oADAMBAAIRAxEAPwD1BJJJJSkkkklKSSSSUpJJJJSkkkklKSSSSUpJJJJSkkkklKSSSSUpJJJJT//Q9QSSSSUpJJJJSkkkklKSSSSUpJJJJSkkkklKSSSSUpJJJJSkkkklKSSSSU//0fUEkkklKSSSSUpJJM97K27rHBjfFxAH/SSUukqdvWej0/zufjM8jayf+qQD9Zvq+P8AtfSf6rt3/UgpKdNJZZ+tH1fHOaz/ADXn/vib/nX9Xf8Aucz/ADX/APkElOqksg/W/wCrQ5z2D+y//wAgoH66fVUc9SpE+O4f99SU7SSyK/rf9VrNG9WxJ8HWtb/1e1XaerdKyDGPm49x8K7WO/6lySm0kl59kklKSSSSUpJJJJT/AP/S9QSSSSUpJJJJS45Xn/VrHW3vdY7e6dSSTyfNegDled9Q/nnme/b4pILTdtAAECdZAH/SKG5xLQfESFN4gMMSO418Z15UD9Fje7RLvIkaNQU52bq1ZFoElbGbown7lj2OBJRCkUAzoOFE1s2PMdvu1UjO0pFs0WE86RPPPZJTnWcxHxRcANbeI/BBt0dqjYR/TNHYoqfVvqDbb6pr9R3purJNZJLZEa7Su2XD/UIRf/1t35Au4QSpJJJJSkkkklP/0/UEkkklKSSSSUjtycbHAdkWsqB43uDZj92VwPUHCy0uY4OBJgyAtT6yGer2T2rrb+BP/fljP5SQ1rnmsCa7HToNjgf+/oNmWxrQ1zPSPMWOa3Q/nRuKtvPC536wPLc5kd6mz4fSegps5VlVrSDbW2fMn/qWrPfh0Ez9qr+G15/76qhvcdJSNjmubMjgidJCKmycOvaQ3IqJ897f++KD8DKcz9G6iw8fzsCP+uVtQPWk6qYsJPKSmhlYuQ20seKmu0+jY1w1/lNVnB6Xmey0ensOocLWkEfJV8kfpOO3962Oln9TqHkkp7n6k5WLjXkZN9dRNZaC94ALiW6biu5a5rmhzSHNOoIMgrx+vuD5fkC776h/8iWN7NybA0eAIY7/AKpySXo0kkklKSSSSU//1PUEkkklKSSSSU8h9ZP+VrO3sr1/srGdquv6p9XB1DLdlV5BpsexrC1zNzfb/aYuQyWOpcQA1zuCTp+Tckhg8cSua+sRjPrjj0mmRqOXrYvq6jbt2W0UtbqIrNh/8G9qzczomdkP9azMb6kBsCva2B/JYW+KCnH9R/plggNOp01PluhQknmSrGR0rIoEuureP6jv/JKqTc0wXNIGnB/vRUyAKm10c8Jt79v0mlwECWT/AOjEM3ESXPLfDZW06/2rEFMMgy+ex4+UrW6WIw6j8VhPyXzJAcYgkgdvmtXpnVgWsodTtDQGhzHeHctfKKnaYeT5/wAAu/8AqFr0W3/w1Z/1NS5joXQ39Zea67/RhvqOc5m7SQzSHDdyu56D0avouAcNlpv3WOtdY4Bsl0cN93ta1v7ySXRSSSSUpJJJJT//1fUEkkklKSSSSUu3ledZ4/TO+K9EGmvgvO+oGbXJILX/ADUO0jaFIyB5FBsmEFOT1P6BhYbh381u9Qjad2ix37CeRyipFpE+KG9uiMdsac9kFxcOR80lNaxuqsdPH6ZoQbEfp/8APhJL6r9QdMh/nQ7/AKqtdquI+obh9qI/4Fw/Fq7dJSkkkklKSSSSU//W9QSSSSUpJJJJSlk3/VbpFztzm2A/ybHBaySSnCP1N6Qfz8keQtP/AJFDf9SOkOMm7KA/dF2n/Ubl0KSSnlrv8XP1fu/nLMs+Xrn/AMgg/wDjW/ViZnKJ87yf++Lr0klPJt/xZ/VpvH2j5vY7/q6XKLv8WH1bcCDZk6+DqtP6v6Bdckkp4k/4pfq24y7IzD5b2D/qagiU/wCKr6tU2BzbcotA1abG6n+sGLskklOX0n6udN6Q82YnqFxbtmx5dAPl7VqJJJKUkkkkpSSSSSn/1/UEkkklKSSSSUpJJJJSkkkklKSSSSUpJJJJSkkkklKSSSSUpJJJJSkkkklP/9D1BJJJJSkkkklKSSSSUpJJJJSkkkklKSSSSUpJJJJSkkkklKSSSSUpJJJJT//Z/+0R6FBob3Rvc2hvcCAzLjAAOEJJTQQEAAAAAAA4HAFaAAMbJUccAgAAAgAAHAJQAAdnd2Fuc3VrHAI3AAgyMDI0MDEwMhwCPAALMTY1NTM5KzA5MDA4QklNBCUAAAAAABCroOAmnfUUx05sKl/qfHL4OEJJTQQ6AAAAAAEvAAAAEAAAAAEAAAAAAAtwcmludE91dHB1dAAAAAUAAAAAUHN0U2Jvb2wBAAAAAEludGVlbnVtAAAAAEludGUAAAAASW1nIAAAAA9wcmludFNpeHRlZW5CaXRib29sAAAAAAtwcmludGVyTmFtZVRFWFQAAAAnAFMAYQBtAHMAdQBuAGcAIABYADQAMwAwADAAIABTAGUAcgBpAGUAcwAgACgAUwBFAEMAMwAwAEMARABBADcANgAzAEQAQwBDADkAKQAAAAAAD3ByaW50UHJvb2ZTZXR1cE9iamMAAAALyADVdMDBs8QAIMd4wcQAIMEkyBUAAAAAAApwcm9vZlNldHVwAAAAAQAAAABCbHRuZW51bQAAAAxidWlsdGluUHJvb2YAAAAJcHJvb2ZDTVlLADhCSU0EOwAAAAACLQAAABAAAAABAAAAAAAScHJpbnRPdXRwdXRPcHRpb25zAAAAFwAAAABDcHRuYm9vbAAAAAAAQ2xicmJvb2wAAAAAAFJnc01ib29sAAAAAABDcm5DYm9vbAAAAAAAQ250Q2Jvb2wAAAAAAExibHNib29sAAAAAABOZ3R2Ym9vbAAAAAAARW1sRGJvb2wAAAAAAEludHJib29sAAAAAABCY2tnT2JqYwAAAAEAAAAAAABSR0JDAAAAAwAAAABSZCAgZG91YkBv4AAAAAAAAAAAAEdybiBkb3ViQG/gAAAAAAAAAAAAQmwgIGRvdWJAb+AAAAAAAAAAAABCcmRUVW50RiNSbHQAAAAAAAAAAAAAAABCbGQgVW50RiNSbHQAAAAAAAAAAAAAAABSc2x0VW50RiNQeGxAUgAAAAAAAAAAAAp2ZWN0b3JEYXRhYm9vbAEAAAAAUGdQc2VudW0AAAAAUGdQcwAAAABQZ1BDAAAAAExlZnRVbnRGI1JsdAAAAAAAAAAAAAAAAFRvcCBVbnRGI1JsdAAAAAAAAAAAAAAAAFNjbCBVbnRGI1ByY0BZAAAAAAAAAAAAEGNyb3BXaGVuUHJpbnRpbmdib29sAAAAAA5jcm9wUmVjdEJvdHRvbWxvbmcAAAAAAAAADGNyb3BSZWN0TGVmdGxvbmcAAAAAAAAADWNyb3BSZWN0UmlnaHRsb25nAAAAAAAAAAtjcm9wUmVjdFRvcGxvbmcAAAAAADhCSU0D7QAAAAAAEABIAAAAAQACAEgAAAABAAI4QklNBCYAAAAAAA4AAAAAAAAAAAAAP4AAADhCSU0EDQAAAAAABAAAAB44QklNBBkAAAAAAAQAAAAeOEJJTQPzAAAAAAAJAAAAAAAAAAABADhCSU0nEAAAAAAACgABAAAAAAAAAAI4QklNA/UAAAAAAEgAL2ZmAAEAbGZmAAYAAAAAAAEAL2ZmAAEAoZmaAAYAAAAAAAEAMgAAAAEAWgAAAAYAAAAAAAEANQAAAAEALQAAAAYAAAAAAAE4QklNA/gAAAAAAHAAAP////////////////////////////8D6AAAAAD/////////////////////////////A+gAAAAA/////////////////////////////wPoAAAAAP////////////////////////////8D6AAAOEJJTQQAAAAAAAACAAI4QklNBAIAAAAAAAYAAAAAAAA4QklNBDAAAAAAAAMBAQEAOEJJTQQtAAAAAAAGAAEAAAAEOEJJTQQIAAAAAAAQAAAAAQAAAkAAAAJAAAAAADhCSU0ERAAAAAAAEAAAAAIAAAJAAAACQAAAAAA4QklNBB4AAAAAAAQAAAAAOEJJTQQaAAAAAANFAAAABgAAAAAAAAAAAAAD1AAAA9QAAAAIAEcAUwBQAEsANAAxADgANwAAAAEAAAAAAAAAAAAAAAAAAAAAAAAAAQAAAAAAAAAAAAAD1AAAA9QAAAAAAAAAAAAAAAAAAAAAAQAAAAAAAAAAAAAAAAAAAAAAAAAQAAAAAQAAAAAAAG51bGwAAAACAAAABmJvdW5kc09iamMAAAABAAAAAAAAUmN0MQAAAAQAAAAAVG9wIGxvbmcAAAAAAAAAAExlZnRsb25nAAAAAAAAAABCdG9tbG9uZwAAA9QAAAAAUmdodGxvbmcAAAPUAAAABnNsaWNlc1ZsTHMAAAABT2JqYwAAAAEAAAAAAAVzbGljZQAAABIAAAAHc2xpY2VJRGxvbmcAAAAAAAAAB2dyb3VwSURsb25nAAAAAAAAAAZvcmlnaW5lbnVtAAAADEVTbGljZU9yaWdpbgAAAA1hdXRvR2VuZXJhdGVkAAAAAFR5cGVlbnVtAAAACkVTbGljZVR5cGUAAAAASW1nIAAAAAZib3VuZHNPYmpjAAAAAQAAAAAAAFJjdDEAAAAEAAAAAFRvcCBsb25nAAAAAAAAAABMZWZ0bG9uZwAAAAAAAAAAQnRvbWxvbmcAAAPUAAAAAFJnaHRsb25nAAAD1AAAAAN1cmxURVhUAAAAAQAAAAAAAG51bGxURVhUAAAAAQAAAAAAAE1zZ2VURVhUAAAAAQAAAAAABmFsdFRhZ1RFWFQAAAABAAAAAAAOY2VsbFRleHRJc0hUTUxib29sAQAAAAhjZWxsVGV4dFRFWFQAAAABAAAAAAAJaG9yekFsaWduZW51bQAAAA9FU2xpY2VIb3J6QWxpZ24AAAAHZGVmYXVsdAAAAAl2ZXJ0QWxpZ25lbnVtAAAAD0VTbGljZVZlcnRBbGlnbgAAAAdkZWZhdWx0AAAAC2JnQ29sb3JUeXBlZW51bQAAABFFU2xpY2VCR0NvbG9yVHlwZQAAAABOb25lAAAACXRvcE91dHNldGxvbmcAAAAAAAAACmxlZnRPdXRzZXRsb25nAAAAAAAAAAxib3R0b21PdXRzZXRsb25nAAAAAAAAAAtyaWdodE91dHNldGxvbmcAAAAAADhCSU0EKAAAAAAADAAAAAI/8AAAAAAAADhCSU0EFAAAAAAABAAAAAQ4QklNBAwAAAAACCgAAAABAAAAoAAAAKAAAAHgAAEsAAAACAwAGAAB/9j/7QAMQWRvYmVfQ00AAf/uAA5BZG9iZQBkgAAAAAH/2wCEAAwICAgJCAwJCQwRCwoLERUPDAwPFRgTExUTExgRDAwMDAwMEQwMDAwMDAwMDAwMDAwMDAwMDAwMDAwMDAwMDAwBDQsLDQ4NEA4OEBQODg4UFA4ODg4UEQwMDAwMEREMDAwMDAwRDAwMDAwMDAwMDAwMDAwMDAwMDAwMDAwMDAwMDP/AABEIAKAAoAMBIgACEQEDEQH/3QAEAAr/xAE/AAABBQEBAQEBAQAAAAAAAAADAAECBAUGBwgJCgsBAAEFAQEBAQEBAAAAAAAAAAEAAgMEBQYHCAkKCxAAAQQBAwIEAgUHBggFAwwzAQACEQMEIRIxBUFRYRMicYEyBhSRobFCIyQVUsFiMzRygtFDByWSU/Dh8WNzNRaisoMmRJNUZEXCo3Q2F9JV4mXys4TD03Xj80YnlKSFtJXE1OT0pbXF1eX1VmZ2hpamtsbW5vY3R1dnd4eXp7fH1+f3EQACAgECBAQDBAUGBwcGBTUBAAIRAyExEgRBUWFxIhMFMoGRFKGxQiPBUtHwMyRi4XKCkkNTFWNzNPElBhaisoMHJjXC0kSTVKMXZEVVNnRl4vKzhMPTdePzRpSkhbSVxNTk9KW1xdXl9VZmdoaWprbG1ub2JzdHV2d3h5ent8f/2gAMAwEAAhEDEQA/APUEkkklKSSSSUpJJJJSkkkklKSSSSUpJJJJSkkkklKSSSSUpJJJJSkkkklP/9D1BJJJJSkkkklKSSSSUpJJJJSkkkklKSSSSUpJJJJSkkkklKSSSSUpJJJJT//R9QSSSSUpJJJJSkkkz3srbuscGN8XEAf9JJS6Sp29Z6PT/O5+MzyNrJ/6pAP1m+r4/wC19J/qu3f9SCkp00lln60fV8c5rP8ANef++Jv+df1d/wC5zP8ANf8A+QSU6qSyD9b/AKtDnPYP7L//ACCgfrp9VRz1KkT47h/31JTtJLIr+t/1Ws0b1bEnwda1v/V7Vdp6t0rIMY+bj3HwrtY7/qXJKbSSXn2SSUpJJJJSkkkklP8A/9L1BJJJJSkkkklLjlef9Wsdbe91jt7p1JJPJ816AOV531D+eeZ79vikgtN20AAQJ1kAf9IobnEtB8RIU3iAwxI7jXxnXlQP0WN7tEu8iRo1BTnZurVkWgSVsZujCfuWPY4ElEKRQDOg4UTWzY8x2+7VSM7SkWzRYTzpE889klOdZzEfFFwA1t4j8EG3R2qNhH9M0diip9W+oNtvqmv1Hem6sk1kktkRrtK7ZcP9QhF//W3fkC7hBKkkkklKSSSSU//T9QSSSSUpJJJJSO3JxscB2RayoHje4NmP3ZXA9QcLLS5jg4EmDIC1PrIZ6vZPautv4E/9+WM/lJDWueawJrsdOg2OB/7+g2ZbGtDXM9I8xY5rdD+dG4q288LnfrA8tzmR3qbPh9J6CmzlWVWtINtbZ8yf+pas9+HQTP2qv4bXn/vqqG9x0lI2Oa5syOCJ0kIqbJw69pDcionz3t/74oPwMpzP0bqLDx/OwI/65W1A9aTqpiwk8pKaGVi5DbSx4qa7T6NjXDX+U1WcHpeZ7LR6ew6hwtaQR8lXyR+k47f3rY6Wf1OoeSSnufqTlYuNeRk311E1loL3gAuJbpuK7lrmuaHNIc06ggyCvH6+4Pl+QLvvqH/yJY3s3JsDR4Ahjv8AqnJJejSSSSUpJJJJT//U9QSSSSUpJJJJTyH1k/5Ws7eyvX+ysZ2q6/qn1cHUMt2VXkGmx7GsLXM3N9v9pi5DJY6lxADXO4JOn5NySGDxxK5r6xGM+uOPSaZGo5eti+rqNu3ZbRS1uois2H/wb2rNzOiZ2Q/1rMxvqQGwK9rYH8lhb4oKcf1H+mWCA06nTU+W6FCSeZKsZHSsigS66t4/qO/8kqpNzTBc0gacH+9FTIAqbXRzwm3v2/SaXAQJZP8A6MQzcRJc8t8NlbTr/asQUwyDL57Hj5StbpYjDqPxWE/JfMkBxiCSB2+a1emdWBayh1O0NAaHMd4dy18oqdph5Pn/AAC7/wCoWvRbf/DVn/U1LmOhdDf1l5rrv9GG+o5zmbtJDNIcN3K7noPRq+i4Bw2Wm/dY611jgGyXRw33e1rW/vJJdFJJJJSkkkklP//V9QSSSSUpJJJJS7eV51nj9M74r0Qaa+C876gZtckgtf8ANQ7SNoUjIHkUGyYQU5PU/oGFhuHfzW71CNp3aLHfsJ5HKKkWkT4ob26Ix2xpz2QXFw5HzSU1rG6qx08fpmhBsR+n/wA+Ekvqv1B0yH+dDv8Aqq12q4j6huH2oj/gXD8Wrt0lKSSSSUpJJJJT/9b1BJJJJSkkkklKWTf9VukXO3ObYD/JscFrJJKcI/U3pB/PyR5C0/8AkUN/1I6Q4ybsoD90Xaf9RuXQpJKeWu/xc/V+7+csyz5euf8AyCD/AONb9WJmconzvJ/74uvSSU8m3/Fn9Wm8faPm9jv+rpcou/xYfVtwINmTr4Oq0/q/oF1ySSniT/il+rbjLsjMPlvYP+pqCJT/AIqvq1TYHNtyi0DVpsbqf6wYuySSU5fSfq503pDzZieoXFu2bHl0A+XtWokkkpSSSSSlJJJJKf/X9QSSSSUpJJJJSkkkklKSSSSUpJJJJSkkkklKSSSSUpJJJJSkkkklKSSSSU//0PUEkkklKSSSSUpJJJJSkkkklKSSSSUpJJJJSkkkklKSSSSUpJJJJSkkkklP/9k4QklNBCEAAAAAAFcAAAABAQAAAA8AQQBkAG8AYgBlACAAUABoAG8AdABvAHMAaABvAHAAAAAUAEEAZABvAGIAZQAgAFAAaABvAHQAbwBzAGgAbwBwACAAMgAwADIANAAAAAEAOEJJTQQGAAAAAAAHAAcBAQABAQD/4RAXaHR0cDovL25zLmFkb2JlLmNvbS94YXAvMS4wLwA8P3hwYWNrZXQgYmVnaW49Iu+7vyIgaWQ9Ilc1TTBNcENlaGlIenJlU3pOVGN6a2M5ZCI/PiA8eDp4bXBtZXRhIHhtbG5zOng9ImFkb2JlOm5zOm1ldGEvIiB4OnhtcHRrPSJBZG9iZSBYTVAgQ29yZSA5LjEtYzAwMiA3OS5mMzU0ZWZjNzAsIDIwMjMvMTEvMDktMTI6MDU6NTMgICAgICAgICI+IDxyZGY6UkRGIHhtbG5zOnJkZj0iaHR0cDovL3d3dy53My5vcmcvMTk5OS8wMi8yMi1yZGYtc3ludGF4LW5zIyI+IDxyZGY6RGVzY3JpcHRpb24gcmRmOmFib3V0PSIiIHhtbG5zOnhtcD0iaHR0cDovL25zLmFkb2JlLmNvbS94YXAvMS4wLyIgeG1sbnM6ZGM9Imh0dHA6Ly9wdXJsLm9yZy9kYy9lbGVtZW50cy8xLjEvIiB4bWxuczphdXg9Imh0dHA6Ly9ucy5hZG9iZS5jb20vZXhpZi8xLjAvYXV4LyIgeG1sbnM6ZXhpZkVYPSJodHRwOi8vY2lwYS5qcC9leGlmLzEuMC8iIHhtbG5zOnBob3Rvc2hvcD0iaHR0cDovL25zLmFkb2JlLmNvbS9waG90b3Nob3AvMS4wLyIgeG1sbnM6eG1wTU09Imh0dHA6Ly9ucy5hZG9iZS5jb20veGFwLzEuMC9tbS8iIHhtbG5zOnN0RXZ0PSJodHRwOi8vbnMuYWRvYmUuY29tL3hhcC8xLjAvc1R5cGUvUmVzb3VyY2VFdmVudCMiIHhtcDpSYXRpbmc9IjAiIHhtcDpNb2RpZnlEYXRlPSIyMDI0LTAyLTE2VDE3OjE3OjI5KzA5OjAwIiB4bXA6Q3JlYXRlRGF0ZT0iMjAyNC0wMS0wMlQxNjo1NTozOSIgeG1wOk1ldGFkYXRhRGF0ZT0iMjAyNC0wMi0xNlQxNzoxNzoyOSswOTowMCIgZGM6Zm9ybWF0PSJpbWFnZS9qcGVnIiBhdXg6U2VyaWFsTnVtYmVyPSIwMTgwMjEwMDAyNDIiIGF1eDpMZW5zSW5mbz0iMjQvMSAxMDUvMSAwLzAgMC8wIiBhdXg6TGVucz0iUkYyNC0xMDVtbSBGNCBMIElTIFVTTSIgYXV4OkxlbnNJRD0iNjExODIiIGF1eDpMZW5zU2VyaWFsTnVtYmVyPSI4MDE0MDAyMDUyIiBhdXg6SW1hZ2VOdW1iZXI9IjAiIGF1eDpBcHByb3hpbWF0ZUZvY3VzRGlzdGFuY2U9IjY3LzEwMCIgYXV4OkZsYXNoQ29tcGVuc2F0aW9uPSIwLzEiIGF1eDpGaXJtd2FyZT0iMS42LjAiIGV4aWZFWDpMZW5zTW9kZWw9IlJGMjQtMTA1bW0gRjQgTCBJUyBVU00iIHBob3Rvc2hvcDpEYXRlQ3JlYXRlZD0iMjAyNC0wMS0wMlQxNjo1NTozOS4wODIrMDk6MDAiIHBob3Rvc2hvcDpDb2xvck1vZGU9IjMiIHBob3Rvc2hvcDpJQ0NQcm9maWxlPSJzUkdCIElFQzYxOTY2LTIuMSIgeG1wTU06RG9jdW1lbnRJRD0iYWRvYmU6ZG9jaWQ6cGhvdG9zaG9wOmNkZDM3YTNlLThjMTEtNjc0MS04ZDJkLTIyNjQyMTI0YmI4NiIgeG1wTU06SW5zdGFuY2VJRD0ieG1wLmlpZDozNzczMTllNS05NWUzLTRhNDgtOGI3NS0xMDEyNWI2M2IwYWUiIHhtcE1NOk9yaWdpbmFsRG9jdW1lbnRJRD0iOTJDMzIwMjM0MjE4RjBBOTE0Q0FCRkFDRDVCNEU4NDAiPiA8ZGM6Y3JlYXRvcj4gPHJkZjpTZXE+IDxyZGY6bGk+Z3dhbnN1azwvcmRmOmxpPiA8L3JkZjpTZXE+IDwvZGM6Y3JlYXRvcj4gPHhtcE1NOkhpc3Rvcnk+IDxyZGY6U2VxPiA8cmRmOmxpIHN0RXZ0OmFjdGlvbj0ic2F2ZWQiIHN0RXZ0Omluc3RhbmNlSUQ9InhtcC5paWQ6NDViODYyYmMtZjZjOS00YTQwLWJmNTItYjM3MjRhODM2MzBjIiBzdEV2dDp3aGVuPSIyMDI0LTAyLTE2VDE3OjE3OjI5KzA5OjAwIiBzdEV2dDpzb2Z0d2FyZUFnZW50PSJBZG9iZSBQaG90b3Nob3AgMjUuNiAoMjAyNDAyMTEubS4yNDk4IDI3ZDg3YTYpICAoTWFjaW50b3NoKSIgc3RFdnQ6Y2hhbmdlZD0iLyIvPiA8cmRmOmxpIHN0RXZ0OmFjdGlvbj0ic2F2ZWQiIHN0RXZ0Omluc3RhbmNlSUQ9InhtcC5paWQ6Mzc3MzE5ZTUtOTVlMy00YTQ4LThiNzUtMTAxMjViNjNiMGFlIiBzdEV2dDp3aGVuPSIyMDI0LTAyLTE2VDE3OjE3OjI5KzA5OjAwIiBzdEV2dDpzb2Z0d2FyZUFnZW50PSJBZG9iZSBQaG90b3Nob3AgMjUuNiAoMjAyNDAyMTEubS4yNDk4IDI3ZDg3YTYpICAoTWFjaW50b3NoKSIgc3RFdnQ6Y2hhbmdlZD0iLyIvPiA8L3JkZjpTZXE+IDwveG1wTU06SGlzdG9yeT4gPC9yZGY6RGVzY3JpcHRpb24+IDwvcmRmOlJERj4gPC94OnhtcG1ldGE+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ICAgPD94cGFja2V0IGVuZD0idyI/Pv/iDFhJQ0NfUFJPRklMRQABAQAADEhMaW5vAhAAAG1udHJSR0IgWFlaIAfOAAIACQAGADEAAGFjc3BNU0ZUAAAAAElFQyBzUkdCAAAAAAAAAAAAAAAAAAD21gABAAAAANMtSFAgIAAAAAAAAAAAAAAAAAAAAAAAAAAAAAAAAAAAAAAAAAAAAAAAAAAAAAAAAAAAAAAAEWNwcnQAAAFQAAAAM2Rlc2MAAAGEAAAAbHd0cHQAAAHwAAAAFGJrcHQAAAIEAAAAFHJYWVoAAAIYAAAAFGdYWVoAAAIsAAAAFGJYWVoAAAJAAAAAFGRtbmQAAAJUAAAAcGRtZGQAAALEAAAAiHZ1ZWQAAANMAAAAhnZpZXcAAAPUAAAAJGx1bWkAAAP4AAAAFG1lYXMAAAQMAAAAJHRlY2gAAAQwAAAADHJUUkMAAAQ8AAAIDGdUUkMAAAQ8AAAIDGJUUkMAAAQ8AAAIDHRleHQAAAAAQ29weXJpZ2h0IChjKSAxOTk4IEhld2xldHQtUGFja2FyZCBDb21wYW55AABkZXNjAAAAAAAAABJzUkdCIElFQzYxOTY2LTIuMQAAAAAAAAAAAAAAEnNSR0IgSUVDNjE5NjYtMi4xAAAAAAAAAAAAAAAAAAAAAAAAAAAAAAAAAAAAAAAAAAAAAAAAAAAAAAAAAAAAAAAAAABYWVogAAAAAAAA81EAAQAAAAEWzFhZWiAAAAAAAAAAAAAAAAAAAAAAWFlaIAAAAAAAAG+iAAA49QAAA5BYWVogAAAAAAAAYpkAALeFAAAY2lhZWiAAAAAAAAAkoAAAD4QAALbPZGVzYwAAAAAAAAAWSUVDIGh0dHA6Ly93d3cuaWVjLmNoAAAAAAAAAAAAAAAWSUVDIGh0dHA6Ly93d3cuaWVjLmNoAAAAAAAAAAAAAAAAAAAAAAAAAAAAAAAAAAAAAAAAAAAAAAAAAAAAAAAAAAAAAGRlc2MAAAAAAAAALklFQyA2MTk2Ni0yLjEgRGVmYXVsdCBSR0IgY29sb3VyIHNwYWNlIC0gc1JHQgAAAAAAAAAAAAAALklFQyA2MTk2Ni0yLjEgRGVmYXVsdCBSR0IgY29sb3VyIHNwYWNlIC0gc1JHQgAAAAAAAAAAAAAAAAAAAAAAAAAAAABkZXNjAAAAAAAAACxSZWZlcmVuY2UgVmlld2luZyBDb25kaXRpb24gaW4gSUVDNjE5NjYtMi4xAAAAAAAAAAAAAAAsUmVmZXJlbmNlIFZpZXdpbmcgQ29uZGl0aW9uIGluIElFQzYxOTY2LTIuMQAAAAAAAAAAAAAAAAAAAAAAAAAAAAAAAAAAdmlldwAAAAAAE6T+ABRfLgAQzxQAA+3MAAQTCwADXJ4AAAABWFlaIAAAAAAATAlWAFAAAABXH+dtZWFzAAAAAAAAAAEAAAAAAAAAAAAAAAAAAAAAAAACjwAAAAJzaWcgAAAAAENSVCBjdXJ2AAAAAAAABAAAAAAFAAoADwAUABkAHgAjACgALQAyADcAOwBAAEUASgBPAFQAWQBeAGMAaABtAHIAdwB8AIEAhgCLAJAAlQCaAJ8ApACpAK4AsgC3ALwAwQDGAMsA0ADVANsA4ADlAOsA8AD2APsBAQEHAQ0BEwEZAR8BJQErATIBOAE+AUUBTAFSAVkBYAFnAW4BdQF8AYMBiwGSAZoBoQGpAbEBuQHBAckB0QHZAeEB6QHyAfoCAwIMAhQCHQImAi8COAJBAksCVAJdAmcCcQJ6AoQCjgKYAqICrAK2AsECywLVAuAC6wL1AwADCwMWAyEDLQM4A0MDTwNaA2YDcgN+A4oDlgOiA64DugPHA9MD4APsA/kEBgQTBCAELQQ7BEgEVQRjBHEEfgSMBJoEqAS2BMQE0wThBPAE/gUNBRwFKwU6BUkFWAVnBXcFhgWWBaYFtQXFBdUF5QX2BgYGFgYnBjcGSAZZBmoGewaMBp0GrwbABtEG4wb1BwcHGQcrBz0HTwdhB3QHhgeZB6wHvwfSB+UH+AgLCB8IMghGCFoIbgiCCJYIqgi+CNII5wj7CRAJJQk6CU8JZAl5CY8JpAm6Cc8J5Qn7ChEKJwo9ClQKagqBCpgKrgrFCtwK8wsLCyILOQtRC2kLgAuYC7ALyAvhC/kMEgwqDEMMXAx1DI4MpwzADNkM8w0NDSYNQA1aDXQNjg2pDcMN3g34DhMOLg5JDmQOfw6bDrYO0g7uDwkPJQ9BD14Peg+WD7MPzw/sEAkQJhBDEGEQfhCbELkQ1xD1ERMRMRFPEW0RjBGqEckR6BIHEiYSRRJkEoQSoxLDEuMTAxMjE0MTYxODE6QTxRPlFAYUJxRJFGoUixStFM4U8BUSFTQVVhV4FZsVvRXgFgMWJhZJFmwWjxayFtYW+hcdF0EXZReJF64X0hf3GBsYQBhlGIoYrxjVGPoZIBlFGWsZkRm3Gd0aBBoqGlEadxqeGsUa7BsUGzsbYxuKG7Ib2hwCHCocUhx7HKMczBz1HR4dRx1wHZkdwx3sHhYeQB5qHpQevh7pHxMfPh9pH5Qfvx/qIBUgQSBsIJggxCDwIRwhSCF1IaEhziH7IiciVSKCIq8i3SMKIzgjZiOUI8Ij8CQfJE0kfCSrJNolCSU4JWgllyXHJfcmJyZXJocmtyboJxgnSSd6J6sn3CgNKD8ocSiiKNQpBik4KWspnSnQKgIqNSpoKpsqzysCKzYraSudK9EsBSw5LG4soizXLQwtQS12Last4S4WLkwugi63Lu4vJC9aL5Evxy/+MDUwbDCkMNsxEjFKMYIxujHyMioyYzKbMtQzDTNGM38zuDPxNCs0ZTSeNNg1EzVNNYc1wjX9Njc2cjauNuk3JDdgN5w31zgUOFA4jDjIOQU5Qjl/Obw5+To2OnQ6sjrvOy07azuqO+g8JzxlPKQ84z0iPWE9oT3gPiA+YD6gPuA/IT9hP6I/4kAjQGRApkDnQSlBakGsQe5CMEJyQrVC90M6Q31DwEQDREdEikTORRJFVUWaRd5GIkZnRqtG8Ec1R3tHwEgFSEtIkUjXSR1JY0mpSfBKN0p9SsRLDEtTS5pL4kwqTHJMuk0CTUpNk03cTiVObk63TwBPSU+TT91QJ1BxULtRBlFQUZtR5lIxUnxSx1MTU19TqlP2VEJUj1TbVShVdVXCVg9WXFapVvdXRFeSV+BYL1h9WMtZGllpWbhaB1pWWqZa9VtFW5Vb5Vw1XIZc1l0nXXhdyV4aXmxevV8PX2Ffs2AFYFdgqmD8YU9homH1YklinGLwY0Njl2PrZEBklGTpZT1lkmXnZj1mkmboZz1nk2fpaD9olmjsaUNpmmnxakhqn2r3a09rp2v/bFdsr20IbWBtuW4SbmtuxG8eb3hv0XArcIZw4HE6cZVx8HJLcqZzAXNdc7h0FHRwdMx1KHWFdeF2Pnabdvh3VnezeBF4bnjMeSp5iXnnekZ6pXsEe2N7wnwhfIF84X1BfaF+AX5ifsJ/I3+Ef+WAR4CogQqBa4HNgjCCkoL0g1eDuoQdhICE44VHhauGDoZyhteHO4efiASIaYjOiTOJmYn+imSKyoswi5aL/IxjjMqNMY2Yjf+OZo7OjzaPnpAGkG6Q1pE/kaiSEZJ6kuOTTZO2lCCUipT0lV+VyZY0lp+XCpd1l+CYTJi4mSSZkJn8mmia1ZtCm6+cHJyJnPedZJ3SnkCerp8dn4uf+qBpoNihR6G2oiailqMGo3aj5qRWpMelOKWpphqmi6b9p26n4KhSqMSpN6mpqhyqj6sCq3Wr6axcrNCtRK24ri2uoa8Wr4uwALB1sOqxYLHWskuywrM4s660JbSctRO1irYBtnm28Ldot+C4WbjRuUq5wro7urW7LrunvCG8m70VvY++Cr6Evv+/er/1wHDA7MFnwePCX8Lbw1jD1MRRxM7FS8XIxkbGw8dBx7/IPci8yTrJuco4yrfLNsu2zDXMtc01zbXONs62zzfPuNA50LrRPNG+0j/SwdNE08bUSdTL1U7V0dZV1tjXXNfg2GTY6Nls2fHadtr724DcBdyK3RDdlt4c3qLfKd+v4DbgveFE4cziU+Lb42Pj6+Rz5PzlhOYN5pbnH+ep6DLovOlG6dDqW+rl63Dr++yG7RHtnO4o7rTvQO/M8Fjw5fFy8f/yjPMZ86f0NPTC9VD13vZt9vv3ivgZ+Kj5OPnH+lf65/t3/Af8mP0p/br+S/7c/23////uACFBZG9iZQBkQAAAAAEDABADAgMGAAAAAAAAAAAAAAAA/9sAhAABAQEBAQEBAQEBAgEBAQICAQEBAQICAgICAgICAwIDAwMDAgMDBAQEBAQDBQUFBQUFBwcHBwcICAgICAgICAgIAQEBAQICAgQDAwQHBQQFBwgICAgICAgICAgICAgICAgICAgICAgICAgICAgICAgICAgICAgICAgICAgICAgICAj/wgARCAPUA9QDAREAAhEBAxEB/8QA1gABAAICAwEBAQEAAAAAAAAAAAUGBAcCAwgJAQoLAQEAAwEBAAAAAAAAAAAAAAAAAQIDBAUQAAIBAwMDAwMDBAICAgIDAAECAwARBBAFBiESByATCFAxCTAiFGAyFQpBI8AWMxckNCUYGREAAgIABQIFAgMFBgQFAgQHAQIRAwAhMRIEQQVRYSITBnEygZEUobFCIwdQ8MHRUhVg4TMI8WJyQySSssCiU3MlFhAXNDU3EgABBAEFAQEAAgMBAAAAAAARABABISAwQFBgMWFBwHFwURIC/9oADAMBAQIRAxEAAAD+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H4AAfoAAAAAAAAAAAAAAAAAAAAAAAAAAAAAAAAAAAAAAAAAAAAAAAOgqCsAaMZ6ohqm0UXStJ46Q1lNsrDGrygrUh2sNFKjGUfF4vW+NEY2WMLecnDXNytiXwjprA9OOPMx22chzFt+GM5G8Tc9eTrFNm2DC6Yza7XtdtdjYrhrnunOb/lfetrbjtG2Wm4YnZ1p7wAAAAAAAAAAAAAAAAAAAAAAAAAAAAAAAAAAR0RoycfKdcfItufyRhbzxauo6W1tNqxOdbVgq3ipmdiMi18XnmUmkXaeemcgiJiY+VPTTenSvac9TlCWiDWwb3yfNV3SrS0RvXHpn2R2V3lpVdJqu947WkcYNrcNLQtKxmFa5rMRF5OlLAp20iUxWreNr8+XoC3R6V5NvoLbH2jGn0DnT2xrv69va1TIAAAAAAAAAAAAAAAAAAAAAAAAAAAAAAArqvyV5OHwrGPnDojUmu1J50HVl1WfOc2rART09csqGCRxEmNKu75w8xW4tVptrrTTVu1aNrlSJzrKazOuHGeLTbFpPBGBq/TH57dlKRO1qtowb3w1OU63jeusJmt4ZfldquY5gKQS+Kx6iQWu6Nx80+tuTbd+mPpmk+ua3+jtcvvnv1ext9QAAAAAAAAAAAAAAAAAAAAAAAAAAAAAAPK9uX5GcnD5qbac2jVytGy0w4j9pOTjGLalS1tiU05RFnrHFOGQ5FViI2VHWkFFq5adZ9c61mdcRWm60iFqynBMAxcLYsx3aoPJx5ImYv0dMQN4/drwc7zURtK9fOGs0vPPJzrUmkTM16LYa3SrkM5NjPG3efT0fy778U9NTzegXV7Wy5vsHFfvB3enzAAAAAAAAAAAAAAAAAAAAAAAAAAAAAAB4mjm+QfNyee+hp6uOtp0gMdOhPdhM7DIilctOItXCGiPyKWWdIorsK7vSD1pCxeq1trbonVO7X+U1zaK5aKyYEoysxObhSfy8YNZl+Sf10YWnP3bRC6z3X6Mu7b9nnq+Ous61XPohkwxCo6k5B0ImHNLK7Qy09Nce++Yenrcfp2untqs/U6J++fX2ZEgAAAAAAAAAAAAAAAAAAAAAAAAAAAAAB4Try/MHHDzTaNK7565lUMLsrccJsiIpNVUzpV6s4yc8qE3mFcBas65QutK1rasY31jooOtqZKj3ikVYe0RpEEdhaMhxlGwn8YzM9Ie14veLFW3X02ytFo0aFymjWiBpFRWhjAMUmjmYyttct4xt6f5t960t6l0r6pyr7cjm+nldPv32d+VIAAAAAAAAAAAAAAAAAAAAAAAAAAAAAAeN54/k1y4eXLW0FvMReNYctZusw3Pe5TGp7VgJniyu1NNaw26tUCrEwV/WKvrnA3VBrr7Wde2rQImn6KtZBzEcRZg0mu5TlV26ZpPZxk5bxko7phpPfebHNbPLzraaGVUr1JjDCOo7ztMVW5OXYVOj0Fw23tEerMcvVfVHuDC31Ert9/u7bvAAAAAAAAAAAAAAAAAAAAAAAAAAAAAAB8768nyppl5tX09rXphqrCktEVfO+xM2lJnYkRrfSKtM5lY3JnMVLWBNEBrSB0rWU1WL642nXnRjS9JqTSolUMQxiFInC3fFuuuktWuTTTApMPtH71z3ymk5yNKb0qEK1a9Y55gzt0jBznFTxRklxcuzI6N58NN85V9fNfR+c+6dOf6j0v9/wDt6++QAAAAAAAAAAAAAAAAAAAAAAAAAAAAAA8I5cfyIjLzhFtM6x0p0vhS1J1lDZHNXX05WCdtR3vuDSutcdNwVpiS1boks0JMVfekNMVaNNY6KX1ZUG9aamqJr03iFsCJipjErPbjPLC/dnpiXtj6VwpdXRGPdbp0wYaq1rRbIDKYGtYpfBOBjn4XY4ubfWF9k8uu+629eHpuHvHPl+n8vv8Ad3dyAAAAAAAAAAAAAAAAAAAAAAAAAAAAAAB87K8vzf48PHu+enFqFFozOsRa2LaL1zWrcZ6r0W6mk9NNcRttdTHq1PreVoglIPeKtbOqRpQ007qz1N0RVorWUVswJ2wlMCl42bdGUsYkcoxHVA71wb45Ojnppb522NW3lS3JQ7dFSrMNCGMM6T8OwkCbU2RGHoHj39ARp69V9YRX3Nhn9NqdX369C3MAAAAAAAAAAAAAAAAAAAAAAAAAAAAAAHzvcnyP5cPO8U1ddR4vgnErNV4xtDaxrS1bHXXrVo8X3PlSOrOkN+e457xpVtoqF6Q0XpiNY7TpnsrHpqEZU4wZ04Vtg41iWnWdlYy+ca1Xor1zbI0tl7ZbIdOdNvMLlqdeipFfIoij8LiVxOUiymwaV39wvRusesZ5fVeW3uznv9OD76d/TyAAAAAAAAAAAAAAAAAAAAAAAAAAAAAAB4cpy/HTF5xrXS98I+FLT2RODjNwhX7tJaxJ56ctM8bFubJGXaDtfY1awqKzaaxtnBFWW0leun+3OnTNdnWspxjEMTKcCluC37WJLnZCtb21hdrZ0TnbtrNLrafGWuNPwVpepyhYYZzMUsAM8v8AWnp3z6741v69py+sj3fWPphlP3v7vR/QAAAAAAAAAAAAAAAAAAAAAAAAAAAAAAfOPPH5Z4cunb10ZfSkxnQ6TGQkMJvBXrW0xrr0V5sO9ZbGN047eepm+Xy/FoOM65OkPqp966xmuttI0311oUqvOsKtPlXMAwstMjLbu5570YZC3Y+sZExz0t6qvrGdEeLK0hs5qdoo1ZgCKME7DLJMtcVs883q7z+je1LeuJ5vWO8e8sK/SLHX789/byAAAAAAAAAAAAAAAAAAAAAAAAAAAAAAB88a8vy6w5/LGltc6KNSKZlXHpWSz1s0a4DKsWYlqdWVciM9ZZ7Wyb2DSYGc4WKwFr1W007WNdmr+nHRfQpBWFq5OvaRRwP0yOfTt5d5MjStFm6KLZ2hONpv+a307fOLzz1+vTFqgRphH6SkRaM3C7YGfP6X5NvSM19rUp6J20948lPqfa33Q7er9AAAAAAAAAAAAAAAAAAAAAAAAAAAAAAB48tz/JTn4/Nm9tGTbXuatYRh0ykMYnJ7cKcYZERe1azvV4bPrndK1o+iHVi4pWtrU7S9RTrpOrNK6H7ppjOAiKvOuGYx2xOHjPZWJPl0mMd47eKoT+0Wy+MZNeuLx19aJtaNK0z1c0pJHHcRh3EvWLVjlb4p6N5t/U9uf2LV6Z26PdnPP1hzn7ed+oAAAAAAAAAAAAAAAAAAAAAAAAAAAAAAHjpzfHXn4PNO19L2vQeboqzGLU5Y07I16L2wr16a2lIm3Z1mqvyqnWxgbawsVq80qvTanxbXKda3aG71ZIIqKYpGEducsZlsLSOesjleJ1rVtXVuyNmbnj0TSL01r1p/Gtdmut4trQjDCMesZRda45Nc7tk39hf0rNvYTX2DpX3PwYfXPfp+03ZsAAAAAAAAAAAAAAAAAAAAAAAAAAAAAAB43jm+Q2PB5x220vbPXeO1ey24sZXCJZOKYWsYcx+4uqZkaz150qV6VWdK5NoKc6ruqKaHrbXGk6j6YqZW01EjjCRzieee0pyTM0vmYzDXyq3XnGzv29Np9Fiwz0t1YUOJ6b6161qBWenO1dxiG2twMusWeaz9Oe55TvDm39OS9j6V9l54+3s5+rWff9u/QAAAAAAAAAAAAAAAAAAAAAAAAAAAAAAAeSc+b4405/PGmejda61ttT+OIuKymF+u8QrKHnWIuh6ZY0T2ZRGxaqa3q5HbxHaUx091Ix+p+xtC3vI15+XPf9tXMmuDpEfG2AtG25o3Dpq+laVpjr7fbW83pda1zO0Z056QvekZR02iJtfDpfHxzj1vyd+cRa4pkr2vKmy65bXzt6nx19ouT2L0W9ncun3Cjp+sXZoAAAAAAAAAAAAAAAAAAAAAAAAAAAAAAI9Hzypx/MTDPS+kaq0UjGcSdcDfjiXRSdJo2GPlXr217nn08tu+2OxcqbHr2WWumftz91K9trwnRhA89/3S+ud8umOhSIPnnjfCu2jEptx0jjPNn6dUlz1l7047Z8tN7hVaMfPxb9MhO0RtEJz5022tA3y8F67av59+F8++rfPJbZdo2RpNryi61rY8unYc5Wu2m3I09X5x9l4p9fuzpzgAAAAAAAAAAAAAAAAAAAAAAAAAAAAVtHz5rh4fzw81RGpbZVWqJpeM2pFTXqtp2WvwTkkEroPmnnz1t0W75mOmPmJ149uetN7K49Zw5rMzSB0V1WCrrHZXmdJwlY3OOi2ePG1pxn90z6d2La9lhhRSLteTyntzrbIpsWccGejvrWMrGstp8jbduiDKV74rAV19L82P0gypZKTynftmctWfYWU2LOmz7R6cvT6EzPvi3V9EI02BMgAAAAAAAAAAAAAAAAAAAAAAAAAAfDqeH5s8eH7dXddIi8xuGMJXTEmI68dus/sz1RbNorvPFXwmKmbG06GVau+FHdjJV2g7o7VbM6Z+1MqZq8Vj0YuW/GErrMDi6EdpdUx0OnRG6MWjFpMnvWSiejGZGImFYRaws9ezGr430z0b6mWiyRRgQ9Gct/ojhjs0yFpS1ZGJnYrgS2TteZzhHPKWjNtv9Uc7f1z79AAAAAAAAAAAAAAAAAAAAAAAAAAAH86kef4ewyH6QGumHFP3GI62kSpjaOzXT9q489Yyk1jJwTmp6otTuifgL2RA1rdLWrO1cnKJBXBuwL16ojtnSDpM3nPRMRNZyy55xVtJzOhg4uurgZtoyZcaTKHSdAKaYprTfXSc3hlpcrJ6g4c/dGcbfWlFpbTOR0tYa5cMd77rHddlxTMtnC5b+r6W/u56NQAAAAAAAAAAAAAAAAAAAAAAAAAAP5va+b48Z4lUrhNbvONEwU1jt9cTCnUj92v+XYnPToymDxnpm34R9Jq+9Phl26at2mHvrJoj3P3UnnVyswL1y6WzKVz4tBy6a24Juytf0jL0iGxnPrPbSM2r91Y6cOLZFLZueMhWYbRRdp1nsoNlUbZbSKPRXLj7j56bkUl2820kujK0RnX8GwJ0mNL9pnaU68ddr5V/0A+vo5gAAAAAAAAAAAAAAAAAAAAAAAAAA/majzvLFMuFojstMnLWBvb9rnUrxjnXFe9OPfPolj5Wr+GiI4Q7U0ze388/q0pxwXz1shl0EfnPLOeNozDKrPdTaP1jo1x6sZtUTVBev4dlJzqX7qJCt8baMatZfHXuUzWdcRXLV0v3awtsqrN5COiHTvLlr7u58tyMpJE60l72tu+dY542RG2TXLLnaV2tj0tdsX+hH2bdgAAAAAAAAAAAAAAAAAAAAAAAAAAP5jKcXnLPnxJjErpiphumY3nRlIxJjoR27Wx88sSJ6oQPPr0mRWOEzUNej+d/1uWkpEiY5xI3Ocw7rp3GYuiKm/dGsfvGTbnz8Z41vGzTPMU6jNi8zjrk6RjSycLSMJFEIrAMdcdca83vANZNevG+uSvt7npt+YlLY2FaRrvatOasW325evTnSSrWWpfA1tesNP8AQk6+jtAAAAAAAAAAAAAAAAAAAAAAAAAAB/MrXz/NuGMa0xNXPJVLTgaorFwU6Ynsm2NOeDDrpMDj04tcu6SUBrf+c718+msVKMvydelP4dcT15pTTHqz1l8773rt53shrZ8N8pPG2HWeKOokVivOkZGNmm+RfCUw2zItInEgFNYd+estYibdEnnNPN98mftTGd5TzZkLPa9idFlphUWm3OjDCtbKyrOZXw7b3+uX+hF09faAAAAAAAAAAAAAAAAAAAAAAAAAAD+ZSnB5vzrF1iOO+IgJRS0RLqiuFNeyLfhhK/lJgctcOt8WM+i6s2j4Gd1KV1IGM8xPCdsZMjxz6wyjVnXOktspHHXZ3LtprWsXenJHUYx+EiZSehCsZfPGU3m2OQ2zmnYdRAmve3Gob7VXWnDK9WrO5sKe7OTLcs5yhbpmd23sXPeu1y2V15YMzn5TNZUwp6b9jh/oUd3f3AAAAAAAAAAAAAAAAAAAAAAAAAAA/mcr5XmTC0SnpOogZrhxeJOgxVO2Yw4tjH5Sa3jbGTwo61aRpX4HernrLScdE2dc2kY196eXr54u0L6GVZtH7lPClumu3SZaJqcqnFeFGTLutOQ17pz7eek1DPX718xrJHSzrzTVHdz0XXbAXx4zrM6by5K+28st0TnKUtZYrPOi2FRi+2+rlgpTOScy0ii+Tr/oX9G3eAAAAAAAAAAAAAAAAAAAAAAAAAAD+Zuvm+YKRCwj6MRMWoXizAOlPKc+pHUtwpNcwcco69LyETTds/52vWpTERpmrc515k9WYiiv6xhCJx82Rlv0rflXHGsaw/USK3c3k5txs4UTiObLvaTC0kdxV4ar7607VDxfrVg0bp823ta1N671lIvJc+NkVuN60eddjbV70SEXk+ffFnG50j/Q36u3tAAAAAAAAAAAAAAAAAAAAAAAAAAB/MzXzfLN7Q8ZYXOi0ddb4Uz0owDDT2Tl+LfukcsbVHnnuyz6L6d69P6+f+bP1LR1KxxnJ4zrjJjjolzOGcrxxMDn1tNdcejCynFc2Ijk3sa8KSBlH4d6kiSK9iOppVJz192qbrNShzK+w3nxPe2Ge397ZVt53KZ2vLaE0ybbPZ92k5elpHn6MaFvyz/0O+7qyQAAAAAAAAAAAAAAAAAAAAAAAAAAfzMT5/ljmiI0TnPFLvSFl1ROStDzXHiU15HdeMHJX8NcKtMyrlppUNX8zHqZV+JzJznDrnXIWwzafMrVlE1nAzciGppMxryOOTJo61eVbconNTIoz4mHtGJCRvTIXlTpTWJwrfdtT9WvKzPldiNy8Gf0Gzx251ODaxUvI581i0mmOjcdOXpr1SdoQ6IteKv9D3q2ypAAAAAAAAAAAAAAAAAAAAAAAAAAD+ZLl8vy5auNa9braLiMiIjrZdsaRl7Yta9h3HdMdVIpfPfAll0Yqavvl/Op2aa4m3Ca53ROMr3xpwmOvKcLNkXngt2UnDzmcnTgfmXP3xXoi3fXo7srZ5+WcodUOiUrpHVd2Kfi9IYcOmdY9O9SLCVisb+4o9+VrsvXHKmJHHpz9IutcK/N9naZ8ue/42wWXWvf84/0Se3q7wAAAAAAAAAAAAAAAAAAAAAAAAAAfy0z5fjjkz2VlrTtJ6IRiusYrQHVvS+Ne1sY/uW3RoyM6eYM0TNdk1rW9Z1dXo+QvWlkc4prvZALdCY7PSYjKGzjq2taI2nKTZ+a9OvXmYaM6I25z66o15OmnTmxOJE5aI2J7rRIRfheMq9em8Jao6s69vrEIik9R6g4s/dtY2/SZ2tcO+Fo36JOMaM12zTOHpX9rrU526C841/0Yu7oyZAAAAAAAAAAAAAAAAAAAAAAAAAAD+VynkeMMp2HXSErGItj3jpmuVSIm03aL0G2fbpXKy1qa2n+OmXaubpeDm+iGn8/3Xj26svnRes9lrfldeMWy607Ms5C9ou2k7ecTN25zKVdhnYzIFwzrmS6sw7IYUo608L6Qt6912DpXjhOD6M0jpiWjLBOEb+rOG3sOuczrXuvnITnIyt8Wn+WbKrjRnFJwW2qNNvYGdv9AXqv+gAAAAAAAAAAAAAAAAAAAAAAAAAA/no183538lYIhqzjVtm1Yt46k9mcVO/Py0tXN6a44uzy9rp80pyqeGsT1Z494gsp1pStY2mCsxY0y6bS+uXOK9lNsrKctXlenfe35aMzmSNdOVX7EzFbZLOLrXttpB2tF1ziNccNfAtpiL4W1a7vHTdI2nvOcV661nI1+knFHqStNjW2/L49VsOV1rmnfh0WOleDDvtpi2rgx2fTtH9m+2wAAAAAAAAAAAAAAAAAAAAAAAAAAGCjRNs/PaugaZ+I+Snl+Mdc6X1tZr5rqaMNHsdNXxpjexU68dS65ZdSKXpe2Jx8r4N48365RV71/Gapp2UTpww8qwk3o+kRV69c0wM79mFcHG1lXnsb7I4pwZruGumInz16kcrRaazJdGNj6Ndqc07R6NPmTty5Ea0msxJGGMZ9Y/cF90jdPNX2Tz6+r55twbNn5V2vlrbqa7/vHszbT1frn66nT2Ne1qkAAAAAAAAAAAAAAAAAAAAAAAAAAAAB82cPP+P+PJpjTp1IVCZgM69edsmElFcWdoiL9TjxooT+rq6wEqlfog3LV50pXRShmuLX050zq/bOiFRIKXVnPRkkOVlp7q9Ehlb9ui9Ih5dUOW8UzZhXmzTbXkX1vfPDIuGPVgS4S/MokKRPS2fFNo5X9A5R6s6sfS3Nb1Rny+io6P6B69X1s79P0AAAAAAAAAAAAAAAAAAAAAAAAAAAAAAHz1x4fklz5+b+imndb1rGa5nTFxvxXsUUxZdaetHC2GFnObOkXF4iiE11gmevtK13Rro1FtOlexqlFLKrExGbE0YNNenHOc565a+Y1z18OURrGAQ+mONpWJt0QtrQ5DESR5HGCY51Ehz1tJcb57kw031jf1HfH0tXL1tF/TuD+g3Tq+p/ZYAAAAAAAAAAAAAAAAAAAAAAAAAAAAAAD57YcvyFz5PN1stWz0VOEUcMK98a56/axxVsdGCdsZd62KtXZtCJraaNtnU7TrI1bZpvqaN1mmzFfpMBlPTaMet8ymlhwwxrRg1d7fBaZ28YEoJXs2yh9IwHTEpjitkYRxhGIfhl5xasYs9stwRfffPf1Ay9QW09XMfVeVPvlXs+r/boAAAAAAAAAAAAAAAAAAAAAAAAAAAAAAB87OPn+RF+fz7py6qz2qq8EjrpnlY3ss3/AEwoywJ0wUc4jOrnH23rExXU12ypaxTZa3NWGj+rLTO2uuLIWJxcnREwsTn13keefyMuuXfMdcbfm0RtmGRNjowim1XXwyEMAwDCMc/CUiLBhFuiuzaT6Ext6YvX09TX1rGfq7Lm+7u3X9cunUAAAAAAAAAAAAAAAAAAAAAAAAAAAAAAD564cnyBph59Z6vtemRaERwV7ObO3ujsiIybYKuKz4ElWMKNqnpFcTW7RVtq0tOuE6UtbS3XGmNFSmK6Y+M4tZrJOV2ysrSVJ75YG0YsMmULLgYUxCdNhEESmBIwjjCMWsKJPKJ8thtCjfWVPR1sPVtd/ViPUmVPutPZ9ie2wAAAAAAAAAAAAAAAAAAAAAAAAAAAAAAHz85cPkVfm85Uy1VaabN4iteuJ/cK5q8jWeZGM+Fr9cVkKUiW9avjT14q01jbno06a4X0zv06P6cNLWrU0wMT0ZO2s1oylpbPbljOYcbMDSFmHZjw67ZQ2usfZFJj0xpFkCcSLzjszjPqkC20bXyn0BD0xNfU2k+oo5/VGM/dSOr7DdugAAAAAAAAAAAAAAAAAAAAAAAAAAAAAAHgLnx+QWeHntyam01qk2gK1xFuOacyfqmWtGo6letPdF4mtq7eKrKCjOsaTR9ba3NU6tAdeWq5ihztD4zHROXCIOkzK7S2du3Of0aRjaOgw7GqG0dcWwCsEWQxEmCYtI/aRnykar7m2RjPoWHpdT05tl6tw19UUz+4EdX2Q7rgAAAAAAAAAAAAAAAAAAAAAAAAAAAAAAeBeXm+RNeTz7eNPSpZAH5FurGZitsuOZFoydekwJmUia/RXb1gJtUr5w+dKX0a0CZ1SaY7stHXrRZvDxfpxv8AsIYxTHiJzC8rXboTXCUvHTqwzrnLD0iQjer7TXzAIorpHn4cjJJHGtppTb2d/QWdvSi3qHbm9Z4PVPM+12u32Y7dgAAAAAAAAAAAAAAAAAAAAAAAAAAAAAAPBHPyfIrDn8/9zTOEUhFdOnOMnLWRTknCMehlDz2YSMuENEQM4xDSt72gK50m00G19Wy0j1RqjbGhJxkxjXorNflh0c4M0zz3xm8eZl4axHzPVowjozRhDXd+k1KVdmY07TiZnPXM0mw557myj0PSfSUT6emvrLGvqvOv2Ptv9te/oAAAAAAAAAAAAAAAAAAAAAAAAAAAAAAA8E8+HyOy4fPsxpe+lImkEYFGdlZF88Rnib2hcrYUOmqHliKwSIXWK/pNNmtMW1ptfSGrVG2dPXjUYaeBV8p7tFbJjCeo7ayy3a0iLZdldY+Zxbx1Vr0RrBwxCB1mB0mMlyxj8rHOrNlPm6MLb+rl6Sc/p9p6ki3rTHf7Crfcn0LgAAAAAAAAAAAAAAAAAAAAAAAAAAAAAAfOXl5/lm59BstMzbWk1y4tV4j8wvwTyMiMOm2kRN8KtseKxBhyiyBvnA7KqikXjW+19Pa11pZU50hqzGkPVC5zMyhDOh+Zx2X14WVuFR0rL1pE1t1rlIvTeKyYVmIR8zA6OEMejIzjKJqG8sLeg0ejLYem0eqax6u5tfsDGn3Q9PYAAAAAAAAAAAAAAAAAAAAAAAAAAAAAAD56cmPybnh82ttXTSlIgzoR14W64nrR3xjjRpGW0jm/65oYiUxxBaRAa51VNUW1x0V1fpTUuinztCEbjMfWYUyDqMykccY5X36elUK6VCax23N+Y27674mmXXfOOr1RF7YecdURGQxE9MudnIsmOW+sNPQlZ9InpPSPVsYeqM6/VXn6fv36W4AAAAAAAAAAAAAAAAAAAAAAAAAAAAAAHzSx4/ltTn85WnWFZpJXkdacnOOeduMR1xlgpj52wZZhXYiDmYZFc3rDzNQVqi9H2y1FtOp9lVaQR0YzExOJDkRp+xHRjGfSYvforu8Ys3iGFXtSJr0SmWeLfPHW431hK3wLMDnjA6Kcawvrzqsrm35x6+haX9JWy9M6vTPPl69x6vqzXX75elYAAAAAAAAAAAAAAAAAAAAAAAAAAAAAAD5a48vzUrTzhPPqybUulq+cDN55nYxxlohSIW4r4q2UQrCrTtCwjdMYHa1Qi9Bmmqta6Q3tUr66+tWArXGtfBJek92U0k5nVnPQ245W6ta4to/U4XUqyOvNHThh206Y1ik4lURlGFZxivXa/btNgV3nwZ+jaT6S0x9Kxf0dhX1mr9YsfQ/oI9Of0AAAAAAAAAAAAAAAAAAAAAAAAAAAAAAHyp4/P+bd6+ataatWqmU1xPE7ck5lXvrlG1mIu6504RHdS9TtELeuHOkFfOo7RUjXBpXR5t7dKPlNevEPlEdrb8tERWZDKe6EmdNdfzO8hkx5nH3jqljEZdhaIdz4d7QrojsoiboXCOMMWzptMjdPo3Vx5ehqbej5p6GtX0xnPqPPT6zc9v6H/W05AAAAAAAAAAAAAAAAAAAAAAAAAAAAAAA+UuPB8z86+d92omVDtSD59+eVueLlanWnoI+2GTXfDxxyMtK1p0QO+dUtWP3pSonX8taXaetfTHTNYhhUmuFTJZGfS904b/krdzdF946WnPonaUk5inenGJtXCpOV1247aac6MdfWwqEa1KsUrW0PnToxiFmZEmFLphttGtN3xX0BSnoeunoNt7Hpl9eG39BXpT+gAAAAAAAAAAAAAAAAAAAAAAAAAAAAAA1FSvkiuWrrW1pWut5xpsWhqXokRFWil53r2teui3ztjzlqbLPSFts6azURO3mvNqbOcFNIhXGner7Uw6RznXBy58i2kvnGRnp3Qxq9MRlhm0rqCjf+mtT1y8prUOMdr06LhtHl7pprXO2FbLAvtjsL5z485va42sulY2tu+ltmWr6Pxw9Ny2nO+4b7exb5/T2beyeiQAAAAAAAAAAAAAAAAAAAAAAAAAAAAAAAAAAAAAAAAAAAAAAABjmQCDhFQmZSkqnChQp5hQrZj1jrslK22zMUqY0DLaFXpW03u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/9oACAECAAEFAP8AwPljYRAvRiNjP1EhoyCi4spvo4oipCCEcGv20TelJJyo7BO4hlYFQaaNgQtgVtSFaZTZQGDXBEZJaFgfYJp4gKEQ7XsCqXPsNRopYSftozAUZAKBvRYCgwP9EE0vWi3Vm6Ek0j9oJrvNB7Ur3pp7CPJIppOsuZ3FmvQkpHNySauaPWowLJGKVLAJaggFT9rCGyhlQ12spViQBQ6UbAiRVoEgqL0hrvNwxodasKZBZI7V3MArWoi9MoIaJTTY16jjABhNLBapibmey+4bCevcFwR/QUktyAwpALfem6Gm+ym1Xq9Cib6A21BtSm+hq1Rg0KAtqfsKdavV6T7OKcUh/der0DoDoKcfpTpRUGktRQUqWAYmopb/ANAWFjFc2pDTPaib6OaNR9SUFOtdvT0A9Y9Ua1IAaZKVqt6DRofc/YteidFa9A2oaxuTo4/SnOtqC3ruFI1/6AdbrGTS2NMhuwuND96tQcirmrkem1IOinqy20iPRmGinpqTan+9JRGsZ60pAFIerKBQ607fpSqCCLaEWq9P9iwuPr7lhQalewja9Mti60fR2mvtRq/pjPQC9BbhltUegprAAkakXo+iXRRV6JpB0BtTHoL0V6fote8g60HpwRXeKZaH2+vFrAx0IzdB207XCydTRNCpBSNTpVrjtt6U+wNM3T3BYUFq1dlBbeh10vQp0oi1KbFCL+0KAsNEFE3rsNv0HW9EnRh1iPcJh1Fr/X5T+2N7jvND7Mt6OjrQptA3QJamAvf0R+iNqT9AirUaLii3SlPRTcahQKCWojVQLenuFSfcm1DqDcUxNgLEfX5jYEjtLgiM3D/bQ0T10TqAOhFtY7aA2oHWM2pB6ibUL0w6VIetKaA62qP7aq9d1Fj+i62pvuVvQFqb7Mx7bC/1+QftW9IaBsWa9M1tCvSrUVsAauTqGpI7igKUW9ELVb0mg1FxpKNAbUp0Q6X6KdFa1E/okCpQKCV7ZplAD0v3H19ge296YdaOrNbRVtTV2Uq2Mg6irGirAW0U9NYT19LHpq63Gi/Y1HpakW9EW/Tk+xN6Q13ipJabrS9D9flB7YxapDUX7tTRN9Ear0G605o0nWmWx0Q2OqfdT09FqZbUTQNM4FE30jPRLUD2kG9GoQaYX/TcXDdKjNh0JaKigWr2b6/KekRAr717fQpYUaJ0U2NdoFCpfvStXd01Q6otAaD0EU0Zphb0I1tPvURpjaoyLPoDb9AkDSc2YDpGti7WBe4H9ASR9wC2ph20rXqXRWvTffRWtRBOho3BC9bahSaUG+kXX9AmpTcegGraK96Q2pz+gxsIwadb00nRnJIHS1S9Qv3jP7vr4+wQEsortAqQi1FQSdO012mlNgdDoDrGfREevqZrUz19xXd10X7DQio/v+gadrUSTRHSrECih7TYiP8Au+vl7AUoIpr20vTm9BrUH0c0oFiKI0Gq9DrGevqkpxcXNObCkPRPuv39sUVtQF6VAP0GBshuPvRFSfagehBFdxYMCClr/X2+3tXrvuBUgAOltVNMOlA9NBr2mwOipYooB0Gqm9dLslMtj/wwtSWpI9BT9Av37TVuvtmlW1OKNIpB0A6n7uRZhcEUv3dhYG1O1Qm7fX5CbC4pOgRQaZVu9gbGxBNCFqSMkmBgzR3HsmmxmFWIrsNCOvbNRxCmiqSHtpTY91wovTEiopO4y5n7osjup5R2xEdpNDIFCRTRCV7cdvZQAqAOwWVxZk7jGigGiliXF6IPpI6hjdLgA3poyRa9LCaZLCQCoF6/X5B0N6DUEsDGbKl6UWoLYkiwX933FgKL2LOQL3MgIoXNdpq5uHK0z3Dxtdb2jF69zuKqQZorFQVM0V6RSoQihCDXtdEiNCKnNqBvRcqZPvGe2ma1BzaTIKlMgsTkgEuK63Bp1vR9yv5F6Eps81GT9sczCiTQc1Ib1IDaDob/AFxXBoEkmIklCAVNE0H6Ak0o9F7VJNTSNdr0WJEZN5DolgHUU6Bgi6Cm6C4AQ1ItAChR6Uy2pWvSG4oi9Dro46lRRGgJpx3V29I0UVbUrelrJsSCRXb19ANEd1L0qO1ywpLkBgfrD9FI60jUwuKtcnoUa1A3FFrU72pz0A9Ef3eKggGhXoDahVtSLEGiwtR66EXpVtSqav0ZrgG1A3pjrbQ10tQPoZb1MTfVVvTLbRTSmnBoJcRrTv1VLH6vkdUItoKRjRtdyRTPfSM6OtxT/bUGsdASQRTC4SOlFqZbUpNB6OhFMlCjq5N9GHXRTama+ltb6qbj0SHrrG1Wpo+lRtbS9q6GmboWsPq8gBoAGpBSXoGxoV2gjRZNG+7/AG1ItWMpZiWpB01tYstqVtGai3QdaCmiKGit0ApvvSPemkoG+hNqEgru0jPUGk+3onA9KmpB0AoG1F6DjR/uwuPq87ADuq4NN97WJFKTQa1Mb6hrUwpx007qYVjOAb39JpzoGNP96AtUbdWW+l9A1MQdGS5KdRV6cX9Ktaozceic9fQjWoCnFiVNtFamFObUPq8oomlNEUtrkXplIq+osQRoRcaEVaoiAwUAemQUq3BAtTC4tpG16Kg0R6iKAvSnQ/fUCoAR6Z/voldvW1RvT/c0I+rrahTDoVBofV5zV9Ce5a7zZWvTrqDaib6SGjR1xx+9hY+k2oGxrsNSE2Dg0QRSGxpj1trfSQ9A1qV70WABN/QPvEOv/LjWc9VtcAEkWIF6Kmr1JIaQkipB0oEim6/WJz1a2l6v1oG1Mb+qQaEUGoUDUUp9JNhJJegxqJ76N95IblPt6raP9v0IjRbqDemFtJ1uKBtTNco1jfQrSm+jC5r707/WJvSfVbRz0NA01XpSzNEOg1FMLjtKsFuUAtTm9HW9dwpiQTLQkFBxV6JFMLfoQ3tQNqvpK1iVvXtmip0voB1B6VJq0F1H1edeojp1trf9Bx0NBr0tGoH7W9TIDQjoC1Gu0Uy2o6N9r1f0A2otf9AioCbejK6NC/Q0x1UgCM6Cm+xFqQC8shUD6vMt6AojW3Wh6VW4kHSu0XU1asVlVmF/0e/ro2j3t+t29McHtPoylqMCyk6FNRVzSyUeoItpKCaH1ecDtBNPexJoH9BXtUvUUVoUDUP9zfcm1A+nIuKhl7g63oMRRYmjqy6sbUHFd4pmIoPRa1K1/SD0xyQGtfQmp3N0Sla9EUXtRqPrQtTrY0HtRN9H+w+ry/33pmvRNCjVqvSDrqFvTjpoRX2qMG7sbR9Qj9dGvV6ZhQjC0DTEGiaDgktaiRYknS9N9tC3TtOn2Ktf0wSehhUtIbVa5k+1qCCkNmdv3MwIt6Hv9YlsTfrJ91Nx7lOLhHNSKQUPRk6KAadDeI3qYGoiAWPVSLOUtA3VhTJ2iSkau80WvT3uwuBJQ60Kk+yLb0Gv+Vajar6d1A6q9qDg6D7xKCPRLSx9wAYEkgxC1CmXq5pHtTuKvrI1D6vJarCmW4RbUEGshNlborNcU4NqNMppFN3jIoIRSGxRiTVyCn2NXtQNN00Q0Htoy6MbUG6X0ag1E9b0RehQar0FvSpVqkLAY7/sq+ha1SNcgkUGvQojQ6WoigBSrV7UUBP1dlDL7RNMhFEWq4ot10ZrVc2hIYyEWYkEAVJGK7bUr3XtqRbkNakfuoiv+e4ghb17NqY2P/JFj23CISCtGmvZEJLIRQQ17ZYtFahDQhuWhtQguBCLNGBQApE6BAa9sUOmnb1C9StxGhuxIpDXu2oSii3QEGnYGjRoC4MgoN3gAfWQ1qZrhgCJgRUZ0W1PEBQFz9q/aB7opTavcFM9RPamnvUeSRUkgpJLCPI6mWxkmvSTXphYMAa9kGhEKKCjQVqkFXoGxm7re5MDK81196seae4NE3KK14hTRAqyFTE3R7URpfVzYA2o9Q8YICGlFi6EUxNdxFFiAkhoBifbpYgKA+uTnonXS1XNnFE3rt9B1Iq1C2l6U9QbEm9RjqEOpNtGW9MtEW0Kg0QRQQV/wQdENB+oYXZbhFKjVlvQFtJGNX6d/QCpF07h2g2qQUZARjrc/X5x0jFKt6K0zXpj09Xt6mkUg6KmsRoG+rHp3mlNxIKYXHoH3UWoqDSgV7dBB+kwsVANOtMegpmvQUmgakNqxx1+vzEUi2H/ADc6Woix9Yoj0L9tFNiGtSm4p9A1qY3o6OB6BRFXqNv05F6VeiaI6lSKRrU/3c2GM1z9fyBcoalX9x1kX9AmgdVF6HoRbhVtowuBodCNAKtoo6aIbH9IsBQIBP3c9K77im+3dUIF/r8qCu0ionNFrnQ9db21NGj6FNvQq3qMWpr6uOuhpxoDagb0y39AofodvVnIOrnpXSw+7WNdhrH/ALvr8xIK9CtWpltV6U3og3oiiKtpaifQpsfvQ0H2VbDS4pmvqaYdNA1KdFa1MtqRb0ot+gz9Ga9E6M9iTrGOjranrHt3fX5xVrgHrema+sml/SRoNUOsTdQNWFvSRXbbVGvqG6I3T9ARijHQjooQCKYW1VKkJFB71jj9/wBfnBqP+0gH0WpyPWToNOwEUpuNImNtCL0R6GFNfUGvvqDQkNNJQ/QBvTNerU4oC9MtqQm0vXTH/u+vzsRSN17R6Gb0kakV26XpPs6XpVtoBekUj0Fb12CuldvVltTrcEax6CuhPt0DarkFXtTNalN/QTQYirBqPSmfr3mgad7hCaaoP7vr89dgNXYHVxRa/otcEWNE+iP7DS1KlqU2q3pLdSRZvtRooLdlAVarV1Fd5oWphar6M9q7tO83e96vQNqY9dAKNMKiP7/r8x6im6+hhcehWtTG+hFA6xjrohtoo6L00c2oNei+gNX0e1XpRem6UOtFSNB10A/bY0IzY3AQggXrsFOwOlqOqig1ixvUgIqBv3/X8j7qbgj0sOuoPrUaj72pPQwsfQW6kWpWqM04tSv1Ip1tonUkXpDo/WkWmJBDMaSxpkvTftAWnFjQFKlO1jKwIQ/v+vyKTUak0Fv6XI0P6F6H21Q0n31a97ehjYEE0RahQcGgBcP1IvTKKDGu80yWpTegnV/tekPRhagb06k0V6SHrSDr3dZbV2mo+rfX2kKkuLJUn31NGr+g0D6Ev6E+yr0DdaV70RfR7ammYguK7jXd1vQOshpBp9q7xYkCgbGma9RHWT71E1SDqydSSBC37vr8iksLVGafqNAacU1A0z2oGgaJotag16GiOb6xDrTnqGBq/UN0BBoqKI1IrutQau6hQ0Q9WW9I2ojplvRUjRQCVFiZBd3pzc0DYyOCAwppKC/u+vlhdVsSgsrXoqNDKa925r70VpEvXaaYE01+6GMigKUXJUClom1FDUT2oTLT/fS+k0hAWdhUmZ0bPJMu6dhm31FDb4pC78GpM8EfzCVGSbRZCmhIKexCt0drUslCpTQoDr3d1NambQm1GQUz3pVvTdKisW+vvGDQjoAimQk2NFCaEPX2B3eyKEBuI6ERB9o3MNHFFexTRGkgILxk0Yya9s06k0U6GOg1NemJoIbyAmmjJBxqGILDEAr+CL/41SDt0YI25LLhgUIwpdAaSHqYiKVv2idgzTE17woZXT+R3FrijIajm7TPIajLtXdUhLVFG1hAaRGBaG9RY4X+piK7RVtLCu0UEFFAa9ta9laMYNeyte0tdgpFC0YlJVAP/Aff/9oACAEDAAEFAP8AwPW9dwruFHIW5nWjkLRyQKXMBK5d6/kNRzGFLlOTLlOCJ2t773jyXv77GkZhXe5pZWqKUkmSwjveaVrszALKwos5ppmFNPIBBM5MkroymRj7/YHyyKSZ6GQ1fyWsuQSZZSoWa4kyu2ospXoZAr3loZCUGFdw/ogkCnyFWmyTRlkNEsaKXpaua7epPUJXZQQGhEFNq7aJsLivvoqdfb/cRcKhAeMWt2hRcI1qZLlob0Yhb2zZoSaihHb2gUAKWNb/AMdDXsU1JD0dQDQBNNHYKoJMYB7DcXu8AYlZEYse6Nuru6kSPQnIPeKDA/0C7hQ7klwSKXr6RRX0AC9tWGi6BhYm9PoBerdFHXS2gNBrUNFNi3Shc0RejJUgFipFRGi9iyA1EnX2qOhcmu7qnUhRTL1lANIbggqY5L/0Bk/bv63o/ZTqKb7dxq9ILk9CWt6BTdKHoNqYXoJSrb9H2zqjWoCu0XdL0bEMb0gN5FvUf2Y6Fb00esf3qT7Kev2EncaViG+vzmpI70g6GOxoegrV9LURelNvQx0U6D9SM9aYG9BTejRFwqkGxUj1sLaRnro62JuyxOKVxf6/P93TqTRuaItViNbHS1whplJpT0K3oLfS4sw0U9aH6hFISC63rsFAUPSGF/Uw6UKU3FEC3coqR17geo+v5VGQkG1AURStRNBb0QaIa1qNA3CAgeg6L976FgNL+oUFFOKQDUVbRjYK1x+i/wBq7BamPQyXAXomPelj7f6AnsS0faRHcUENv+SaVrUTSy3FWq+o1bQaCmPVG/Q7zS9QLE6k2oG+gFqdrBXv6hqR1X7SfaK9dooWozCoXuPr86ktK3aEnFibkMdLaNev+Q167ulORoDqRRWgdBTfeg1qLUrepGoroSKvTLeo9SL0BbQ3v6L6MtqRtAnRqWmiF4l6/X5ujCAXtSkDQnS+jAUq9aAJLJbV1ADrbQ199AL0y12GiLag3pj1BvqavQ+zLpeoiKFMKU9f0XFwDYqb17lM4JYm3aHoBQv1/IPU/ZYu0BbjQ0BqWtQS4NM9x0q9GJu46Gh99L0Goi9EWq1J9iL0Fsde02iPRj1WxoRiu0gimNDo3rOthQFN9mvUZvXtC0QI/oDIvUKKRIwsPsV9Nr1IoBV7C99LUzWHvXWr6OLhT0pjp3GlN/Sq3ploITTEila1ML0ujG1Kt6dat1ub/ou1qVySRejp1qGY3+vy6Ci16LEn0KxFOgOhJujG9E3qSK4FgD1I+1EelPt6EPXQgGraXpmtQpb07E0P0AavTGwtUY6VKOsS2omlj6/X5h1Jo6Gj0oNS2p49C1GmJoXqNia/5dia6GlIFK19LURROqnr6VYj0kUWvStalaibgU9wVa/rFEUFuVW1GQAyL1jjvU8bEQg/0BOwFdwNKdDoRV6R/wBpogUq3JhpwABTUppx1pTR07elr1aildpoegDSNj6XXrSNQOoHafX7ld3VSDTr1YEVHL2lTcg9fr84F3ANWNK16FmDLaiKINCghtSsRTSnUi9dQQb0y1a1A6A2/QFAXoRm4UDRiBV76EU/3pZBSPc0B6TQpmINGoj1cdSAQsgtMeiQhf6AyR09uxal+97EOCGFqB9BojpozUovSi1HpRNx20DVxVtbGrdSLagAAPc6Sg0vTUC9SIBoDanYEM1gGFiaGtqdb6dKVbU4uFcU33VhQsV+v5DWpulE63otVuiio5rkXosBRfuANqjluZT1UG3dYyCg1qDgg0F0jYCpXtQmsASaMpFRteibVI7EOXBMpFDJ/bLk3oP0Qm7Ma9w2kY0TcEaM3dTKK7TZTagaUglm/denS9EWKvaj1Hbait6dLUg+vk1O4JKi6WpaEoFFgVdL0BajXYLk12iwjABBDSoe7HAJdgKFiEUmva6tAAwXo57Sst6JFMoplBWM9Re8cfQU46ySdWvRHT2aBuEW1Oz90atTvelJFM5ux6SkkR9xA6Ub0DSAd7sCz13kUvWjYCN+t1vG6UZQTG3X62Tav5ANPMaFObUJb6MaCUpq41IB0K3pVIpjemW4UEUep7K7u2jISWIuKBvSWogURRphopuDTKDSjUrQFtOwXb7ul6T7CiaZWvGtg63rsuFFwFtUqdQ3RACQgFEAgIBRqwtGtqmFLMRSZhNCXoGB+sTv+9W6mlPQiulA9COgaitKBRNX1Ao/uFq9ssI0YVbVkpRSrRGlrgG+vYKUW0tQX1kXrsGjikWgbUGB1tp7dGMX7BRruAoi9GxKx20YXBS1Rqq0bmlFj9XlsW/50Bph1BtQWjV7aHQUTQNA2oN+6m6m1BL0ykadlLTikA9IFEUdFa36RGsYoOPQJSKLEHuGjqDTG1Ieuriuw6Rj6xMP36FrAG4I6VamFCr13Cr9Va9ML6g0xAXHcsrtSNcSDpqRXaNGvSg6A0xB9QNX1UXp7AXosTQ07jS/cvY6SinYHSN9HNxelakJFXF2NgpJIFFuv1eU9aLWr71GRSAAvF2sKIoUw1X71Y2B0KftTRXtTSXHrUdOwURbTt6H0KRRj69gt2dQpBsKMYpktTNc0jgaBTQ0NNFqhN3S2hoNdTcFWBroKBpiD9YkINEWNAasdDRvX/ABHpOiLdbWNE+gei16VhowBGhF6It6FfQj0EUUBoqbkWpUvV7HUvYyKLUo6v8Aa9ItwhtTDrSsKAIpY/rDWuYh3AUTQq9DW+jtotGPQnRpSAH7qvRN6VrjUirm4NKt6SEWoudQ2rKRoaRraN0KNcauOhu1BTcaXrs6sLi+kZ0kWx939ooC9EVGoNWoTEN9Xb76sbAakaA0wvQN6X7r93W2lqvSyA040BtQNWJoqaHSmtQFiKV6fpXU+ruOh0RrhiTUQ6egMBQoJY6SE0ZDqD0W+iqRqTegaQ9D1b6uz/vJoHQ0voI0DVaraXq3QCibUU7WU0wsQL0l6FRmncehTY0BaioNdpvV6vQF67BTLarUAaeoj00W40cdYx0oMQdChJC9WS1A0GBAcGkkFH70FvXtCkUghAfrEg/cK+x+1A0ehB9BFX6g1ei1F6GkhWm+9XpPvb9BTcaP9joqXpVt6AKYfuVANSNCoNIpGjLcIxOkhtS2o00ZFA20A6aL96YEHub6wb9xF6aiaBr70KarUKN71eriiAdEOk6BqMJXVT1v+hH6HW1BSaT7el6RidQLj03IJbuomlOl6b7oty6dul6FDTtN/q7H9wphQoivtQYVaiKP20tRFAUwrsN6KBljU27NVFtVWh6EGt6HWma1KbiregigtjoGtRf93oNRrTfcUrX0b7o1i/UGh9u0UGF6EgB+ryGxR713aEUbWIpSauKvQNEUzWo1cmlcGu/qzgVkkiomPaGphcgWoA39JWkFIDq7XoE0p6jprb1Ne9SKbo59Ja1WBBFqvala4b7OgNAErUb2ojosdiDRAb6xKQWCAUR0B6CmFBahZDTEElenW6GxkANCrGlXq6iit6QggNSGx76Y1agK9ujV6AvQNILUxvV7UTamUGkjtTILMTcX0Br/AJJvS9asKsKI1RdCdZENgh7WW4Ki0d1pmFqQdPuX6Ukg1VLfWJYrtagaA1aolIplIZyDVzSS3YsAI+hZiDe7SJaofvJHQom1WoUptRF9Ozq6WpBVv0CK7h6Q1qvRNX0Aoi2kjVG96Fe4CD0NONVIqPoWcgsO7SN6ZgaUW+sTDtfuBoi1A0PRNchFIo0zBhEgapUC0nSmQUzXHaKBOtqQgD2gR/bQc0OujLelei4rvr3BpegaLUfsE7qCUwsDQcikYk0hpunpZb17fVTajXd1K9GHQC9HpRcUidJFuAa7TaIhzY3W/d9XIBowLTQA1/GpowKDaq9hkHojG3tkEBhRBYupWi9d1NLS2NECwXoGNEk0kjio5FIZQKBNIxr3OrPeu69d3Q13m0Q6G9gb0F6hrVc13HSymnNqWxFxTr3KQwPqHSit6ViC1BrErc+11R1AeQFUjADLcJCBRXr9czIyxjve+q/ewojopFI1ql+0gsFNx20h0tRjBq5BLknRGsRJ67mlcila4q/pBGimx9y631Opq+n3oUy3r7F2BqOPtpWFKb/0BlAE2tRNKuh6aIt6aPrfrRF6EQXRBqstMet9R6baFRYjSM2LPb0sTcGlNx+kKboaVb1OtKhNSr0ive1j9fmTuLkgI5NA6XoG1A2p2BorfS9EURakNWN6AvTpb03Go1Q9WFwRajoj39BW9MtqVrEH9E6OaX7A06kkftpnuFYikmL/ANASf3SnqgsV0NGke2p6Gr04q9KdAaJ9J9S/fQxUYhSx2PpZTdFsP0mW9AaEgUtrSKK+1R/0BkfdhQq2horVtCakXtoU46lrhVubV9tDXcKB0CH9BTf9G+hIH6B9KsSCTUR6e7YlrlD0+vzfYXNE2pXB0ahRShQonuZ+h+9BBX20+9L9iKWOxF6FBhTtQN/Up6/oOaUWphcAWHpv6yoogVexCg0q2/oCRSSrdpka7KKvQOgomvcFKe6jGRQvQPbVvQXoddRTfdTb1q1/0LCgR+harVarasKcdBcUCCGNiiW/oCViC8v7nRb30BoGibaSRdQaLkhKI0JoN1pl0GrDrStQYek0shFA+plN7Wq/6TGg9A0DamFSSAVG1qMq90EwYfX8npXcpHZVtb1a+rLQVg1jbQi+itRphS6v9qNAXoVf0Gke2poHW2t/0WSkvStRktTx3oxGmU1CLf0BMlwEsO64o6A0p0P2ZqViwB9DLeuzopphoDQo0EFWoC36Cm2jNQa1BxQYUz0r+gnW9H0AdHS9HrXu2Cy0jXHb1+vysaC3rssB9hX2oirddDSaKt/SVq+oemekPot6TQSihpUpxoBevboDrcWq2g0tR9A0kXqi3pUsWbtqIg/0BM4A6gs3d6CKXQm1GkoUQCD9h6DQFWpxRpT1/RVwa7rE0wuKBoHpJ96Q9KPoFW0MgoHTtBpgAZPuEL1Clv6AmH7hMCxYgg0aW+havvTDpQPWr+gmi2hFCjQF67OvrOgHUi9d9qBFOttFHRltorWqMk1ajpITZGvoRRFjGaJoSVKhNCo26f0BMepYGiaA9BAsVse/RRV+lGiaFW6UDX307r0t70Tag3qtRUilFtCKC2q1Ol6jW1SHoajagLVfU0FtQ0ZRaMVIegpGtRpTSse36/PfuQXpvuHq/o/uoX1AtRnFd96ZL0mjC3o7ASBoy0Et60a+ljVvQKIvRFR/eregaXo11XQoDXtVGtNGtRspH1+YG4XuphYsKR+ugop17CaEdXNzGRTR2MbWJW+hYCvcBJUirUAaFEW9ANXpVvRQWWLrJiWBTtEMXdTYp7pIGUdq2C0VFLjsTLjABorjtWgOl9CdLUTSsSew0yimkUFpKXpSrUguUiCr9fZb0IbGSPuowCji9Rjm/sUYTcY9isRB9g3/AI/QoLGC9Ji2oJamivTY96WAAlQQ0V6aE17Bpo7hYaENdleyaWI2SIgsl6VSKMtwRSqwEYYUGJKqQX612MSkpBd2JU9ExhZmNRoZB7ZBMZFInfUEd1jTpFF17+45CGjATTwGoVNnPQLQ/q0dNLVbqDY12iu0XIvQH/gPv//aAAgBAQABBQD/AMCQuKuKuKuKuP6hkycaEbp5L8dbJJjedfCubl8t+fvxM4Tue/flZ+G+zxZ/5n/i1hjdvzh+AMWKf84/GpRmfm63Rly/zU+Vp63D8yvyEyVy/wAuXynnWX8r3yryRlflF+WmRWd+Sz5bZ8OR8/flXlUfnP8AJqWM/Nb5Ius3zC+QExl+UXnOdpPkT5NmdPO/OXaTz7yuUy+b+YA5fn3yDNj43nvyliib5D+U1qT5MeYITH8uPO+Jhw/NX5GYiwfOj5O4Ez/kJ+VqPtv5R/mZsC5P5gvnBgnK/Nr+QHb2i/Pj+QPb2w/9hX5txQ7f/sZfLOHIwP8AZc8y4c2F/s5dy7X/ALOvi2dNs/2SviJl4Ozf7EHwh3Z9m/OF+PHdIeP/AJXPx/ckj2r55/DXeq45518KcvkTJxpP6H3Ld9r2eHlfyX8acYTmvz1z8M82+evmLKrnXyu8i7xj8g8yPuzbv5DgC73ync8nKzdx8lZxytu8ptNk8W8o5RXxr5Bd8LgfLcbJw/HG9xQL49zTQ4XlY0WZxF45Mbbf4cjyf/jTbvn4rZPJM+Z83m+biPuHknesSp/LvIBJlebOQxzv525CpyfPfMJWHn7nAaX5B8xkhl8+csLJ5952wn+QXMckf/f3J4Yo/kByyXAzfMnLJmzfL3P4JZ/LXOvbk8t8yc5flHlbY6eWeXhd58jc1wMaXyryjNxsrnfM6yvJPKYpR5P5bE+1+QuRT5M3kHkGHLtPlDnGXtm3fKXk0ePtPy33LFXY/mBhq3F/lpgyJwH5urkyeNPya+c+N4XBvy3/ACBwx47/ACwbxuFcA+ffh7mmTxzm/E+XQ/0Byrku38T2Xzd523PlOXy/m2858fIN63CQ7nmTOk/bkSmC7RYMMhiwUZIseNq37BxFaVrSLAgkTEhVZT7bTR3WUvGMicGNkZTlypGc2TueeTtk3iyZHIspRmbjOQu4zICyLkJNH2EZrq0s7qUjj7lyExwmLNuOS0OBgokqzCGSdW3SGV17FD5TpGDkRZMiQe3W9bzFufHNwxo48eOd1XKi9yKZ2EWHNlYjblvGRIIxm5kt29pZHNYvcz7fueRFLxfcN/27J4fyfKii2jl+6vHxLmG79nCfPPJcDI8L/JrmGx5nxn+UO2eX8T6/8pN1fF41zNbvyRCj72rO+6oiVkSKrGWIouekbR8kjDbjyrJx4srk/I8hJuQ73EY+Xey+HvG3Z0OQCJJGZKnuabsZZ5R2ZuWgM8olXIlR5uRgJPnZksEu7tDGuSqKMmJzE0kqH21NSCJCVhBypHkXadyydoOWpZMOFTJC2P3bpk7nuEmFhz5WbuW0HHnycKCSuP7Nj5O5ck4nHgcRnInhyICsmTNtiYGTdlln7Yp1lkZppGlHcBCAGjVFG0SmKXishln4st62AkpwjuMewbdjrneLu7Mk+LuSMHlETd8f175e8jxNlw+cci5NnTcjfkGVJvG3SO2ftkKU2Djwx/xoqxcPGjkx8aJKmWJqym7X7jWZh4W4yZPGJsYbdyi+XPEwac9tZSmJZiz1lRR1IrJHkdvu8ikX3eRySWzYvdbPWKGLPmhiwgclsY+8Kyp+gfvUyTtUbf8AXkOmRJ3YheGIg5cgSaNcCGa3txmOQiFf42Vyffd23vZ9y25DDOYwuQwaLJlRY55FlOSSoi+7RKYO2WJ19m23v2y8UnljyOLmJoePyBBwmczLx2F54vGQihf46sBveJ/+r9e+VGIku8c7LmTkSASb8LnPuoy27njSWQYs0U2ShAXInaOpOR7CsuSUkiypRtuPs3MIuR5u8bZjboY90ydvyC6sZwpXIhu0x65f7DIFdt7VGl37GE1Z6RiPPkftyYhIUhJfKgW8mNG9NApBm9mV5Y5VSFvcw0R6bEAbMiZaEJC8eH8jNysSc5uEiCbk6TbdtuflZLx5X7ldopFz1iWZ42UygtS9GxHjkfcI0x2xHuu1xxRRbJjyruHEc+N12iT9nB5B7PC39+vHyBsr49Rum74QIw/r3yuCJt/PposXEzt2wtymn3bL3SUKs2XHnyZ2ZjG9cXR0zZVHbzXkkO2Bdj5vPBte6f4HN3eIy7bwh45uTxR+5HyLaUz4Nn3NsvHksIpmQnJP/Zl3K5kskLbqJBm79KXO6ShY90EgfMV0Es5Zp3Ip5WNZEsiq7yTVDCEgRW7oO5aeSQplRkhUaMJmzxLhZOVKyYUzr5BcSYO7ZDFZ+9qzmZKyVDKrLaUe5IIVU3SNHyTMmOexsP3RBxhxI3FV9s7A37eEMExOFM6jxlNJ7nx8uN3xrfx/r3zLyt+3LkfmnJnyd93zBTbua4iGMmEZGVg4ijdooSTxid5Nzx0JbGjO6eSZmdDzCLHibA5Vm78nCmaHkWOgONMn7t1gTbuQEmRMuK5zVVmyfdVc+EFt4WdK3qJ2kz0kEUuBl5Ue7RQQz5Lp2xwCQ5EcCJmSSe3CrXYMph7i1iAk8KxZbLkE95VWWNUkEby5s6LuvJM3N2PdssMMmZjHuMXY2a4IdwBHLjjDJtU7s5jc2QknZHvW04GTiScdssuxKEPD40fA4ZK7HxYWZPj2ytv2MAuN9e+T2Vi4u7eVoJo+d7/m/wA/yNiS/vlmj26GPcpBkY7spGZDHl7BLkRbZuUi8f31uWcbkh5Tmx8v3TLAfC4EFTlKlIkliSZfI5OFtNioyJF7ciUtJL1ObI8Z32QT5O8ToDuOVGsmbCL5/txrM0aBW7DngzS+2WqJZY2VlYpFKHHfUrukuRIxgjkLxTAyJGFiGw4cm67hyTH23Zl3OZpIMiXtXLy5ZFm/7FmHZQkZKaYOzMWpOgwNsxDt20OEk4/M2/7bxr9rcZHfHwNZmwOERSmLxTAsVfH9AnKU/s+vfMzYn3nlflHaP8piZmFs3E5dhjXJxfIGV/LjzdhxZtk45nSzrx6GNt6hCit923CyseDjm7bxjcX4btvG4t39tcHx/HjLukaM9TGGCvKU2MNhkZVSZWtkoCuWjCTPCMGjxMx9zhwYczecmNMnLnTuzGPdlvGgbI6ZMidir71d8cdB2NRzyh45Cayg3flTd6xzlUjYlVSVxsixYmT5WXLzeK7usRXIj7Ey1KtJKeyd2uspWu/9zA9qP2mNvcfFLNXHpJIzxdi0nHYexOARvFicGjWIeLI2aTwIwj5hF/8AH9e+ce9Zuznydgb1I7bbhvtvHJXhw87Zv4WUs/8AJGDhwYy8ZX29wiFm5HGDtnEcja9p28cj46r5HItly8fgXdNyiCLvTKxz3c3MO8c19qT2poQBmQu1bgJYWbH7xvG2vjzckkWCTNnkWTcYlxZtzyI2OTlDsQySSZK+y3vlAzgVd++JkQxSGsj9z7jGschhDVBjsyGFYW4rCuNunP4sLG47vILxZEY9jOVpBIo7ckWV73Q1uGx4OLxaLHOQcaL9+JkFIeFxx5m48TyBDLxwYskPBlcw8KJiXxhERP8AHaF352n9n175e52Bh5Hn/d8nBwMrY0m2vZ++PbuSrCOOYyhcR5WEexbauMscYA5HdNrw9t3jkEkHFeSwMdh3DEm8ctkycoLMEzNyixsThUcnJN+kUKkzAVluxbdcZwBikrCm3Pu3IYgYcphJkbrNPDNuuQ07ZBEaY8jqc2aR5lRy5BAKt2CNqxIgQIJchtygiavflSPFQoMWOX3NnXcd3yub7RtU/izcIUQZmPkRVuMTpHl9xSRiVa1GT+KDkTSLt3IZ9vjx8+RMHAkZG2OUCXhmJNuu4cbV0Xx8zJgcIS6+LoGt8b2Kc3X+36982c//APlvLsMmRyvkDQw5GfLtpbkoV9j/AMhHBG+55F9nycr+fjqWHLSsW14G65m24v8An96KDf8AKd/H7CTkOLPEYedb/uHIN0xdtwOLbbP2zpPjpWVCFfNjl9nJymVN4JD7vZ63bLeLJ3WaRpMufsWWRpDte04mdkbsuGmYqyQNcNSlGkEQLRoxTIknSSZo1mnTDMp3M2geeefgmPlco3bzJLjYnGuQQSTvuG3pgYW7SYU8OVjSLjzSh1lLWLvI6saiU3jKlcWM5kHGJ3iy/GcEmenFmSOPgUEkm3cIkdK8cO4X4z+63N0/s+vfMnajlcp8sbbmblNu/HdxMuTty7YN5EmVDNtuOrSbXjSRbRgQRrGFWt1wcbcYl4xsGPR2LZoK/wAPtCh4sTAx+U8wysmThnB4OJxblEpaVAtSdrtm9l89m7Mn/rXd5GMvJGiiTNl78jeZPcqeCaSsov7n82c4srFGiigZF7I3xZUL+9G8sUSsmQHjfKx5cisbjka42NsiY9cpxeMbPu2Hy6XGyea8vwORndMiCGXPbK3KHdbSPv2HNjs79iSkMxHRD2thvGku+7VBtuVt8TvLxqBZJOElY04ksorjHsJk8Px5Y4/HSyFviDt6bn5MAsPr3yxxIW2znDhjyEkS8gkZjmue/Jbq8skC7aye0oRI8jIgeps7CUz7ztsVblyrAxlYco5w/DOKbTxypYEEeWpd5QLSKtZvaJNxTvGQSo3WP/s5FGiwbqiR5G4RQ+9mzM7binvKmL2oYu44kqbdI7MxFicdD7vtSCLMaV6nEhk2jdDiB9x9/HlKugnjjxp49vwoM3DjaBsHEjRuPZOdj7o0kSZIFOFJj2uaXBYFShNsa18NrvssnZLwyQNkcPlh/j8VkSVeEylq8aAK3wrQyeUfr/yzzMPE2fm3KtiFb9yHNy5N23DkXdnPvDtkQ7g7ZO27gwTjW5ZcH/oU06v4+MRl8ee4X4JKse38S2XHnjjZTgQgpumJBPFkIqJM1TyoGznLTZrADOYdm6OWbk6iTAzIpBmbltzhOScfj2vMyEyDDOXsqkgxqUxIE9wbZk90O0tS4bBc7a8sySbZlLO2DNG0eRuHtHJfHp85Sc3J74pckA9Jl3DPjxE5Hn4sgy4PaDr2mYXkF+6I2eOHFm2fBLRvsqIH4ZN2zcTQqvj1XlxODJ+7x5CDXweijm8l/X/mFxvbd14vy/FggTkKOtb4gvni5msDcMuIpQXsmQqkSMArSgLCiyhZRIuPkKayspEGRnpC+RmRtWRmxO+TnRd+4ZUVZE0bNusqhuQSsIZoD3ZuBmNW4YWZE2diSQPJhsTLjXmk2yZIIcKeExY2SRhYcshk2gxPmDPx6zN13CNm3fcXkxYMmWTaOPx77n8z8cf4rIzYSmJl7wYBNyVYBuXIsbNwMx4zWbu8E+Pm5BKfyQzSMrNj9pOPIrR4nbfaoUMvFQyS8WtNjeNUVYeER96cB/j4y/BiSaTzD9f+XU4h4TyzKjlfk7vG29yAvueVCkmVu+2RvJyXao6j5dtMJyvIvHcJtx8ucLwzJ5f4Yol8z8FjbI8+cBx0T5CePvbxfkf4xSDO+Svi9V3L5B8FLZHn/h0iTea+PJGPJsObTcm3jNpI+R5SjhvL9zL+Md7yMZfB+4ySZnxo5Bnpj/EDlmWZPhPucsj/AAf92OX4QZMSz/DXe5lyvhTv8GJJ8OOaYrZnxD8swxZ/xP8APGSm5/ED5BSPm/Dvz/jNu/xe+RWMcvwn8mtoXB2/5J8Uk5Rzf5Ibvi5uf5XRMjO5wagzudYzT7nyaVp8zfoXlzd1KGbOkpGyQwyZb7GNpy8bHzHibbMuMyRIcHM4zkkPwkmPD4EYcfC4YsUicBWKOf4C7fC+/fXs/dtr2uL5beb/ABvvm0btvPApTv2bwHcJ90xPFuUubx3xNkNi8c8U7Wo4541OKfG3iGXN3b4veCd1n5N8L/FUkPIPGPh+PM3Tx98blkfxl8bsCJOBfH/c87bvCXguePj3hXw/xvHxOGfHrDSNPB2GuZ5I4DLmHyRtyjdvKW5RufLeJ77+Z8PCg33ynZsTyttKRZ/nXEbFl+QWHj1/97wZ1ZPn7E93E8yYu7Tv5pxMRo/OQDjz7tskcfnXbpDheaYshovPseTPD53ytym2zy3cY3mnDxQPKeJur/8AsHFNwj3PF8Q7kX8SfHndDvHxc+M2e+7fB/417hH5A8LeE+IbmeG/H8ZMPAPBf8fA8eeA5Jtp4P8AC7mHKPGPxc+LPP8ACX4G/GrFx5vix8cOOca4x4H+KT7dxzxZ4Exp8LxN8TYhi8S+PG0zcGfxDPmcG2/iOLJ8LPL/AIu4tveBue3bpB9a5XzDjPBtm8l/kn8dcal558/vM/L13TzNzLkz7nygZDmbuETouTuzYgyFY2m6t+6SIllEUrON6zZp9rTx1s2RkNxLjK52PxPaYUxNo2nEk53tO0xbb5F8icr3LkKcy33g+15Hmje5ZMjy5ytkh5JvWXJn8h3aTcM3c8+TJ3nd5DPJlZLiaefIjXkMjYssk85hW7ZAWETZU8UnGtii3KXcsbKSbfsQ7fmQ5OTgScZ3OX/Mwcmx8fcZNwbJMG7IHl3MSSbVy7doJf8A3rcWhj8pT4mNleW+QE7l5gy9ngm847jnv5DzxyrlezZG1x7Tyblse+SbPg7Ll7Nuu/DOz/jPyjP23euMcvi3zbk5BnYuUm7zPuGRlSZIw973HFGPvu7RxbVvWTHPtPOc3DG2eSJ44eHfMjyt47PBfy4+XeL7f41/LP8AHvlqePPKfjzyxs31f8m3kjds3yhg7jgti5+1xJj5SSYEbsLZLqXzLtLKpLIrhiLs4YL7REcS/wDRuELHbSFhoYJl3JFvjHGPZy2NszZPK3Ks3avIk/M8zkD5Cs0EOezDA3LcDE2bm4u5f5ebHj3bdx/JzN4TNrDaCbNftXIl5WsOBkbnJIyb7HBlYTblv2+R7xDxPGx+bpNl7rvozcptwllbOzUaWJlDYrGapBlYsL7m4raJ5O7G5DuWCI85siQZ67RufNdzmnysNW/k+Tf5GFkKG/ixEd5mligUu83xtAyeReMM2OTaIp2tG7mXF7I3hQgwswrlWbk7bjbhlpjzJkx+1/kJJ5jvuU2O/OcnGn/FD5s3bhHyi+r/AD33DGyPlFFMUjg3HKhrN22AY0gLLN0Vc+CDG3Qbe2U3eokPW4FPZQrCstn/AMQ8KNFjL2ysFNfzIw/M4nx9h8o7uTyPb9yljbdOUbD3SbokeUN5eMYvIZhuufyCTLytwzyZcfNjZHlZEyNz3BZTBNhbYZIpqn97FmxeR7lt9cI2LZM+H+IczdsybGx8/KzMVYOz/rWco0k0sif5SZsOPPRsbapcOJlzX78jIVDLNNOu5yS+5tbYkG5+XY4poxCf8eLPJgR4Ms88gbL+PjbfBmeJ84z7FFKO3HZeyDsrDPtrjRgx506xSiaCQKfcOPGvdFhYqrueMpxfgtyObafkADcfVvnBLG3yhmCAMUUbhj7Xj7PJGfYyWx3iksayJWctkyHG7qBBrJJAM0jjMdjtcYIxe9FqQsR7TTDnmLPFxzmMm05HJeRQ4cZwcjAx6D5mTRLxnDyGV5XhZdugMuL/ACshZUmyXTFxMjPyN/d1ixMzLxJXyJsqacq8u17juEWwYO6zwZWfuG0tJJlN3xPK02YmTDDkbdPGYocWPFlhyhHGyBomkeRYkieRe2LKxIXO7lMbJ5/k4aYsc7PtK3EnZcTQx/yvDEKQcq8Nj2+OQMZDjPeolJEMhDY0itXLcwY8+esH8lZAwwM5GlxMs5S7lL7cHxm3H+J5oj/+P6t8vWbJ+SL91pUskpBEYil2RPa9ze9qyNmzZT3OrEEFSRYFpCKDoBlMs23yWhgjchGBeoU9keQ3WbjnlTLT/wBv3WOP2MTJgMSTkLNkIMf+XA5yHeVsXIwVmJFsVVljxc18TIz8tcuUOwCyPHPk5UjzJuW6Y/FoiJ8lA5xyZrQZGZHJLm7nkzJPKHEyFZZWvHMQY5E7Wl913Pvx7hHJGd6wZP4vkaBZo2V49mSMvN/GLh19rN8Qe5JyrwqjZOxYqRFcV5ZJ4GNRMhfEjWQ8wCR8wlUNKzokmKkCSJGkS7kBKvx5kEXk+HrD9W+Wjt//AGNKAx5DRh5kjWWSVseGaftgaUEZCmad5pcUh7AzSESFgjsayCowMxGSWAAgDtXIiaaPmeNKnHPJbO/N98xMhjHH2BZxA8YMymeFG/nAyrN3Rxyo42rkcuyuzzTiSadSuQ7h8j25YzLkx44mSF8qMnGjN1zmV3m73hzciOoMxnlxp3aEz9yTMqDHlgjEEsQKbkuLBM8jNuBnMHOtmwxw4xe3tlgruWignUtkeDlDbz4RmiTjisVyFkQZGNIZaxWPdt3uhua/93ORGoGShc4Th2Ujuy7keAmZefQf/B9W+XHcfkQ1wZO1C7gtkujbTJYtGFVpA3fJ3ZQZ+1cVoYpci8sjowbIjvg55kOQilVMilo8lxJz1lbjfkGabK5nnce3MQS4/tuw9qv3Bv8A5UYY8TBXmf8AjO8SJJfbtrzM/IxfjJyz+NuWMMaYn2jfuL7hG2Osqh5XZlxZFjyWdIpJLhRl4iY0DkQvmSBoMaTKb242EbiMwvFI+QC0e49i4XNc6OLiEJvtUKn3ciF1TJLLl+EZYJOV+F+4bTgpjmWNGgfCUhdugOPk4vaa5qwPKmluplVlwJCZPcYSZYEh8Gx35/Bf2Pq3y1Af5EoVvN+xO0sZGgXEypIZsQntL375TPIjdwDsbzRj2ozHTADByZO9EIKlmYOmSp5mM2PYOdTww835JyPdt3yx2CQYbmpYR3SIpbadk3feczj/AIQx+Ebf5WfBbOcwBtr33N2rO2nybv2FuOVPNIpnUohWSR4Y1DkGKJvaowdsTxQxFgcl4WEEcUhloxkT4eWmKcb2+1cWCaMQoFMxMm8pIkfN59pHHOPcXz9926IxiLMkkY5ALZfhQNHybwufd2PHZleIs+RgIsUWK0jNtfdFHy5hDvs0McaOtxt5Vn7z3ZWSVj8HTovL8brj/VvlzDHB8iGltFOwWmQiHH3VsZNzifFyEKBskdj95Kva80UqRvIwSIALluBtshtCrAEoXObHkjF5XJFNsnPoccc33mGN8nEZQyZaGiUY4C7f7vC/OXgzxzsHOeWTZe/cg3zM3vcmlZ3iksDlyIyTLJRUg4K40pm4xI+zTIEeM9ziJAUeBRilyw9uI4k6RDHxsCWONvaeKRlZHQtGAH97sm3eTvPPUzMrGxpJIsLLTFiKzSBMucnM8LJEnIfCheLYIEdiJTPl4Uf/AF46yM20FmryAqw8onliSAlmOHGqNexmD93hCAtzLG6Y31b5d+4nyKkIVciQtUmV3pBlxxzyGWZcR8b+RlWZnYgdLHuBZekaXOTEF2kR9sKQpZwSMeQ9nkMR/wDq3MMjAflu7Kpyw0isCBFjSr2CUdyz7dMm4b0jtkZTMQ/dRk7BM4KbXjR7jJPJJ7k7iN2lIM2QxGHfuSRyhCKceBvZyOx6iWIyRZs+PTZcsrYTNGmLKC8bsWuwXMcGXySz4wKwf47vjhMrxg8i3Gfds/w3BkRbx4Vjl/wWMeyVhCxxmKjCcRLs8QryRkQ7hyaV/dYqI6xu0uFc1OzKfDUssPO8dg8H1b5ZyvN8hciTpIGKpiHJjjSCMDMlSdD3NOFFS9zUe7uIpwaij7lyAG2+Md2NjX9uaASSQ4sZfyQ1uK8ryxj+Sd+JinxJLOAXjfIz2qaPIjoSZl5nRJMRZopG75aaFmqWEB2k9loeXQ51ZGaxwYkx4586LHkeWBGigmldNl26DcnlOXjiH+R2yxJHK8xQpkFo4pmesScmRJY7khH3KftyPJGMiAXG3O4LtAzx5RCyeH3vufhxZH49FD3C7pLitEsmIvYHmOPt/G2xt4nyo43xY1QLAf3JKXM7rDXiCQnmuGxbD+rfLOMP8iJR0MYvjyph4G6KuNRs6wMXOb7arMoUNHIIwhRitRIFTIUtsEcIO3Ql1dImnMTwovkZeziPklJZPIW87jOuVge2Y8vIVo2M2PWVPCXkKE+Lf/Rp9+8n8byuCcwk7/4ZyZCWk7TGss8647RiUpIkLRks0JrshtHiYtzt8CImIJFSCIGM/wDXMgVyrKOy8WFGyVjydMjcWWs7KlOZzopNHuASLandVlxPaaHd4scZfhuEvu/h1DBszRmNldZZYuxBBP2unfmYybaNg3nNxxkRRho5MftjozpAJJQ1eJMlcLkWCzthfVvlbCsXn+YkLhPEkrSSdju0hxP4bY4YQ5GYfdLIwALd4HWHoYlZBkRvFsyt7eBFMHftDBsII3koQPw7yjsMU3IN04Fn4GNt3GN8WE4G4kpg7rPK227jIV2fdBKeM7rkNJsfITM2BuZP+J3B6/wuQ8eFtu4iV9n3ZRlbRuOIsWDk2fas2Gots3B1ONP2w47d6xwBAjvGy+1HdVZkV3ZGXHx5Q0r3JnWLKlaUHe+e4WdLtWeFhwI4onlw8+HEO6SvLP4px0xc7xV2JsWRK3bHjXcMDFjK3uYiH290jvy6fHsoRFj7umRMWOLI0p8Xsjcjxf8A9b6t83Ob7Xx/5D4vkbAyouG8o45upnyoxm4m35Yl3yTeJsje9p8tTZjbX5nGVtGVOMFfInA5t5zuf7JhTP5C21saDm27ZOLum87/AA7PuvNPkFjxJu3yImZePeV93wNw4h52wV59xzztuPF+YYHCX3bYOQeX9oxN723zryvBm4PynZKlfmGNKw5jkS5u9eUYztud51kx8re/LeVNhZXlKSPB49573iGPhfmrCrkG08+3fiqcf87Tpl8T+Rk5k4x50wzFh+X8qWHwnzbcPH83BfOONGOJ+dY6PjPziMTE8Z/IDKjl8VefYkzeI+X9vmz+D+adtl2zgPm/HrK8fc7WPA8a+S9xi3Xge5Y5w9t2vHw/IXkHyFPJgbpm7nhxtvMUuTyPlOFC0eRnR/GfazzTL2bK4dslJt/jjddtxuJ8RnxY9i2SI7bxPb8uOXjObAN2xd7TluVse7YuLPtu5RE7dm1kPlwyyZSxnxBLLl8pwv8A9P6t82Ntfl3yP2jx1Ht8mNlx7dHl7o8y5m5vmos+Ni1Lkw5a7PhYQk3Mzit6/wDr3jvi8PKq7VszzZQixYYuTbriQbdjeU+JYyv5i8fIk/mzxpCk/n3x0g8u+evHmVwDPyYJsuPBjykn2wwlsGNnOCskk225cTLibrFFGd2MK4W55CSQ564r5+VEZ58ZqycZAgbCvBvmfHDDkxQxQ5WH7eDI2a8+Hx2dO/j2I643GsiX+DshSLC2ZUyMzinty5u3wVlbvt3sPvO2JLJy/E/i5W75k42LEyuScl818Q4xtnkHbtm33Blx9i3n2srYN+y4MvjG/tB8QNrTZtsxMYQmOaRXWOOsRf40eMMWTOxXfHj2je8jB3A8o3QmTlvJZVXlHLo5uR8j5xyLauWcZ5Fuu3fjk8fbfuPy/ACj6t84/j9zXinmXM2rd8Yl8wiTJ9tVyYmkMmBFtmPlYgm3aQYGRkbn/l9tyN6gE78jxcKXI5a+K3KPOPAeLxc5+cvjnGg5DzPD3jeczfvYwzyTdIqO9zZJy4dxn2/cuCb1k5efxvlywT4XJsYpunJ8Gl5vyaNk8o77E03lqeWODyrt4GL5J2lmHkzYJMc8347jo/OePJC/NuImsfl/BlWPmfjvHGLzXxoaPNPHjE8y8WR42L5H8X4uNJ5S8czK3mfgUCyec+MQM3njZhH/APdn7svzfuTj/wC2OXzR5XPubZTblyTmyGTduSSMczNUw7zjim3/AAY2wuS7I0snMOMq2FzXh0K+Jfll8eNp43xzyJ4X5wmJxbuj/wAVmW/xuWUjhGDLArLjYEJmyVdhFPjTe3/h5pYMnbsqGNuJ75vEX4jfihzvmXzB+r7htm3bti8m+LPgvlVco/HF4S3qXkf4q9nnPlT4jweKN63/AMf7Jtk+Zs2NDmcmztwlkflHNMZd+zfMmXNvuy/JiSXefC3mDkb5/wAM+YPFB8NOR5cu1fBrlWTg8d+EXFki5h8QdiyszivwkbOzt2+DmDIcn4KbKGm+CuzR7ePg5v8Agbhu3wu5dWZ8Gd/kx5/hNyspN8PeXQZMvxG5dgOvxO38Lk/Hvd4pF8Db+Wy/CnI2hXw3vMon8PzbcG8Yqa2PxbxGbF414e4TLLN8evj6uwcP8F+GWn2nwf8AAg7dv/xu+Hs/GJvDnjT2ovGniiLGPCPA0sG3+LPj1JWF4o+P8bYHj/8AHxh7xuHD/wAQmxbO+B4+h33F2DxzIv8AM45jl9y2H+Iu4bSFO47IskGfxv8AjY+48Xtg7z4nC8H5dt+25PDvPXM8euD+ahu4h5rxbK3LbZOEbjJsHjvheRHieH+OZuTxH4aZXJpfG34muY82xuJfhm8XYtcD/HJ8YeDLxLg/EeB7b9b+dODFuGdyXY8SE7vhRxtueOl87CWGZoEt/GijrGyMeOoZMVkmzMERtmwyBIMd6fChCx/45k9pLvEJIc3EDHNwTTwZrLmYmQ43PAYLuMTyyciWGCLeXw8ifePdvuM+SwzWQCVMhpJU6RsBJ/PaWHsaA40GLkzlcQ0gxcgyQx4zvi7aFRNuknydt47OsztAxny0ZOZeKMbim+bxwveOJtE7pLivGZEPfPPkzKxamctQ+4WPs26Duk2d0hG25eQp4ZOyvwmZvd4vH/8An8Pcww8Igk/nfALi2NuWcqqi/XvmrH35fM4S6b8yVurs1Sp3xTRN356ZGRDg4ARIYUZJsKLtaCGOnjjkqTFgkWPacPvOOr1OoD5MSvFkNF/Iyx2n+fhZebuCla3hktvq97b/AITyDcch4DuzRPWZlGzh5o8pXZSiiGMyK8E7WxXx459tzMSKWfeRPL/lcgwZG7Z2eZcmWGKTJy5TI+240M2BF/DmijnjkgxVGWYO6V4CZ2DpMndTR00SmhDaokV2wIrLtY/dx2KPJfixjWXh/cF4HkyTy8ThM6cMVff/ABw5ByNr+v8AzPZP5nNpHL76163QEpP7lP22EfeMeNWqOIoxga0iqadr07sHiU3lUATdojyVCtmxY9skKlZ8ES5O4G6btCjDfEQjf5ykW7d7y7kJVknaBVmkfvkkmkiQqy4mLHkDeNrk2vKkxhjtdRSOWhQFT7uG8cqbc0b42F2pK3t5WdB7z48+RHn4M+PHI+54SO8ivKCTIosykkxsoEVxjK3dhoO7GjYHj948bi5KS8K7o14OyQ5PDi80vEWSB/xsBlw/r/zPft3PlzEz8gXpuhKSMStTEgre+ER/IhhVqaGJgyKpnUKXiLUose33EzMMxnKjYVkP2nO7QM4fu3CJlG8oFXdsXHyNw5A0bS8g9xHz2kdXjUxfx42fcV22PAQdxx8fvlbMysiKKOSQvhZCKkkCIsMbxzwSR47ssYkiQCWCNHnzu/HyIseSLITsbKlyGWb9xlJBdmYyB6dGtGGFQwSe1tzTxS4LXk2Bry8f7inESAOFf9lcFjZl4jNEw/GdP7x+v/NPGjbI5ggORyNGFZsUbPlnowuWHttiyD3oe3+KRC4lIlWQdzOvaAAoxQYhlBRFkyLJWchBzx2jNSQrnS+3W9OA3IlLyb+6x1u+SZDNI5XKYhmDvHucYTGRuuGyq6qoMcEcc02KsFZUYeMmKOLH3ySLACwl8f3ZonxgalxykuUVaLJx5FiaOWJsn3JHdCXlQK7x3LowpI7mGA326GNm25UD7Q0X8njVxXEe/ErgzCM8SlCY/BcZa/Gc8i739f8AmPEv8vl0R9zlRKnd5O+TKFSKLtH21i3bIkYiSHJNbzum5bnhKhVHYSIl1r3HZMkq8c57Gz2CS5sjCLKlKDeJEkk3pEji32Ud3IcmJk3FP3ZULPJIzKmMxEnI4kkiKpHFH+yoxCwjf2mx+/KyHxhGWidQMYuuXgS48ULSxLJO0OPOqtEqnIgmWQrIGKz4cqxFI8qfJUGsTI/gZLK7OilWhViIBetpPbWwRtPJxz/5+LwtHBwyLsh4VG4riUDSH8aJ7N5+v/M2FWj5SpVuR47M+YqsuY8S07WJ61jMhy2gE8seF7KZiYAmdiGY9qo5YLMpGVMwOS7CsxVdtwf26zUjZd2cTR58MqJyAhF5EqGTfVkjkyJAH3BWrELqd1kelQVLIRHjZCiMQIaWWRYpEYR4pxgHnQJI5WOV3Vs2FJDFh408kO15mRjbltWVgY7PJLFO8pR41kE6uWf+91JqNiKiZkOKAa2fGTMwuPoY5+MmE5PFkYLwZiycQkkU8MWQn8a0zryj6/8AMla5gnbPyEt7W5soOWoLSs/cjqseMie+5f3ZpPZxnhyGxZSVGTkN/EjmWRE9lY8ySzs0csmct5N6d4VyB+zcmCHdZkeTfR3tzaTaJMncMc1nYhkEmPJkR4mOjS75EobtZAqSSsV7JceUFIAiDPyBDGmZI1FwY36k/wBssUcrMGjZJ0bGz5XlgVUQZMMVbjLNmNL1JIusdEEsqXqFFjrbcgBuKkvJxL/tn4s7yrwY9icSgdIuIElPxrME5f8AX/mbH2py1EZ+R47d24dBklhWQzJSP3rDZHjlQy563hUjslVO3KZjHivYzyhYsvLuRJd8/vWXdCCMlxG259W3OH3632OUPyBonmz1T3NxDK0kIOFBBaTeYTd2YqVnZsBcKWXGjdEjndqzVLqLwQxpKVsFqTownZKYdryyD2JjIVmibtx5cxdvmkasiLqbqV7jH/cyKAIrVt8ZY8XRWfiKR9/E4FA4s5deHTARcORlT8d5eLyV9f8AmSgkj5Q8kE29TTCPcARWYQGzIP2pEwooQZXNZGRGwE/ZBK16yWQmItHTSBnmlLMW/duM0nfuTmstw8W6KXrcHArdY2aXl+OgkzMWZ5ZIYpalxhLiwwzRNurNIuZjqrbbjdz5mM5zZpsnPjxcOQzfxHE8mI0cr5BgiXI9xcjHyoY1likibIjoSh4YzirCWj7mKgTxlmyxIo7DZh0uDUd6hID4kpLcccvHxgpHkcOsw4P7jVw3tV+ENKF/HtNNH5Y+v/MHcZ33vmMjifmu5ZMy5RxlrJkYNu2cmftcxclZlQtlI75Mz3SdZQ8vYsspJV6jcl8g+0feLCd0d9zypJFy37Fzpk790U3zkaSTl4aGeQRxPueDi4tTALiIvad2RpFZEMu0DGSaHG75ztbYTwo0T4uOrz7lCpOVHBbJyGEvvqmPZ3o/2yTKIpZjTzsxM5E2XlA5O44mTjOy9tMzWuKWwWJwBt/a8nFccyLx3HiJ4pEY24TFNK3ERITwWVyPx8yNH5Z+v/MqHBXM5tK0Z5FNGwzFZo8uNQGYIv7TUEcffIpDuC4RVRZ7AOhNXPtO3dWSLq7PGrgd+WofK3Xs78x1c7q6hdwcIeUH3pNxGXjVkiZ6y2bulindNyhbHhIHZt5fsbsUS5zTCURI2Kribcnu26J3Y+ThlXmeaGoc2Z2ypwGTN90ZRCCNI5Elc3dh35ORIVkPWQiiLFCTXuVtLqDxooIuLxjv43jEtwZZDJxZA0nBUJf4KST4vl/6/wDLucLyjm0o7+Qn3GzCUTNLsXZkKMpaBe55I2kdoOxVRiJhYzoBH2MQMeT28lG7ZgoGQoU5Y9ybL7RWYnac8XXPjWYcnyYIMjM3SQpnyyyY0uLkmKDHymm3145Mr/HSPPjw4rLM0QoTQyUuQqZckx93PkjZ8md5VZAz7p7xWXDyVp2dJDCqx5MpLQs0THBnyo5QLOgqWUrTuJD7gNK5WkYGtrZWfh6JOeNX93issiS8Lnd24plN38BmYZHwsBTy79f+Vs4bmfMkV25DMscm6SoxyyDUrpeOVbYzq1Q4pyJMqJYjK6pUrxOQh7fc7Z0yA8OaiSHLS7TxAUuJCJdyxZ4lzgprdchFTed4nxjyDdIppMHZG5Dn5Upww+dkkRb7uGI+RlnLyMXkOz4sXJeQ4O8B0Rm7BEjOrGTKkWgzukrBSsd5cooqZOEHiy9vDCEiKGSD3CMcoXRmQxMKlurTMHorXYQGNqRSa28sa4crPFxsGReKv2R8Oyo/b4tIVXx7ntPN8Rc6LA8mA3H175QI78x5ird3Io4hLnsqPnzIGnAJSG9DFykXAlknV8SICfFRllhVTJAxTHxYi8u3GA7jeOpFDq+L7hzo0U5ORkxybkHcbyI8c8szsdId1yjLWfNjzx/zFhOVuMrVjSRES5U18zKyy+JlYrRSviB2yMRx76MqRrIFxIWEi4aUcPAkB2yKR86LKZL5cMU2DiSpPgRqx25rSxtI08YV8k9ZEF1jV6l7VoAOceKIti48Zk4mXjrjTM54vP2pxEKG4pN+/gfb/I+LF5+cp/Z9e+U/8mLmHMJslpOQSSht1nYncM2ypuSI0m9RBcXkmIsf/tcWMi8taWKXmcWOTy7bpak5RgSrh8vxVmyfI22zYk3MtnSLN5ptZC+RcGObcPIGzTJuPNMKNd38m7Zjje/IuzyHlnMdlnXP3bao03LK2aGpObvtZ3DesPeMz2UkdMU44x8R91mbxnu+3bfh+Md6nkTwXyPMbbvityvcYsf4R+Vs/LxvgX5flyD8BOcLLk/DPl20Pl/FPlODFn/EHmIxcL4e8omg3P4Scvw8PcvjfyjboX8Qb21ScKlgk3PiOZHWXtGRhCXb5b/4yTHfNxJC227HmzSY+yzsdn49PJWx7JPjtx7HyYhxOFzXFosuOXis06zeNZ/eT4XYv+V8jAWH17yH4Y4l5Frd/wAf/HNym378Y+2biu6/iXbNTcPw6clypJfww+RY8jc/wr+U8ufN/B55vfMzvwW+fWOR+Cr5VyySfgY+Ws0+b+A35bs3HPwHfIuStx/1+vkKE5R+CX5rbdtmB+Ef59b7kZX4D/yAyvk/68/zlyIE/wBcf5gPj7v/AK2PzJy5M/8A1nfm+1ZX+st86J5Jf9X75yy1lf6vvzpDT/6tfz0kd/8AVi+eU6w/6snzwgjyv9Wv5/ypjf6uv5CoY8H/AFj/AMjO0yt/rVfkvlkH+tj+TJId0/15vyx7NjL+Dn8w+1V//iX+YyHFj/Gh+Uybkkn4Tfy9brgZP4HPy15Q8gfjG/IV43ydp/Hr8y8zC4T+KP8AIJzHeeT/AIMfyVcTw94/GT8qtsyd3/H55X2KLA+CHNsps34L74j4/wCP+Dfots/FdyfeYcP8Ve+7hn7x+KLlabrifiH54Gz/AMXO78aXB/HztW2xbH+P/ZWwfGP4v9853uOz/hs+RcM21/hw+Swm2L8SHnxW8ffin8h7LB8ePiRx3wvl/wBRfxMXv03bjHG9+Q+O+AMNu47sGzmSKKZM/wAe8B3R+QfGj458s27ZPhN8N+NNyP4LfCvlxj/HN8BYqg/HJ8GcR+Pfjh+DvFM/kH4/vh1yjkG1fG/wRscPNvhV8VPI8fIvxFfjl5WePfjt+EfFto4R4v8AG/jXD/8AAfP/2gAIAQICBj8A/gfJVIoBeY0vVSi1T/8AUPCuXvxGGDfH+tXWrVK0YQ/5zGBYS94f2q1AoYKY/Hr1HooVPW9L1sgg31CegSeJGxk+9EKOgN6dlHQK8YaI0bxHBE9BOkdK+z2v+cw5VaI4S+hFHWE7QbYdCCtVmWOEz206wPvFHoRVcGJwvWKrognvcROkd7f+Ci0T0S1XIDINA6CUdAbOtucr6DTFHIN9Vr5jed+KRDTKMMGlCZUIwipiUChpzSti9dHL05Q/MDD2hgFKMKEYxtCW+MYQlU1sMKYSqXqCH4jDUo6AdOkTiGONKsBLGEdQQhOIlRP7o2wj3mijHQCqR5iIyrVE9oD3r0hKvXGFqupwjGmcijkOFOB5sbGuGCDDn45M4X0SNnemVfAhxzEbgITpfOAPMROyPFfcxHMRsrR4UTnfOQx2N5mOCCHWAq1RojEsYY9Bj+kMbYouJa0EJQYIwomNheA0DmGtjnXQKQ/GOyE7SK6V91i1t5lbXpzonEsMjn96CUFS9Qlg/wBzvC3OFKI/EI/VauKwtUj+IqtC1SEt8e2+K+hBHeW1YhhojC2KC/r/AB2OWro0IxzNdALHbVuD0uFN8CNaumidoNUOOq0x2Fa14HGusDbjSGF9RpDi47mJxtwho32QY3kNhHYS95nIx2v5rmNO+xCcyg99OEqVWIzDhBzqEFRIRiFETC8Yq0I9hGHvAdNLmUcTicqQVPStrYheKoQDCXLH8RQ/XP41oxCqGpTExge2eLxeLzGmr+A+/wD/2gAIAQMCBj8A/gfkxNKoXiuGpvVcoFer1TatW4mUGgr1er1GP/QVy14GEYXmHvTKXq9xD29scCg9K0FbBxKpW00ogINTU1qkcbVeMJ6je4MMMbRUqsbauiieILVnWgYUf66EF7pjeD81/UJXzplbcaI1QqUTHQR+whkMb4qmvoURLV7nMTyFqYQPQK0ThW0G5M+Ix0AqZjmbVdDvQOJnibVdBK+oawnG9UMYcxtP+Z6b8Ybq9hJXxHpBjG2O8OoHEIT0y0NE6Y0/micD0KCqlHMuOLKDQFE9BOF7o7sSo6BGQl5h68VK1TFV41YW1qlcOIUMVAYK1CK+PC+6sT0EIK2CCt79QVqkEGDD8QXqEoNThTEvEwrcoIoP8elaEoMWhrYMEOerKtG2M+tapjgMDtLQwvH6ii1RzQxDHRLCEJ4M4Bhj9aOYnZGEeDE6t8wXrXnjBOI5icRPimNS1W0GocKwON83OnezDW5jVDjE5B7VczKMatYUjp3uDmMhzE6g0DpBVt6zmuemNn8ytDYnATiJzLTz0q9iJ3NaV6BjE8zOytRuDuDzE7KVe5rSOmGE8xONr6r0rVeat43qjTpw9quYmFWJX9KlT0g5RQlDSGjez+r5javm5GdfuAcS4RjSE6N6wQ075w6BVsf9ParWE7oKsSi8ww5nzMSqUKVSE4FGF9wCtqV4Bg1Oc/umJenmGH5z9aZ4kdYvUrex/rvNNS86FOkOPPSr5EdKvxV5x1t6egUw0Arb+90UNkI8R6AWOZ297coNcdBPKhg/nQ65muyXtQx6B9R1K4q3voUwODvrH3ihrUwnpA/VeAY5nhJmVXQhLXgX8YtTjVtFqQKP6qenjStBrYfiHQS5c4eoK8IRyvG3De2rlWpVItKtfVTCW/pTEqf/ADKpBD9cSqR7if3A/wAB/wD/2gAIAQEBBj8A/wDwEhrjXGuNca/8Q7reQlSjVrHVR+04arvPzzs3arUktV3DufCpYRGossB64PA4f9W/jfK5wkHh8fvXbntyMH0raTljm9o79/VrjLzu3u1HJTt3E7hzEDoYID8WixTB8DgPwfmncfkt5MDidj7NzQ8QcweYvHU6dDhjX8X+YcsiSor7b29ZgH/VzvHL/lJxd/tP9KPl3cuSm72a+Sna+Oj7YJlk5NxGv+n9meH/ANq/7du58g1naw53fOPTGZGe3iP+GI7f/wBulKMwJV+V8layIyPpr7ek5x1/LqX7f/R349wEZvbVebze4chvH+A0z4f3jBXt/wAK+JdrB/8Adfj9zuIA1Pq5YEdNM/2YHs8n4vwQ4ENT2pmOcjL3eQ2fhlrnplgqnzbs3FYk50dm4J8QQN+/yj/EZYrn+qfF4JJ9R4PZuzwJ/wD3KHyyy/HXovHb+tL8bPcb+3dr7PRYwPmOKYA6ftnDi/8Ar73mkGfVxTxKoAnTbV/frOWC13/cJ8hdSSP/AI/OCkAZdFB8v3554auz/uB+Te25jeO6cgOQZGoP9/rnhVu/r/8AK6ysKxTvvPBPnlZ/f654Veb/AF8+V3UsJ2WfIe5EEkQdbf76654Kcj+tHyS5RMv/AL93IGQgB/8Ae8I/HPXPDG7+r3yC1GzC3997kRDZGf53WPzz1zwKD/U7vItYubNnee5EKJ9Qn3ev789c8H9N/VLvtbVsDvPfe5DMeoz/ADf7nPXPDLd/WHvjz6LP/wCO9wBKldFi4aj/AD1zxdTx/wCtHyJaYax93fu4MoAiY3WnoM/z1zwDZ/Wz5JusI9rb8g7gIA1Oduvj+euePaT+vfyhJAVa2+RdxyOSyT7ufT8c9c8Vcfjf9x/yzi8ek+7to+R9x3mRET7hJyyz+pzzw7cf/uX+WNtPra75DzXy0B/m2MMgYPj1k54/UcT/ALoPlKnPdXf3m29cjl6by4kT4ZjWcfqKP+5n5FVaMq1PcqmXIx9liMMvMGes9LE4n/cNye423wV/3ejtHL2KygiBfx201H7Z6MU/rNxbXnaVv7J2FkWSRA28YHp46+IyxfdV/UjsvOWvKvj8r492kqTpE1Ip8xnr5ZYHudz+I9yqrB908zsCqZ3BQT7Nifj5+Ayxb7vxX4NzLeMN1gu7V3BXIkZla+YkADI+JPTCV8/+kfwHn1gbmrqr73Q7A+r7v1rCRppn5Yps75/20/GO48ViQ/H7V3ruXHtYAwSrW13Afiv+eC3O/wCz9m9pfd5P+3fMA+1QRub19qGQkSfP8cVjuv8A2ud54l5g2V8H5JwbwATnBbh1zA/bpIzxwbeb/Sf5vxe6XSOf2viVdm5H6dhuMBzza9+QygCZgTigW/FPnfb6rigbk29o7ZbWgfQk09xbKcsuuWuWKbOV/U/uvYbLQWajvHxrvIZNrbTubj0Wrkdc8LZwf+4/tPFDSSveeL3Xgldo3Hd+q4tcQNZ0wn+3/wDcn8Ss9wbl97u3HpgQGM+8UiARM4Wn4t/Vz418iuc+2lPZu99t5DlvDbVcTOB7fISycxsdT+4/8Dnkd059XBpALb+S4UQMzri0Lzbe8XVg+jgJCSP/AD2Rl9MPV8a+M8PgqQfb5PfLntbyOys1/v8AHFvH4v8AUHh/H9+5tvZeHxdyrHR7UsOXj4+WWGt7n/WDvvP41pKniU8/kVAyYEpUUEYDdw7/ANy5K2EstfM5N9xaD03uczE/XPWcUqOHdM7rWtPqrXo2XXqB0OKrOy9pv5D1v6LryaRtWSGUrGfhhf0HauNRXa2+27kq9tjyDluc6ZkE/wCIGN1/M4XGRRO1OOCRJ0En++uuLLF+SNwS0+z7dNYObSG06aiOuBdb/UDlJZkbEoFaj0yRkB4nLynpljjc2z5jffZQQg4751NCFQWUxMST9Me03y3kWMA6e85YMELknrlIy+mPbbv3IJJ3LyGsacuozx7B7vbyFM1mwMZZf+eFubm3WCuNgVj6ZEZfQDLAai99whP5uY8ZM4uqaTfY6seSTEKogAAZRJnFYrtLPTms6aZY3WXlmsg2ZAAGdIGLKhfDSQjKMhn4YLLzWrlRu3DQjPIYutPdCzBRtU16ERpgk98sVkAkhJ2HQQDiyyvurFV9U2oJ3DMz+WC1XfvTu9wnZADDPxzzwCO9GtB6jaqgkjzH44rK98Y21h96FBGeg/bgm3vXtkCVrRAYAyxbfx+8PZWhBQQvpUDU6fX64CW969sI21mKA7YHQ4YnvFd1p+xmSYg/tHjhON/uQrZWex7a6wCxczqf9MZY209xZtm1UjLOcsh4fvxdYe9GvjttWut1EiJ6/XPHu/717rqSw3r95OUZY2juG4hQm4+nbJBz/LBst5z3MGJIRmCnygnMzh0/UHawI2Ekyc/88cK1+Q9dnOA5FO8sJUAgFZ+hwa37nZxrWHt3ciqZs9QJDT0xVdxud+o41wFbWVEhlhQNCcNxByrfRmhdiWBBkQZ8yf2YdLObefcUUN7NhUFAwO1o1GWeOMvL7o9FABBsoWdmYK/WDjuY43e2trQrXwLrkX+YsiQQRImST4Rjv/dOJ3XjVcbsNdd3c6+4mlN7XH2giJkXLwxYARlJzia07jRxuW6gcducy2I1ewBVb0Nm0Tn10M4en/ZKjWCnsNVfcm0K2UbyYAEkdRpmMscdOX2A1bQCfb5JIY5PAgdWIyGhzHhgdwo4t/BspQWv/OqLJt3MDquc5+BPgcV8mn5/3vsfMpOyg1c7l1uMpk7bB0z8+uKOH8e/rz3jkcaQtI7ryr+UQABIH6n3PxnT6ZY4nH539SOP3Vq9j3/75wOE5aQGgstaHOc4OY0jHAf5R8U7X3jt1oVeRzey3vx7wTA3bWLqR10EYTi82jl/HmtAark8kJdVBnU1wRp4YW/4733j90U57OO43jrmpg/s/wCAeX3ruLxTxlJRBq7dAMdyc9wfh10fy6uFxyTtBG9VMQJjXFgs5rnd6lTdEDwgYu3XsQcyzMTJH1w82MRtCmT0xYL3lQpKTn6h9oxBg7RIdZgHpGB7q7zHpJ6jGoNYG8SB+7AVSFCwpGmWFvayu+x0Wx7KJIQNop6SOuAVO6MvXpGkYNk7d/VRplGmFYS0ekbusTrgrWm1BBYxqOuC9Izn0qR44ViSWOZA/PFmUg9epwGKmAZE5ZHFctJsJUxhigiPSSfE4IYzskjb44Xe0OzQ7NnAnDhSWoQZkn7oyww9322J9UHSfpi1aLhZtzdhn+JwyKCxY9NI6xhiD7ornaM4H/PBq2ffqRpOCEIV3guGz1GWf44PuESfufr449FPoGrWMQT45DxwOJxeI9177mNdOZgSxMeAGuN3IUvcsolKiRkYMnFrrYNv3Ki/aDGA4C1NV9prOfXMk9cIeSj1bhuUWAjd4ajwxJO0Ayqnw1wzv9pgjPIQdceyLt1Y9R9sS3iYB64ZgrAAygOZj8MU9o5PbqauVTZTYO4lT7lVNNW1awZORJJPmcAJxz7gYH32JlkOemnTBU2FYJgHIxPlhrGUGxZIsXJjJy1xZtTNSFn65YNgthB6QQJGmERLSsEyVjOfGcHj8cNdddma0EliMyfwgk4YK0An1dZjrja3qjJSfPLCF2K7DKsCZAnphSpL1ECv21YjIfjjt3J5a7KO7UPzOOjWpYwpZzSpYL9p9MgHPC1LyrK6yNn8pp1k9dMzhFfnWtv2qTumUmTmfpjtv6Tm28G9XyBZtrDxP0AxRwj3F0vodVS8RBUtnAzyIOONz6OYaG4ZRqhwWdCxObDWNRivsfeQeF8lpQNTZdAXkgATp/F5f8Adv4VQZmvsLsq+Q/5YvtesV3cl/ccg69JzxY4WS5IBHTXBJrK66gAZAk6+GuDusVZ+1CwkyYGU/wB/xxYysbVT0vbUpYCcwZ84y+mGcMcs1AGeknL8cGw+plXP1AbCSBha67KW3ZOpsEz9sZdZx7XFWlbnMiu33GJgRGQ8csIiLRZVP2CiyCZA/wA/75Yrtv4fH9skg0lHEjICCMFe49uFKgmW4bbtesNnr4YLcW8WHOKtG3HLTDBgVOWWDEAKMyfPG4EnqzD9uCwcTGY/bh2Dbh4nLBKAbjluPTrjcR46eOGAyQAbniJM4sYS1QIStzluJPlpg3U0Jc6kqlfMUGuYgEgeEyMJT7pssclmZREnrl01w6rkFG60dIPjGP5VmzaDlMD8MezXYJ1MZ5HqTixi/wBuUjOfE4fQIY3+JwzDqJBJmcsGBtNagKB0Iz64u53Gv9jkituPW+R/6i7W18uuPUITX3ROJP2EglJiYwjFsgZ9pQTp4nB5PJtbl3rAZuRH2qIgdAB0xRxRRV7vMdePSeQypXLuFEs2SjPMnQYfhcng1U28VilvssLJ6kAgkYT9PUlT1+h9igEySZOOFTyLQgZ0912OWwHPL6Y5/O7d2leTV3RkuW+xgbK6WtZkKg5ydmcdMPZexrOUrqcl64YyWkyCAfrgk8m1ucH9v9OEGwJs1LHzyywQhDEgn0n8cewqlS0s8nI4dkAAqi0g6wDpg2hytnU1SuuoyxJy+mmF8es4LAy5yUAZAYq2jcJnc+eQM/vwC4G8MIBmdoUQPpkBi3a8FV9SdAdfyxx0T0uw9e7TIzIxwrGZkZ39sI2ciNc/ph+dchbZsRQM8o6DxxxUWw+zvrlogSYI/LTHxvlpcaWW+pLLa/TmGCjFb/61DfmJ/t/sdVwa2+0WPXx6oBYBT1OHt4XY/b4pXdSbTBBJ1O6NBj+fcnGcKWVaW6nSY/vri5+Z3Wy1WAVQgAAMGTnP9/rhttj26qC5gkaajGxdxH3Gs2ONPHScEbQdMx4Yn2FdJj+aJE+OePaTi1V7ZyStAMxqIGPWqh1JCuVEnOevjiazBkzBGkzngWyGsGpIU/XXBTmULYxYu1i5MTpM/TA5naLzXsG7YZ3BhpBxZw+9oePeYROVdKliMgrDGwwQw3SCI8cFJ1zkYsIg7fUVOUk9MbLAAphzGQnwGGVF1J18NcNkGGZ+mGWJMSR0xtUj20MtuzksMFaYpymV12gZ4rtIKyP5m3UkeZwVQFzEkkfcT0wlI4hHIDF25FjaiPtA8MM9dSKm7bIHrMDr5YjcoQREaic9MW1vtEwJX7iP+eCwaIMqonLPA3+n+HcRrpgrYgZD64JjMHBW9iKKorX2iZCjI5Y/+JxTRxFG2pLGLuQB1J8TnjePtmFAOZzwyu52NlB6hjrjdy6v1tCqdlStAJYZZjwjEBSlbEKqLJ9RMASdcIkCplcGzevqgZEQYxS1JW3eQjG0elQWkmBGoyxye4Pwn4/ErI468fiQlNCMVqQsAPSADmT4n6Y5HqVdrMiwx9Uax5YsFq7RBC65AfXDjcSOkjSMJtIbb/pyjLBcfcozH4YUhtr5lipyMiIwA2Q0B/DFhB3EnaiAdOpP0wK7IR8mZSRocx+eEattRBnxwCBM5L5YAJ9FpE7o6H/PFtw5ArcFIpUGTlBz8sIygnYFVAxmABnn547a7gQtv2nUjb4YqdE9YdQViTI1xxqtHDJ7i7cpyMxjscmUS+ptc492f8ccY+KIfzUf2/xORdSLitQq4zOAQgAloB6nG1WlIYQfDxw5B3FsssWjRwZ8sMW+6NxA6YEjPRiP249ADbRuA8hn+WLa63Fh47Cm8qSwDMJ6eWGn0lx6dvTBDOoqQlzZY0BR4knTFgu7ilaK/tOWR2WQB1A8ce7xnWypwGWyrMEadMcjn20HkLx4PsLlvaYiTjuXAq4LdtbgpXc1VjB8rGdRp/6Div3UBtT1i8jPdnEnwwe1dwJVKyFovs8CchPhiQdPu3YIXoIAMHBBMtrI/fg1MJGpPh9PLDrpUDt+vnhmUb7DJ2r18Ncb3Qsda6zlI88IzvtRJc1LoSTEHFhrSAnqJPUeAxkijaRmMWWWtuLkwrZgQeg6Y/ltAaAoOXTU4ZQVz9AdBqT4YJKhomHMYPtjQE7UGf0xYisHDEKGcSI1gTgKKit8FjYxhfywNq79+ucficIHq2uoKjwH08cGHZE/hnTBDAMxB9TfkIOFSsyyekQfLXHF4K9v5Pdu4chjx+1cDt+1bG5jQKTL5bdxHUeOO4cfugaju3Dusp5nD5BIsS2t4ZWjIEHFXG2rHIZWt3kZ+mQN3QTrhq7ecLqeWirs4tkV7UUMN0GCc5xY7NsYeoKYgKZMCMWFvURJiP2Yqotf2Kt+7lXIu5tp8BloOmLUqJ9kEhGcQSJIBI/DAh41IPlOGBE4B69cKrgqmhI88sOK1NiWwoucQQAOk4OxQGrIJYnzGDbarNZYyDjhI2gmd0xqTlj+YppbjtDUvM7gdI8jhagiosSwAjPIYqRG2qxCkDy647cVXJmKe43l4RikOzKxcIF69I/zxUqghWjcwHqyA8euO2LJZUspCFtTusHhjig6itAf/pH9v9scp6n3CRqfQR+/FnK5Vns1rFW9tWY9MXJxnV7OMxHIqs9J8RI8CM8dzuuZZblW1UipYRa6yqgCP34oW5PcQsTsYlQ+2SAY+mOeNiolbqKxSAFUOu7LP6YsrVgiW12JY+UQa/3ZY+TV2cisWV28ZqqzM2BqFPp6aZnCCqXYg75Iy8P2Y5FNnHs7iFuq7fwe08Jd9vM5b5BUAiSTlJyGuWPd7hx+J287Re/ZeLZ7rVt92wvEEqMpxRxuQSE59icT2GI2rZaQq4vG5dyE7QdDOZ/CcfLYAk09vG4dFm5v2knBKRESd3jri0b/AG71X02DUHXX6DLEckCvlUO3GtrU6BDCk+fjgudW0PlifCTn9MO8kRkJw4OYnLDNRk5JQssaMIOLWuyTUT9JwahlY2ajoC2BStkuSEOyTn44FaLFaiA3QmI64AnaRKk6+c4NYHtgCJAzJwAbCxBMZAa+HngA+gCfUpgwP+eDtYjIPtGfl0wUpUgyQCRA+v0xF823svtlgcCE2MTkJ6YVoBgSJwu4A5yM8fdEiQh/Lrh39IYDRuuWeByOOxW5jvrurJDKRMEEaQcO9yb35Lw1xzJIGeZ1Pjiq5HqQC2qn1n1bm9Q9Oug1xwAvbFrp2KtnMtkNyHVF3NGgz/zxcVXZTaPZsG0dPA+eGAkKBrgyIB0Hl4/sxuBgRlOePX9oyk4MEwPSNummIOmYLHyxtGfQbT1GeAljSiAkA+OuCWEo0RPhhLd7bGYMhrOakf8APCWWMQxaRZZmScPDajcG6CcAMSEOQJPXWcdusVWtNaet2yAOk+eOPaTLFgSPA+OEsOYDA7WJmCszj4+7GFa6gGev8wQZxRGmxYP4f2/8Q7H2xD/t3bmr7p3Wxcl2FiIY/hpj4n8aouNY5z8vncy1Mz7VCbsvPp+OOInHP8ruHDc8hczLVsNpy8Acd9CyEq511S7sjkE9P4RiiksQrEh9kiVAJnyx3xKSfaU03I1oyZTVOWmeL03bG9uyQOsKZH5Y79ZYzljZS2zUFU46prGmGZvSB6gCdDjju6Bk7Nxedz+KMx/OexaA58CFLbfrhs8+pP5Yov2JxoJ5L2WEKq+2dwclsshnngT3G3mcO9S1ZPHKI6EAhg0AmRocfLIq3XclO27XfLYkWkfhhitgLKdpyyw72NtY5ADMHphLA4p43c9nFWtRE2klwcvEiMFR/CIP1AwQT/LIJ164c1ApUoyXzAwip6iNSfDFqoD7jekEdJ8tMMsZpKMW0b6YNjhZiaggzjDFX3FcyVEZnLHvl66OMbquHbyeUw9D2k+oIMyFAJMeXjjkV8Tlnm8ep2SjmqCq2qDG4DwOGhTvzMjQYIdwAPtewwATnl+7ABmy0sd05Ax4YJHoBG1QB4YUGRGbL4zgxkzEzlJnADLuYxMazOPSPt6T1OCj077AZLsdPLLDu0KI9IHQD/wwxKj29XYeHhhArBFaSx6jwxSq8ncqZisGVXxP44R0O4DPaeuXj+GE4fIrHIPHG3iwsbJOZ8ycBtvpYsXRv9URP1wX9gGtgVIcgz1yjCM9bKtii3a3UYYgBT/DWgyGWNpEltduLqbOJPJsdGq5m77FWZXaPEx+WBCAqMj4kjXDfwyZAGWI/wBOrEZRgScsOrPmFjYBORxxV5SGmq0LyqDrurszEfXCquauAsN0yyyxx0sbckgMRGefTHDCgKoG4T1GoxxyJX+JwfIxriph6mZglsnONuQ/LHY0urPtjkcf0prkwj9pxQBoEXX6f2/zjynWpXq4qBrTt3FlZQBn4nHxHuhj9GKOfxOS9hgIzwQQT4kDH6WpQOP2TjGhLUzDNcZyP0Bx3o5Nu515JAIGZUz+3Hde4XXGteHxrLKWAkPc67VU+XU/THbeWOTv7f3ZSeMUMjcT6Tn/AKgI/DFrZCz27Qdo8UIOL+KLLBzrK0FvDo3KW9w+jcV0kLjg18oE3pUq8hj6ibDJOZw3cyHPuGLgBJ9tjplrE490dzWx+lCo28kdIjLHD+L+4S3fGDcrj1KWart9LK9rORopA2DxJxZVSo4/HpRUSutVAStRAAAGgAx8wrZveB43bmLt4FrlGR8AMbK49eYA6mMzjO3MGSQMoGOJ3Op1U8Ll8a9mOZA9wKAPMzGCQ4IYmWHXw0wxM+BA/LG0KerAnywzD7tZ8MWGwDcT6QD44CJLbYJLnKZnphUICsvpDGMj4YRAhYqclU5EnMTi53ANja7dB+GICkT93gBGGsEk5pGU55DLAtuX3HBBAOeDbW/t1AQYGeh0xIfcF03HqeuGtYbpzAPjh2f0knIdY8sC4CVJ2qRoMMqAbpncR0wqAMAwLMw0nzxbWi52QXbKRBxsKSs/f5DLBr3BcgfT1jpjJN/i6/w4q4TOEpsG5jcTtAVd5yGLko7nbySNppQowIUySGnw0wvIYTUZjePu8ThtsbVBJE+PQYVGJZax6QxnKMZGDpn44MjMaAeODIkjQeeC27OeuNfqcEATP2+B+uOVzHsT+QArixgG3Op2qo66ScBplzkAOmczjjdnrCW9x7YxPbSphraHO5kAOpBzGLUtlbRAZOoxTMsFG0MdT9McZQNyFp32HyOWXTFRRdzbimfXPw8MU1GGYFWYpn9y/wCGPjUkqlt9LMD/AOWwHp5DCfQfu/t/4dStn6erj0jvXIsJgMONyAsEdfuGGrUqtyHfx2tKrJYmZk6Z4ss5fPHN53MvAtsqYkmxh7SjwCjxx32xWANXLtGxTLM525D85wnxngchRyL5TkWyR6XIFrKI/gWR9ccTg1bOMvDr38P2T6q1qWRIOmYx3BeTar8niK9F11ZkKxr35gxBgiRj5VaSXs97jBgfV6RxErXPxyJMYAgLHqOWOVyuVyBwv06q/v2fb4QZ6Y5PL7d3Ht9PHNrcVb0FjshUalcvUN2h+ngccu2nk2907v3Rlbu/feZC22Kp9NaKMkrXooxzGqbZtqYl4LZR4DHyTntzFt7rza+LTd2xa2RaKKt5QktqWJP95wWsOsKdoGvgMJQmRJPpJ0E5/jhKXYM3I5PF49IHV35KKP34cCAFkRGWWRiPrhwfsfSPHEjIqcjhiT/5iP8Alix5k5kYsSzkfpTWpuDGtmLkMF2rHXrJwbKz+qrQEUjkL1I+4j6nDLMHVQo8PHDK33Zx9dP34IdfcJkHwHXEqC7gEwuUxkJwWbMZMZH7sDYB6tT9cOq1QqqQ7IOh6nDtPuj7dwnpg2bJVDsC/Xxxs3Ro+f16YMHTMfTDNv3btAs+GACdrgxJy0ONi2bleVBH10GPUMzOsExppgmRtYz6up6YrustZS0BoGTO2XTpj473XkV0Dg80Lwl5VFFSgmmpEOa+qYEtPj+ZqQ7pkAaAEjphwP8AqDL6jDkyIO0H64cAbhorZZdZwWJnM/niSYaZnXByyGZI6mcHPU5H9mA3gRPljeTIGUHTLKcK9aTE7go6DHGsUNXbW28XqSDu0yI8JwbNGsA3MZP7TipS2zdAHjOOLWzw7kPsGc+f4YrFZJkiSNYxUVaPcfZarCDH4Y+N0BNxfk8c/iXGK/8A0j939v8AZru1oG7lZ27lcTjNt3FWewMCB5FRjvPd+Zcydv4XG/VBw5G4pQNB/wCoHHZ+6907gtlt1VfeU4awsuK9y65kSfxx3PkgKl366+wIgETIGO7/ACTmXBgCKqjH/Q44E7BOrEiTiu2gjbYA4YiCymD/AI45S0VhQyXchtoEs7gksfpj5Cra+9UzO51H6ZCPyyAGIB8QG6Y5m7xUuAJP3CMsd3Xn82rhW3c7kc+vj2v6tjoqqY8Ttxus75RDTBBc7oGeg0zkePSccijidyS+wgrUEDAnUg6Rj5qa6g1lKdu4YN3pJK+87MAP9W7LCsykNqCNAY8MBASWA3FozGPifxuoSEa3uvMsMlfb4S+5Ph95UYNbNJA+86nOcMGUmdI6YtSqBP8AE2X1xDsGTwPXxwxs/izCLHX/ACxxyti//JqFvt8diSisTAadDAn8cGsWBb3X3XUagHIHLG32wbCfWh6idDip7ba7S1a3kUHdBddxBPiMEJIUxBIzjH8uTJPqIjwjC1yFVtWzyOfhiCTaiR6q+pxYqWGtrYrIB1nLHtxt2kgRqc8FSAlR6TmOmHisOTkCfHDARLAAt/hhsxAXakdDGemA59ake2gJ85nFRAAU5kjIR44BVZMxK56iBnhUvJLSGatdYIxwOVyT+l45Bv41V6BjYNsDI5Rnjt3H4fFtrVrH51nJvs3LLqNqKs/6cz/4Ya8vBkkheknLG/3Jt+1p1PnlhlkrGYHXwGCI2FdCeuAFMZerzwB+04gidQQP2Y7X3Ovll+48i16uZxHjaqyCpBGvngJUpZ2kgR4Zk43Lnsy3GSPplimlQAKxmFAzJOZPnlijj828cPiSP1HJeSK0n1MVGf088XoqMaSBWFdIMA5N1zjHFHHZ7rj67HsAACg5AY4RRNpZgiga7YxWa1y3gCemeeBYAXSkq/gN0ZDHxO9hIXlcZ1B/i2uD+/C/Qfu/t/4rx7aFfl9xS6qu9gCy7PUoE+OeON2TjUBm7+vN4/KubpVXxmthY0OOz23cgqa+31VPRtmDXSBr0k9Mc17F/mWczk3QI1Lnp9Mdx91Sa/8AphVzO41vmP8AHHDADCKq5DeOwYvWuEaytqg56bhtOOSS3v2cmxeRexESQoRR+AGCAB0MeGc45Y2yzbWNjeIyGO529p7TQ3F7bYeEe4dxtANtoQMQiqCQqyPPLxGZFqcBVcLWrB2YGCD0H99fLHJbkNQtNIhF4+6TPqiY8Zx81JQCF7e29zEzXYT9dBgvVUdh9LOMwDH+OOXzr0B2rtrE/cx9InHyX5vavu0lz8X7MxB2Gukh+TYOkGwhB9DjccpJ3EfliBZmenXTFgABJyJPQYzWWXOGHjh9wCssvu+ugxdR3juScDjWcflIOZyQ9iVW1Ul0WEzJLggfX8MPyCwXkXQLS5J0EwDiRSUgQzsIk9BgMrhozzzGf/PBayw2EqpcCAN2mUYRWkhj6QdJHhicpMsB18MMjKQDBBJgZaYKADcFOWbEwJjLBKiMvTJzx/MUHSAOp8cHoDkAnhgNbnt1C5Z4avj1s9m1rWrQSQq5knDRAujaq9ABnOFlPUP5UDoMRSzhrvUUjaRBk5nDW8hdzoRupP18cdvs41Qe+8NQhdPRx+OghmzyGWWON3KruHFs5/B5t3BFILK71zkCIOa5+qc9MssMjHY9vqp3/aVJgnPDt6XRBBdcsuhGDbJIaCI6zgnZCgZnzwu7Q5HE9BnjjXvxy36kM9DXKdjKp2Ejxzy/PG17TsWCtY+0Z9Pwwa+JRXW7en3XXc2Yz1+uL+IFR15Fi8l79vqBB0HlngJqWyH4DFQIO8tBnrnI0+mOPxONYbOVyClFaXlagCehJgADx8MU1KuywnNQZzjSRig2yXLQbEOUeWK6wN6u20sxgrnljYX3Q212nPJc9cfEC38xU5nHq/8Azf5YWPAf2/8AEqUT+bxObwUVj1Fy3EgeeWPgtLV76Kf9xvuVxlBogzOXXriytrqqfbQzXuUQoOQgYv4/A2tTx7DU9qAqvuABmInUZ645nFST+osVfdHQhW/zxRQayzJWFdARqqnA9vjIEJJMucgRi2p/a9l+NVyaU44koWYghievlhWPUQZ0nxxymbOB6WmBOvXHLTtveOPweNyHPIZLERmNzxuYGfASP8sBH+V1PE7jZTUIJBzBBIB0/wDDDVP3lOUH3B66ioltwGcSRHh54+YvW2+h6OAWuIO0NWLAVB8Zf9mCDZCqC9mevST9Mdt+K/FWjl9zezi1Mnq9uj7beS/QLWN0ecY4XZeBW9HC7fWvEoJzZzO4s3mxYsfM4YghT9zJGuGgbfMeWPtBAO769f8ADF9yiUoEWsfFtB+QxYasyymssegJxdsiW9bA5iTOn4nCIywibm2rA8dJ/HFqETAYhUzg+ZwoKipW9W4/XXE1pKtmSuU43OwCyIHXLHA41/Ms4/J7uC/HurrC8fjVVsQz3WPAz2nIY5FXb+4frKqHaurkWKf5g8R9cK36j2mZSEetwSAwzn646kn7SPDAUiei1jxGDPo25shOYjBNcMg9NhJiPwxNdrUsR7bNUSpKkZjLoRizeodIKI7Aypj7gOsYsfhX2WqHhG5SBWIVQJhSRii221fdH8injhMyoXcGy1z6Y32WbvdkELq0iNvljtnA7FxeL2x+Qi0879Q3tUrxuBUCSxsaWdo3Ej7ifHHxntrWrTfbSX5XD46KAhW3cpOwkEkRJ65YR/a9tYmssDEA/uzxVf3M203uVsp4ViMrW1MCwJB6eGPcoqspZvsqP2gTlmc+mC7wkywnUxM4VIiMgfDAE+nwwrPYzioe1V7jEhFmYA6ZmcR0bSfLBETIPpXM5Z4VWMgEfbrHUY5j8MVcficI1sK7rFF7G1ygCg5tESY0+mKridrVkWoIGvjnju/Ie3gqBxrFH+8NtYNbIU1KMy4iAekz0kKhTcSVFRUf9PyMdcUqzGC+07hmIMHC1rlWjqATrE+PngAAlyZG3PVBGPiyE7nPKosETrhfoP3f2/8ACHQekse6ck9I41Vla/tcY4tnEIRuMLFDAkGGOk+eHW/kKhgh9ksSANuLkFhte1jdaSNCcHjs5Shm901L1IED8umCcyMp+gBxApYboyLEk7dfwxYa6/ascqttpkExmPynBRM1naqg6n8cGjlVjk8dwGalpiBMjUaYhOycUhCCoasGD1P1nwwuzs/G2qftNSmfUG8PEY9Ha+PVvJZ2pqUNO6ZmMs8O9VdfE4xguUAVZBOsaxOWKvjXxipu4d07m36fidvQiprhobLH/wDbpXMknX9mOS3L5A7r8h7ltPeu9UqQsJpTSGzWpdB1OuNuwORmztnHhGCViTnn4DDQNdToBh8oby6YsDkAR6AOpw3oMnouGCrDN9pbxmOmGFhm5VIhDJnX90YtDDcM2ZwchOkYUAy5OzcpnI+GDXmEX7ScpPliNwVUO0t44Wmzlvbx1LezUXlVnwH4YEPskx5xGAxtl19QCmTkcEhii5GVzmDh7ORaAwIJr0dhMEjpg7Bv3EsWfMxOU4DbwxUEMFgAls5y1w7Ohg+lidNMGun06hm3dT9cCupwzMA/uWZzl0xalnHW6y0ezUzidssDuSeuUY4XF+LcHlPwe38fjjmc3vIrFvK5b0izksVrJXYLXZUORKASAZGBfyOOG9BSrjbDsYqZG4rpoM/8cVWnty8Nw4ssXhOWRgyjcYbMHwGPfr3PXbutQOZ8FWB00xd3TlVnm0UmriW8655dCa4RACZgKkDp0xxl4w2Fl9q+ywwC5cka6AZYFd5NdkFlIYMCDn0yjBG0bjnPl44aGmM18c8EeOgwBrn/ABYRrCdu5WcrrGhjFR4vJq5FPNrr5tS0urtWlmYV9uQby8InPEIhfIudvQAZnHukhdhCyxz9R8Me5Ctao/lmIjM9PxOOFyUIG61V9lwDubcoBE/XHKqRdq8e56i0g7iCSSNuRE9cI1ZFrveLDvAKnywErfOVczl0ExGs4+M02NtFT/qWMTOwTBzHjgDwy/t/svN2gcqoW8dbD0R4JH5jFgVg0EgxPjE4Zgu5gGYkZRBGGYg72b0kdAT/AM8IRChPSRMZY2ar4r9MF1kFci3UfjhFYhZzYscvxOPca1EVZWbHVchGeZ84+uBWnKrBJiGdQSDqdemAG7hTvA3hPdQEDTMTibO4VMZAQ1HfOU5bcH9KnuFfvu5jeymRjQ5nFC9sccbtyD3P945gihJMA1VZFyek5dZw9fC4x5XP5H/+w77zoblXtMyWP2jwUQMWMFUlfUxMDaBnnhhIdHzLDqBhtyxJy+nhg+gCMy66HrhxluiSOpxJEgzDA6HDkEhgCJw7MSYDLPQYa+6C5JQZ+GTYuBH3mUVPPC2B/QMsuhwyVRJjZuOgGGJSFckKUBCnaYIB8jrgFYQJDGTBzGmHJbX7W1yGGvpCLZbW1ZNg3CCIOuPU0lzuhQBhWA3NIhY8MLtXYDJ0GPQANuSzqMBHXa0Q28D8NPrh2UTs+7ZOFNlhvJ/lqhMx+fQYrZaFNcstV1qnIzLbT5YZ2JZzJJcz9v8A4Yai8E0uytaalG6Y6HCW/pauU1y2U2JypmohoDLtjPzwahLEysH+/TC1movUoLuiMRuYiAWnwxz+WbKUTtyDk2UXmPd3MF2IOp64eq+nbO7bvGm0+eCTHXaRgSfABT1xye6hq/03Gsq4jobEFrWXK7rtSdxACGSBA66iSNv0OJOowAfRPrMa5meuD7KwuYO3qPPyxSyiSSDYBqR4YprU5GAY/PHFt93dfxOVWy8cDdKId5aT55RheabRZVzCb1VdQXYnONDjjDYSN+5gOgnXDsSWIKBfoVE47EAx9Cu5n/0z/wAAdtbmclONWNz77T4A6Dri9eMbeTbXLFVTaCp6jDtwO0N7UNYgumdo8z44sYdv49YZiQxg7RmYAJOWcfsw1jXpvckkbQBB1MxnE4P88BCTLSZ1k6YZjfvZ4QJvMHrlGJ/WJSoPqpDWNvk4R7+ciBvSwIeyMjMSY1/vGHufnoVeFqqNbbh4mSeuhwttnPoBAIZlokjcc9Z6DARe7PWgI3rxqUQtnBzM9P79ce7Zwv19m73Fs7gfe2+nZkDlp5dcELAVclrRQAuWgjDmyB6twB1OLqbV9FwCttJk7TI0+mGWIWv7W8I+uHAXcBkv9zjOSFg+U4Y7IJzLD64esjPWcOUbPDIfsMru6mdT9cLxKa1pFICVGudxDHMmdSTi4/whjWW8hlli/kOQlFEFt2ZO89AJJM644tvG5y9x4/OrfkcXl8ZhtdEsNJbacwCykCYkCdMLW108XjlloqJBCljJAnQE42LDggzGukY2AECI88FmG5vtk+HmMEMrWMwNdFVcSznJZ8s8ML0/THNVBEAQIj8MJHIrJb7YbTPTPHtKQwI2mwkZka4DVVFqVGyMyZHgRhitTVqQqt7m4DXqcBjatcE1lmBGv4dcVcS3lfqePxC78eGJVd7S2XmcILM6eSso4IMN1kYaoWAyZ3AfXGbAtX6DHgBOAQSqnMk42sQomNo6/XBVidwc7nJEFRoI+vXFlNKI9ubpYwByOePbZCGMMCZz3Z4UkehpDDSRrriWTadU6GCAMLumD4mcCV3AZx44/VbBVfTctWsko4wWpdkLDa8Doddehwu30OTu3E+BxO0HcNoPRcsI4bbDbip0JGON7bHYH/msxzj6YqKAQLILtlCgYrKQitBZZJyjLTHAt611OFB8gFn/AIA7P3Lmq1j8GyxK6VMI25f4vpgJx+OlSr9q1qAYjpOLQSROngADgspgr6dvlhpMxp+/Ez01P1xWAu4KSxYmBMdcFQwziB0GAoyIzz8dcA5FfEYYNn0/v+WCJn/Uf24JWxV2jczPlqJyxlkSSQo8tCcMAxlRkozHq0nALEhmy3HPpGHYIGYyw9zMDLGTSvUnWfPBBaDEiPLBC+rbIJY/jgkOZeSs+WLBuEkHajazjaR6l9LgHLFg46b3Jmsz4fXDE1lrEBbbMCWMa/jhHZNoMqVrMkQCf8MBW4+z3AAvuDOGmD+WALTAYyh6YU7S1bn+AZnOcNt1MMPIaZ4FiVM1bNtF0ekt1xVfVWy3J6xYCQRGeWFsuZrt8uzXOWMHM6+PXDs3H9wCBtXUTgh0szUbNs7Z1w9lLulKARmRg2fqHYnJ62Eg/XDV2sX3jI2gSeuseeAjKS7kbVXVvpGOFxbbWSlrP/k2UiSqLO7Xyxb/ALVyN/aoNi829SilQNZE/TzOAy2wyMy3JnuHgYwVU+sHQ+MwcFEX3t65Mg9e8ZmI+mK1fj10217z7m4k3MTMt4ADTAtVwJk7XzHkMcKvlcNLn4ivx1vVyGcEekH/ANMYoW6sCEJ46gAAKW1kYzaY+0nwwCunSOuFBb/zZnprgU0oQnpNgOcsJzwDJLfxL0gDU/litmzB/hHTzOFIG1YEGdcVKjHNgFA1I/5YruYZPkiscpXUxitGCkM4LEeEjxxWFeWfbCnpoMdvqRGFVXFu9zWNoT0k/Wf+AO3ljCNc0+GgxcxIJX0qB5HAJEh/tB/0+OC87SYOWngcGbQgbIEMB1jr+WCtnPqkQIa1ZEnyOePTzqrVkGw1WAgdeh88E2cysEZEMwzXQY2XdzqptUxYjOCR4yJx7d3fuMCxNdRFqAMwXdGvhit7vkHF46XSUusuSDtUt455eGCbflPBUZkt+orK7AN85Hw/PG5PlfBLAlGC8hGEH6eWFqT5fwnstPslKrVzYZxl4f3yxag+X8P31cV8lmuACiQvh0nPw10xY1PyNeXXXk7cdLXVZIX1FVgZ5fX6g4ZE7hZybFnbx6KLSSBlEEAzOWfXDW08u6D6xuosGYbbowH5eWKnpe7mtzEZ1XjUWMUAaBOUZxI8sLZxu28+1mIqWpeLZ/H10ziMe5R8X7oyyQjHjMP/ALoxbcPi3Prqz9q21BmIHh5/36Ysvq+O8yyqYUIBPgJ+pOD7/bOVVdWfbJ9ME/U/jg211cm1LYf263Qt6tAB/h0xv7dxeZwkf7TyzUCFIksesf38sH9R3Wvj1FQxs5G2SFiSY0JnAbkfJuOVkk7qwQQPTplHjilqvllFd4WbF9vaGZs4PnAwLrPk/E5TImzj8dIrliCQzHrH99cJw6/mHG43H4qzTxfaG0FunmTOeEFPzvjNzmcs9H6YFFrCCCWkZkn/AMDiqur5JwOQw9Li5Coca/hgPwfk/beGrsbFRlzOXWfpiut/lPBdQNk0BQchIz88envnHvqsG4rVszMZAflOLCjryXqzG0Ix9U+B6xI8vPBC9q5PJZR6jVUpyicoI1nLD21/H+a3srKuOM7NpAiPpr+cYVuP2i7h2I/uk8rttliu24DMsM8/y1y1xfwO5c0cSm4pY9dPBNTMKyXCwq5CZJA+uk45Av5VjWiDZYtZGU7gM18TgK9zMSwtKEA5k7R+3DnjUW/qNruty1BvSykNE/vwgtoy1CInTTpge5x2RSNwlTBy1wQ/BKldGZGmfLALUsSIrlg2Q0jGdDbSQJg6nBDUupyKqFOXXwx3Mdwvu4vc6UFnaQE/lWsGh1fImY0wUKMNmRcqQwjy88b7CQpUTCNmNcJx7VAdlpZVEmPdrFoEgZ5HG4IVqBgsZ2yInM/XHEtK7KuWrPx3MEPtba0Z9CIx271ybnFif+YNl+BxQrE1AMphTBmRngMh3mNssdJ1/GMcvuJqX3hxTWtsCYnLP+32v7n3Gjt9KDc1vMtStQPq5GOH8U7J8kp7rz+M78jl38IiymqIEFwQCcjkMWLyu+3G3NilKIFOrHOdMc2x+R3HmrWN1r12pWq1KNoAKgxqP75YU3ds5fJLDM2cuwQx6QsaD9mWmj1j4X+q91Ze3lcvkRmumbaePlkZxfdR/TzgW2EEUtyy9u3eMydxMkajzj64srb4RTWrgVlOE5R3M6z4znjjWJ8a5FVlRNm5OS7KG2n1AMToT6fDCuLO8dvub1PfXyi25ySxJ3T5fT9mDd235fzqrayNlXMprcBvuJJ6aD8B0OH7H3H5zdyaeEzigvxqxmmbEEKOsxGhzEYVLvlHc7mYNXU3F4g2iADmVAGXl9RGE5FnK773AQjmrjUoTnD/APtr6f8AA5iJIxwOFR2r5HwkLItnLopRFRZ9Rb0iM/CIOnga+HwewdxD8i50r77zX9q6KvUXKEARnl4aeWLO4M9/cGa9C3G7haBTY1XrHpQBSASfwkdYxy+T3Di1jnWA2UrXYLB77wWkscht6fhrgDgfG+LzSJsQ2U+5MDMkn64Bp+L8dTRWnB4acThV0ogRAB/D4Zk9cKvbOyU11r65tWpCkAeXlljaPj1dgAVifcQKAoz0wqXcnicR6ywr4V7ErLdSPL92LaeP3jg8e64mLEYrIKgkZ+EY/U8jvNV3HtEirtdm4gg6sPocHm296s7Zw+MjG7nuB6jWobZWNSzfsxxO6f7zzBRyAK6rDkWkZqR5AxhlbvHMRxkd3qlR9o16+OFu4/feTSuVTrZAAAOZk6DPFlNfyflFa2YuwQxC5DPB49PeeXyrXWFQ7gyrtkE5wPPDUN8nuQVbSyncx3T4+AGEtXvt9ldJ35VsQ0LlO4/U4Y29/vsdlV7rUU7k6enTHGZe822C8bxWUJYhVyBA00wf0vKe8/ZZx9sMApnAp4y3WV8JXsYCFMLqYOeoxZVwuZ+mryN9vN2qAsE/nGK7+T3ikKRMM6k5nLL6YssTvPGrVkNdoLq0hhJBkdZ6YFNHEo5/ERmYsK1K72MakeUDwGETn/G+DYMxNnGrlQctY0AGWFq5nwnt9rcgneicesZHImAP764927+nXblb1VsG46qS1ibN8jqB/wA8NYnYW4MqtfucO8qdzVgFYnQAZeGOXyKeTye3XbTb7osgbtBA0y6Yt4HK7pyrKA3t0Hi2JLBmIGTaAR+XnixU733ZbayFqKPx7VJzE5gA+Wk+Rwvv947vwTyVDJZbXQVcBv4dwEwcp69YOeKF5XyruD1K26xRTR6PXtLAEqGIA9M69fHHYPj3cbe4/AeztXZx+Z8x7hyEcCvjUPZvNFa5s8HaDn9vWZ+Vv8P+Zdw7pxeyOP03c+4cZKeQ9LED3BWWiM5AOc6+OByO4fNe693st2y/C9qiG2hRAbwjSfEzOZ7hb8Q4HM+Vd6QbKeP8kvVahn6grIFzAOXnnqTPEfunx3undO79vrZP0jc1hTS5PubaygGQYkjwOYiSDyOH3f4tyeV2ohm/R++EchmmJ2+IDGOuYwn6b+nvcOAsgK6dxtgMRBhR/h9R4Yr/AEnG7ps4jLfStHLZVVid38QgqNAMp1EYXj8f5Nz+GGUtx05ZRmRtwgksAD/jrgNx/nQ5KK5JHJrAaCwylT4DLw88N2zu/wAx4fb7uVQnD4tvLtVEssJBgFspOE5PbedTz+PYN9d3EsSxSD1lSf7b5PyD5Z3mjsXaOL/1ubznCrPgBqT5DF/C+D/HOT8rvrJqXuXPccPi7/pDOY65DFq8Dvg+N8Wxttfb/jNQ40RP3XWF7Dr0IH+PLX5B8k5nJPKXa3K5F91z1sM//cYzi+nivyAij2UNrfeQdc9Bi9b+QVyYI1hMM2Rj8cKl9xTj27UvZDqkzoMf/Bu/UUzIZ0ZeuuZxtHQ/d0MnTHqzJy29BHTFaMVU1ydyiCZPXxMZYAMBl1C6x5nAWAFUFiRrAgzH4YtXjtsBLEWP1yj8cW9w5vCq5XKsBUPaoKqJ3aR+OKU4nZqUqYIjVWojesrLNIHU4B43bONTUwC2Ila6/cNfpg1X8PjvRcyhg9I3KJJ9BHVjAx//AIdVXJ4npR0EGtQNB5Y7lxOD3JKe2cV24vF4oO0rJIgDqWOZOONyf/5d4ncKbq1XlJzWNnJNjiWdhnBPhqBg2cND2prPW9HHghDOYz1GWDUvdG5Bf7zYijXp5Z64XkX3ulJ3X2/zmVnCjPL8cdu4Z5F1NFyqGdXaJYBoGfhi7N3sQ2BLsixBy1OP01lXs7VFLM2baf4xhtlpXeNcxqNMDjHkWX+0r2rXvhQQMzr5Y4fB9028biqpqVzkpmTH1645XLWLqqnCvZugAtpGLha1k2QFrQkrkf8APG+x2RBAJLZazngrwrzxmyQWUsQxZhBM5eGLH7jYbawCXCMVJiBr+zFnF7dRv4q+plqJYKiHbJ/ExhuFVcHsprpa9VAyZkDMMvM4XkbvauUBq0yk7hljt6WWLxVuYp+r5LBAsiMyfHHceXZaC94s46rxiSsMYG3yONjvFcllX/V1MxhVsX2q0G/cn3kHwwtvshVkMJOYgzhBTa1dIaPYQ5EAawOuLWp3haq1q9kBmax7CQoAXWdcLZXXX+sBjdeC0rOv7MDi8Q0WXsBYz7PtXaP8ssPVfxEv5Fw9y7k2sVYMRnAGQz/Zi8Hlvs3Bv06OdoGkSP3YZectl+6q7nPXx2CsK6ka1yN3pyWdfAY5DWqX5hvHIQPr7agqAPDLXPXHaOMsnhfH+LX2rgoQFMKxtdstZZjnjuXcuR3qricnizYvH5Ku5sYjaigr1Yz/AHyxRbRQnGopSrjLVQCFIpUAN6pJLak9Zx3Uce6x+Hf7XFu4yOQr7vVmPwxVzONw9vtGeRx+SSV2qYUz4yMLdwFroDw9/FsQMhiYybpnjnclePVXfzhFz0Aqie22oAyGJucvbUP5Tox1OR0wKyxdFyZnJkQQRH7sPXaBZtI9utxIKkSfritrOGnuH/pLGcmRE/hhClWzWtrUJkN1y8RjjoWI2bdtzswO4ZTrkTji0/FfnvN7fbUgFIS+zYMgMwxgx4Y7Yny7tvB+aAbFvtdTTbanXOvRvDHFq+YUcz4NzbtiWNyF/UUK75apDROmWP8Af/6d/LeF8s7WDttv7TcthrbwdR6lOXUf2x8b/pxwua9XZ/jna6+89x49RO08rmWWGSB1CIseE4q7X3XgNyOFxyWq5lB23LuaST0aZ64Tlduvu53GuJWlhX6wygyrxMEftwa7pHNu2uaGImtNv8UdTiSAQcs/PDCJCkQvhjduhSBsI8NMMC0gEMFOWn0wQjEBYJDaDMicRmci7N0xE7y0R+OFABDCZkzOLUGVrIVVusxhqgJKQDt+uBW8PvIMAjMkZfswr1qSlSlnA6E+eGS0yQBtjr+OFcVtZbSQ6msbtsZzjm3uJADks/8AqGZ010x3PmcMMEqvIC1IGUujTmDIif2Y5PO7nymbuPciOTyuSwCbmb/yjIARli7kVTvAhSPrrlhlVJsrWfeaREiNPHFlFVNfJstobh8e7k5tVvcSygdcoxx6uZdZyuTWVcbjopQQAOmWN/IsCWM72IHzcgnM4e3291hO5GvzP1OFVttZUbbPbkDIaDCLbaaOAsm/kL/p2loE9Tph6woYTJVCcl6Ax1GG7XV2yn2SwaxgvrMfxGeuK/bC1VQFCqYPjnirkPSnM/TtNfGu9Suy/wCrFHB7b2tud3PuL/8AxO18RZJJUsdNFUZknQYsbuN1F3cxYvETsfEuFlhUMd7M1cqAIgZ5/kTyUTjGheUNrqrSNs7onrBxyL+NRn13HM6DUa6YqsuKl2lAoOgAjPC1V2hwoG4A5ExoPHD32MKzpTWB1nU4a5lFSLOzec58ZxRdbWRXykF3FscGLKySm5Z1BIxCKGDAM20ZAjLCJRZu5V5JC6kxJy8oxfZ2/ltTaxMctZDBCrIwE9CGM4FdoJdmhrLDqfHBrXbY4VKjvORZhOLVIR0UKLdhBAJEk5YtSkAtdJJTxjp+GE5KBkucDi+6jGQjAyDHQ4pABUMN3hIBwQ0gTlPgDlhq6zNNx3Op0LDIE/TGsFPUR0idcfKla4U08Xjfq1sBEyhGQHjn0wlAYIYsa58/UA52jPy64YsC5IO9+kTMCcEIJW5TWxOQI16YPuIStYMoDALExn5YVtSCN24QIOEDxtSFYn8scBuFe1d/I5XHpBrBYvuuWVEaSMEVoGD2FzukROv44RZgIN2w9PPD7jttrzRZ8sgBiq6jlM3t6QchnnjjXX1i6pNoM5btseGmPiHZRzrk+K/1QS34j3Ht7MTSeQ9TW8dyCY3K6QPr/bH9SUufanA4PauJZYsyp/22qwDLUncMsJYAfWN316icchUuemq+P1HsMVldw088Wdz4fPbkg2BeVTy8rFZxuzOc/XG4H8+s43n1HViB0jFXtcdTzC08k3oG3Kv2qnhPXC38DhtwOPyER34thDbbAg9yD4FsG8T7dhFLEDLSY+uGVVhRIJP18sbRugAT4zqcLtGZzzIyA8sPIO0gvlqYzxyWQQxetdvWWYxhS20sP5isACCRpiZjdmSPHAGsSFnQjDUU8o023RXaa2j0k5g+IOO4Cm4slSMWYwJyjr9cd8q/StTyDzLlXmNJLIHgZHLOMVX8jbdXAUFtZ00Hhjt3E7bSaTx6RXzL2YlrbXO4tAkQJ2jC21RbY8EAgkSRIkeWPcXlfpmb02AarGcCOpwvcb6/fWxwW5DNJCqm2I64NjmB/wBNFWBAmcsErbJtUOysQY6dPphzakPqG6kjTFb1NvtILNxz/CehP5YZkf1Eje9fWcoAwvceQ+6zlW+1GRgL1k+eKzQf1HKfMUPK5aZHxx7XNq9h1AArEznnjuCdp51na17rx37VzbuK2y1+O5BdBYPUoYCGIMkSNCccpu50OOOtQPHWsEbrCcmJ1gAfnh+F29TQnu+yrEmSpeMscjj8S30JYapEj7DtORxVTxzYbwS3Ly9OXges4VkrIVBvZic9DhnYbwPSv0OK2usVUf1UqD0jyxTxXt99aVCUe6zEVVLMIvgJM42qxXkBo3H7NpxZdyectNtAIQKTLZaLGOSwsYbz6dxjLyHTFfs8n3LVzUeB11w9vId7HJ2AsTnGCLlbYxMsPyxxq+fyH4vHtM2XcYAulecwD1OmEXjL7i1vvSy0hf5agjOOpxTZBEidoGUzH5YO47SM58Mccc97K+EFd3XjgF2bb6VzyzOpwIX2kYmVUz6QRlI+mO/3sFa5qLtlNp/0Vs6tl4bYxQhQotFYYMgjcWzOfXM4AP2v9q4dWSC/pVzuBXP+H8BgNs3hBsI8QRGc/sxWLiWZhtk5/ScB3jcIyGOyX8qsDjV8ysrbqyOQQIH44dLijPJQhomZnrgloBYxGggdJwrsgEwGMZmMs8Wqi7d5yAORnXFgnKsFUnUHUHH/AG+cu6zaeL8x7JXyF6LU/OrQn8jiRoc/7X/q7YpBIft9NjET9vaeKh/KIxXsG2QBhqzkthDM06Rpn+OKI7ieT3Lmn3uRwqB/LoVH9O5upK6DFd4IFVnuCF1VlzAjzGONXx6tj7WPJdmku5J0HQAYYhh6JA2/31wiuSxTJZ6DA4oaKCxu9vX1HKfwwEEZiS+k4ZgYAz/wwqFfUyhgB4HzwGtMkj2lOkKBAEYuWfTvU5+IGWBthwBIIOmeFZhLAZvjbugtpOK44q5MYZsmgeYx3C299tddZtG0yWaf3DHyYc7LhfqbKzTfAtPq/h/HDpxOSf0QclBVG6MoGA+02EnID66mcF+LUK0VTY19zAHZ1AHjhzY5IEywIIMwBngIWKosklj4YNm8rWJ2Cc2x3HnvyVrq4SqtSGN1ljtkonoNThWyC/eqga49287UsJrZlOeR8sJwe38Zubyb3FXHrWNxJ01IGvjjs/DtSf0tAX9MpiLD6m3+c5Yqvrce/SSykiRJ0x73Ite5mb3G3GZLEiJwVFW0U+mw9MHk0GxWc7FrE6fbn+GLeWb9ttU21uuYkCQQR544lvZ1uqU1VNzrecwd35JU+6wjRSxMeWeJWvczECc8zEdMLWfS9cejUDx+uuONbbQU/Uj9RSI2mxGJ2lQdQYyOK6Pcq5lhRLXPEcMqb13bScsxOfQ4sbltNlNkItR1yJnLpOHsNXsUqAdlmTR0nALQpX1hlEzkfy1xRWAAbiV3uTA/PywpIll6g9cJZYTn9o+vXBut9TkfczZa5YRt8M49RXUZ6T+GOPw358K7Frb7QWA9BYjLXPHGQCUI3jLOYwQVyk4EGM9wY+eRwmQjdnty08Md94zVe37XA5NrLYI9LUEjXFNgZnhALkcaSoAn8sAM2Yh5HTL/ADwsn0jNg8z5Rg7CZjU/livbmV6D8tPHERsawQq/XHxztm9Vu5/L4zVI+pHvpWYHUgEnAYr/ADJio167VP8AjrgKAdurKfEY5NSkH9OYtB1+0NhbkXJ5A8JXIjF/pAVRAnr9Mf0l5iv7dfG+U9gf0xO7/cqch/jhPoP3f2v/AFvL7mK9xFdZH/l41Yj88LuBKiFn8OmANoZCYM9MOqAeghny6/447iTYps499N1dZnfDgoY6QIGJfd7JabTXG/2xrH7hjkdvuCi6pKLm/TutoHv1C8IzDLeocBvAzhhnujc5P1jLBYCAVKnYPUfH9mPSAIAVi2uCTmpzYeQwCc4EL9MEWkioalRJzPTFlSDbVvBNj6sdQMCsvMycvzxkskDKY16YYABS3pJHiOuFAYsYOpxzx7xK7GV1XyWSctIjHc9wbYt7ruknLf4DWcLyGf2Qo3GWI1OWXjhVWhVs/wBRmWyjOcZfcc1UnLwjLAYojSTvEelTIyHngbV/mR65EAf54Ci7ZWn3AjUdAPLDjlvZ7SI5r/TQd1pELM9J1wTX68up1gQcF6t1u3asICfUchAHjOHsV2rvoY1yvpPhGFuqcm7YCyv0jLXCn7Vb0s/mfDDIBChgKz0G3xxyHK5HKVyE6442y8U8PkW2h2SDZYVEZ6nb0jFta37URLHtpEiTGBZbd7NiNCUgg7hGZywCrmNZmIj/ACw6Bwhskgu3qCg449fM5j8j9PWOJxrLCSErUkhR4AScGrcfbzJsfL1SJyHli2uhjdGYtErCDqPyw7WXNbv9bSSTPQYlwQHyQN4YVidxQSSek+GEdGjZmQMAVu4IG6TmJPhhVXksSvqdIyGcYs5e6drrWCv+s4Dez7NdYVnQHMGIk/U44AWsLurDDZqNuUnBJzLGT4ZYg5HSSMvpjjgCSGl48Bn1x3rlWX2N7/C5PvbjML7JgZzMwMWVNy1q4wqVnkElWA0MdZw1TMVKjcx1kxpl44dr2lgIrE/wr6QAB4DABaMtw/DFbKv1bFbEBSsEN1GWmP6clnDMbLlUDJlsKnLzgDG9wCX0YeBjr+OKq52taf5cdYGYwxCDe/qsOfrPngLQgrQSVUePXGm4qMwNNMfBrxXuHE+Rdi5KAGIKdyqIxUfFV/d/a/8AWixJTf3e9c5khUVf8MVl12lQJH1xtJkasBrniz21IRt3tqTLAZanF1FYDG9laywzktcjaPKTJOE41lcVq1lot44UO7EDbuJ/hBGmAVgqraTJJiM5wUpm2x8tqgnz6YKqCtg3VspjLxwXT7mOZI0JwdhlrAFsKjMjLLAmYOm7riTkBqTpjc77SbEO3xEeWGWxCDtjaQR0B/cRgS0AekJPSJxAMR9wwF43IalgdwDAdTjuKm4tTfU9VjOIMRJOX7sd/wDekKvMsr46qP8AS8ftOOIBaS5Yk1QTECZz88IHsJZYykTPnhgm1rSM3fOPphyGKoudgsyGsEj642LkoBYux1J1wQq71+07vrjY6otaMWd+uAystFbZM0ZDxGDd2gJxeTYPbHKtRbCucblDyAYOuHYeu2wtY7PmSS0kn64auwMqwCz6ADwy1xXWoJDjaVB8OvlhVq3OZzUZ64tVqiinKWyOsZfjgV79tVCwAfr+WeL3UqvIuUoXQQRGK823ZMVbUT1/HFVQSW4+51nNTPj44uvWP1HU6RGWDvmQSFjzxaXLbiozbxnXF1hbKs7RnqZn8sKW9G6VhPPrghzuLwysD0x/Ps2VQdpGZY6gZYO4wG0YeeLaq69x5Eb2ESYJ0nT8MMwTIncTqokefnhlyCN9zR18fwwe600m3k2cuvi2cxmO1AQQqr4liCT5Y4qFiyFBtMzIJn9uJUhtxgr+ONpbKw/y18wcUesbg0EHx/uMfJ/eIS6jhWNUznJQUacuumCpUCy5Rv2zO0N6TJ6zOKXSVVyEYnwA1jBKGUgKG1JPjPniSmcSgGmkf4YBCw3guhwPVJJk7vCf24/papy28q+y5l0gcd4B+pwjP9pAz66Ril2lvYJKBY6jAkzB3HHWMyk9DOG3NAjpj40jgI7987N7ViQPSe4VA/sxT/6F/d/a/wDWfadrf7tYiRplWn78ATu3ff4ZCMFwoLNqTnMCJwX6kDccAlRv4t+1WGXptQsR5wVwrP6mEgjzGWN+3+WNFPU6YtAlA5/hJBA6aYVLbFC8OpaKgq7d/qMAx1wErMoPVH/miMI3LqNtJP8AMSshSREQD9cLVSDLts49TkTnlqcWVsI2SjCQQdpjLCqWG4XVxp4kajFx973Q5h7XEEtAn92B6gxObYJBgAaHyxWqVA1bpssObERljnOkllR4XoJSZx8jZQf5fOtrUjKR7hk/sx27nc6myj/c1blds/UKU92lHKF0J1UMpE+IwUgj1RvP3fsw8S41XqSTgvaShAlVOn5YCe2K6J++w+o9ZwQk2h9AgwZBAyAUflj+VVlURKOIA6Y9UBQYKzpirjcP18jlWLVUhJG5mMAficUcr5L8i7R2LjW1rzrl5nMBspogsCVXq0QB/nOLxQ4sWsnjg0k7Gg7ZH11nrgyBvIG5l6AYLFjWVG1VUkTnP78V11ki4H2ykTAAGJKwYKKpHiPLCKZTYuTgnP64pV9/tiVsCETETlPjhnqG5G1RiPV5HFl6hUgbiJEfhiqumpruWyzyLgZUE5gAYsR8jaws/ZgV1wOpIzwr2sW2DeUrOcY3KNtek66DCqQSoy3ADI+eA4UExtrCiQMGtQYJlifFcW0NTLAMxY6nrjicayhHq41tpoS1Wg2WrtkiegOOIsyFQCsHXXEMk5mD4yYwiW0FAM1eZ/DFMg+lxm2Ricd8dn9lV7fyGI1OVJiT+OOQSQyV1o5aIkmDkPoBgnkWWIjqRWaQGO8rlJOgnXAQiCV92T4FoywzIwfUbh5jphE5HHb20kGu0lMwNJ6RgFQdlfqExr1H4Y/pzyGMovNsyHkrHp0k4Puw7jUrp1OCQ0kk7W+njgqcipAy8xgACUUdeh64NZMwJEnHxiVBZ+89pFYHgOfTOf54pnXas/l/a/8AWV1X3GTvFyny21pOF3vthSxZpjScdCTmI6YjdBA3AY4NHLdhxr725PMagSSoHt5T1xx6auMKLOO1rW3HV0Ztyz5ga4r9PuJMFdDnixhIEkqDrild8pVIrWB6d2ZMjG0jU5Trisbc+rHBsUZKwljrhROZnDuYRUsVy+sGemHJM7izBoyJnXBn8COvTDrEmY3DEVW7AQGXyxy9/K9xLAFIXIRrmcfLE4/HAt4XPtU3RlIbP8c8cT/cOSeWvB46dq7fUh210cekEBFGmbGT4k4ZOSu4lYrRSSQScsGAS7/ao6fXAJUXMTmToDpr9MbY37YiRllnjjcTtXb35PI5TDj8faIBZjAAJxwvkXzv4dT8s4/L9FVN/c6uPQG2gkbUMuc/yy6kYp5HZvi3E+H9i56sePwe38n37rfYc1l2zJCk/aevnguXkNH8sZmdccXuHb4Tl8Zw3HtsUMtZzAaPEdMV9y703C+Xcficd66e1/IaTZXbeKmSpnFZG4IzbgpyPlrj3XIe+0luQUG1VJ9UAdANMe3kHXQnXFdVde8uwprC5y7EAa+ZxzvduFFvFb21E/c07WAjWDgDaSQQRYWiZERhm3GwnPaTOU9Jxw+QOTS7cv3BsDfzKvbaBuHQHpgQysFjfbO7fl0+uGsFXsVmCK0O6AB/jg11gF5JA8STgG5QHX0summFd2Va0zVK/Pxw4rIdmlXkZQRpOFUrNrHpoB5YZrbdjA5LWdekYHtuaqxkaxqQPpjYqsipKhmMzH1xqVZhtDf+UxOLuDfxrreRzLBbTzqdu1FSWKhdZYwMch+CaWPC4j896eTaK3YVmGCbzmw8PDEmsNYT95yIjQfhhRLFmklZP7sVncWsJ0bQY78sy9/b+UGECQTVl+4Y5NwAAZFKqNASJ/ZhUaISAPL64rSx4CIzkgTJDZDChbN0lTtGq5TmcFcyv3MzN5Z66nFYphlUFhvnM2HM4+I1xT7dnLS1rOQPVvrZxtQ+YOeKbeO5cWCbVzBBmQDOAyL7YsIQhToZk4tJ9JUwp1GWAQN24QRGLXQfzAIA/DHxW21Qq1d17Y7qTMxzqydPpignUos//SP7X/q+Ff3Kr+7W2HX72rRmH4HLDiANFAPXABzIygaazj32+x2KB2P3ECSB+Bx+ntpXk8BjJqsWSm/IlW1yGOTxmJhLDXuGhAg/vOFdxuzAKr54yM7SQ0anABAlgCCTpOWJfMr4fsxx7WEJyF96sgg5SQJjxjBCk7XOeHKmIEsT0k4sIaFV1Vh5nPEH1bjMr0ka4IP5jBjQnPDNx6izZKYE5HKcX0Wl0CD3LrCCSNuWn4zj5ovEuNtF/cbnpubIspfKfPCcWp2qKgszHJSRnkcEwwURLsZ6YPtkrUg2kuNZxtqJKn+EZDLFTc1GagsPdCnoYGKuR2b4127v3e+AK+NTxe/oU3grDWlj/FMx5ZZ4t+acXj19y7bbYeVwfjfJ5Djj8Te3uMalWeoGXh+WOZ3Xmoqcvms11zqCokzO0DIDwGBuWAPUsYb1Fdx3BQJnBJ0jPPQYLvcACxPt+JOCyr6gRM/hGLreVb7L1gWcdRq7z0wO9/7rxQsqqcH3ALirt4dT1xsEE6xOs9cJsIM5EHwwLN2ZMOB+76YJcF2IZlUE7QRkPwxtqIn+PwAw5cEmJVq9Z8sFnpDq07/eEkCd2n44ua5r25m9f01XHUe2yR6gSesxGCEo9pG9Ht2EN+3DqCGzgmvMfQYKk5jwHUYKqZBzER4aYAqoUyPbd7BOusYj7kUSFOWYMdcLTx1h69z0vSNAVlgPoMcbYnslU2MykyT/ABfgYxt41rWEohtsYRNpWWjynC1smY/iYZ/TFZjaN20REa9Pyx367cWNXB5SbSMyfZZVPjh0YFl9lGqjXdkDg7AQX9W19TGWLLbK1rDAVLVUNqqqDav5xhWV4VjME6HQDEq20AkNs8BhffYvWM1KZ6Rlj+mC7Qo5HOd2ZgCdomPodcBxm9klVM55RGDsWDkdpOmeBWDEZ7TqT1wFnXqPpi1BmYIUHHYULB/c7r25FoIIM/rK1n6SccceCJ/9o/tf+stNjfZ3m26s+AelCNemNpEkZ+rrGBlHVp8MV1GStIKo0x9xk4VjBWsGwo+YLAemY88WXMzWMSLb7GkyznOScumA3LrstpX7q+OQG1iJP1xZtGxSSUXWBMxOILaZKI/bgH+Iak+WCAcjPoJmMtMAeOZGLJXcDr+6fwxfUTk1qFD1MjGRkDLBD5+AH0wCBtgzBxqSMoGmuWO5uqhLDWwDgZkQfDHeUruuPO/Vcl+ZW5XYCb4QqF6Bfunr9MBpCsIKnp+3DLWgsNhBZ+ijyAwPdYjb9qxlB6nAUVMEUlXbrPhhHAPqaESdc8VJdwK7bkPra0KwAHqMzpGLNj6ehKEyRBoABglm9xiZnwxOWk9ZAGANWZR61kCJwWjechtOmOTwUA/XlDy+GCYDe39yZ9Y0wlT1+pofccgh+2CDipDYK2X0qgjd54aF2u0gnwH44AVwHJ1PhghTuYg2STGS64G9dq/ePocAOAXAnM+OA4yUZej904isMgyG+cyTmScFYLBfuawySfxwrVgAAhgW8ZnphnshSAzKFEAnwwxaZs6tltwoUbhr6vyx6PQZLAjEvBOe1pzB66YYMoKn01awST1GBVxnb0g7zWdJHljt8K+50/nRmBloMWrZSt3uqa63smEYjJoHhOFm2NsSP8pxwLbU49A4NVPbaE7dStKe3QpAZo1ZiSWJ8fCBj5PzGTbSeDatVtmc7eOzfmcsUXWKRa9IV1U6KII18cAmWK5EGNIkgYLVIQG+4nMjBqRhKlS9Y1HgMCyDc7OvHZF0AKEsx/HKMUVhxTWu43MBPpBn8zpj+lvL4/ro43cLf1FaGI2VEgfjGKbrWFVbDctjHQdB9ThWQhgwgjyOCV+7/UdR1wBuGgBAwQq7oEgjXWMdrupYnkJ3HtwornLf+triI/bilhoyKw/Ef2v/AFqewjcO9XKm46BUVB+xZwSMogEnLI42qd7ExPTHNt3bBw6jyWLTBUQIB8c8PfarPRWdoVP4mIO0E+HXF1qkmq2tOO3HYgp7aE5KNJzmcWNOUlhtyJBxoR4FsKNVXTLpgttgD0pGMzJncWwNpkRJIwxP0M+GLtsKVsRy7mcsG1pE7sjn/FGGLQDMQMzHgMblsIYH7ToMG03EOD6UnLHdbEMv7TiBlI2x+EY7/QQCtnIs3v1Yhz/iMe5ZWCxhonpiaztsYFlB+0Dz88HdU1toYTsPmSR9MBEUlt3pQDIT+/HumVz9UDMRllgpBrpc+qdSDrOGrIhnyVwc48cF6Kf1OxSACN0EiZgeGCzScgi9IhsRuKEQGPQQYws2FpmGAjOMLag9q/jwarR90zJzwifIuwU9wCRXXyO3TxrRmCDIBBzzMiDjkdsRa14d/I/3T3Laaxyd6qVC+4M9uZy8Z8TipuUHt4jJFlaNDyT0/PCNTWErQBVY/dB8Y64WukRYSxawzmuDQNoFY9w7vAY5VtnKq4vG4dP6vk8nmTAO4oFUDMsSdMO9VjW0I21WbJGYnoMf/KtUG0izbXJIk7QMBQfUIYwZMHTCHPrmRp1wEdCxPq3j88Akb0fQHy/ywyADbltecUpWNrhfWB9cSF3+mWPhOPchtsgQNcsQjtBGdh/0gA5x5440MoRaxAzBaR5+MYsJkdBnOuGbI7RuMfTXCQPVuyj66Y+R7jude38p1QyAS1Rz8oxTx7KfZIorYIixJgAbifIzhQus7ROuAgaVghgfKMELBZ8y58QMjhd7Hc8EkDIkY5llMKRTZsLaglDp547K9zSO2Xs9Lt/6GkyevpjHCFo/l/8AVYDLNZAB+uG2qQgjInqR0xYF8oH7OuIDQAIy643summO02KNv/8AEeERt6leTWxP5Y4jFdpautip6EqMv7X/AK1Q3uf/AMbuXLTKtTr5aYJ2wSMlOnjgKTkxIgf+bXHfOFftFSUVUkKpP8+y8S34ARiqmu4X8Zx7tVqAje8bT93+k5YAOcCQcGsH1Nn4ZA6YUJ6twQjcIg7BIyn88MzGQMwmegx7wJNbNsWDqRnEa4MncB/CdM8SGgeEaRri1gNxA2gf4/hjubICHrZVDDMgkxgH3TP3so00iMEV1ls43TkBGLQHVTUpZ95jJcKiqu9v4mPXSMd4tLj0Vvt3HLdt0/DHNHbybORbzHrrQEAsz3bBmfE4u4N7i2ziOeLe1Tq6h0MEBhkRlrhttgQPBt3dAo6YAWK1RQiGuQxAEz9TihrC1RuG9GeC237ZgY2I7WiZDvllGkfhiHjfIEqdATizg/KfjtHdbrq3v4S8vkGtSUTcFnTPzxZw6qq+119z49PdeP23gXpeKaeSm5VZ6yRujUY96VNzWBRSfvI2yW+mFk7UiCT164zYNK7lEZROCrelATEZg4WFFhJDKoOeWuGsKkuB6dPp088bihDAdehwwqpCwBtnMkjrgNt/mNkSOmGPIrJNh2F64BiJ6YZaWaujN9jNJJ1whbOIFanAd13IILMehMgYHuVqrjKtioMEjI4LMC6qCGA0LazgFRlbJy1jCwPbSIWM9Bgtt6BgxwSSJP5mMe0k+uQ5P59cVKZIY7kCRnniqsqyG8svJLzCqFnLHFoQixfZXY0AH7PHB3HcxYnLSMJNRYkkB5OYwrVofbDK6jxOhGPkdbyHbtvKRguRHoIgT4A4T3991ltaip7TDAACMv3jD712ux0HXAB/6hB3BRoBr+zCyskAbBGELMfcXMovh/njkccsAeQj1IW1XesT5Y+Cdt4dpa7m8m63mmTtFVVTdPqZxaBAYeoJpocowtY3FVEZ/TFgP3NnJ64RmbcG0QaycWKwJkesDWBnji33ptU8zivUDms/qkievSMcRrBFjVVs4HiUE/2v/W6tGJb/AH7lWszdCzBtZ8WjGubZsPA9ccvkOAW41D8qreMt6iBM+BYYcNaXVj6zJgncT++cVVlmZKF2UCwztEyYxyaeVUDyrHpHEuLFVqrUs1hy6n0gYtBAbd6EsHT6Yr2LDBFS0HKYyjDyu0+DT9csBf3dJyxA00IjMR9cMGWQ0pn0nMYOQgAgk+GO4iVE7AqeZbImMVVM8swJlTOcmNfrg8dXAdFkoIkZ9Ywyk5nqepx7z8j1OwYVsdMd0rSxVaxJdpMwBBgeXjj5Rf2vhXWVX22JVyeTWSUG8OSCvXKMVU8V25XI2JyeQ1KOVRrgCAW6sJAw3v8AGtVkPqms7WjUTixjxbDWAR6skGWpwEJsttCgo7n+EaDG1qybgxNmcwBll5x+/DhEYtqI0AHWcNY1FgC+vckkERGRH10wbuRVY6lpfk3MzEwoOZbPQYiviWW9AyAkx/44QvxnSTA3qRrA64YPWwYDUnMQJw1a0s5YwrIpMkiYy8s8COJZa23cqjIkEHxjXCe5w7Fck/y7RmsZ5jG40kmwwq6Zz/yxYH4zqR6VIE5+GBYtJKH+YQdYz6Y3e2QFOYgyfywDam0HIg9cUqhHuViLFBnMDOJ+uHQtNYbeUnrEA4AZ9ijVZkwMRZDQSQpIOoj/ABwVDQQQFVcoESRhYChSJJJH7sFCfRsJ9JzkH/lOKzWwO37T5nHHRuWnFXaFtRhnlnOfU4pqSwKFPti0gwII9X7ccnnFCKaAGHIqMqVmMzjhF9TUkkGciBgsz+qdqhumWEreLSoZMxkMonFSqYK2KEKyWB3CNOs4+UHmlzeOFekLkZAEg/UjFW0QXVQAxkr6d0flGEdpLCSHUeeFtAmVlss4jOfrj1GSgJ8foBGKyBvhd1oggyxgYq2VwwhYYfhGWsY+BW2kM27lC20DJf5R3f5YW5W3B/4idQRGmAoyjJc/LCjUgSwA0nIYJVTIB2ERrpjZYNrOPXHkIjHbayQRTz+FB1k/q68scb/9tP8A7R/a/wDWvjii/mX2d7e32+30tboiISdoP8QM/Tyxdd3HtvcO10gstavxmNjADXbrHn/hnjufbauFyK1s4l3Gs5ve6VokmowK1Y6yZJ+niCau22sPedrDZYCAsVruzmOkAeeG5HK5NNdYQ2pSLFlpIaBMZmMUcfsvH7dUHRDyubzeS5qqY1hlVRUpZ9M8vHrkRTX8g7L2yiiv9RyeZ7d9mwiCUAORJ0J06jKRimP6r9t4/bQllcUcF7bzZyWChnJkHaPSB4556ClPkXLtv7igSu3kcbjMnuyv3EM3pnaepg+Rx/s/D7q/c+7CxquVxKQnuelQSR+J6/Q6jCU8ntfObk8ljVxqOPUzbidCWUQMjOfSfDCcjhfHua1PKn2EcFnVQwQE5DWD9dcNyu3fCeTza7LDw6qrmWlmK6vFhHpnIHT8DOOeo4ddfMZGavjody+4iEhQ5gRIiccSjtHw/tN/KJNfIXm2XLVUpYjN1GZA1A6aeGEur7b2Ht/Mvj9Tds5j7GGUEKIMDWPqOq4pf/8AuFV27nisfqGr4NYUuddu4nT/ADGYjA5Xav6g9u7nyi3pr7vwyEzMkEqcvI/hmMd67h8j/qX2/snE4tXs8lfjHbxYWG0s2dpMSB0+mmhq7b/WfnU92NjNe3eu3OeItmmXssSRr0kf+YHFnD+Jf1Z+Hdy4IDCj/eUqV3kbQdt6RPpgGYIyyOWPb7t81+F9vt5LBnv4HPrrK15rHt1DTOfGRtyOt9XM/rF8X5Ndm13PEblcglgI27a1kxGo6TGY2mnjcP5l8fN3IUot4rtgJtLCWbL6eOg8MVdv4vyjsVfI4+428uprFqteS0h2GYz8v8MVcTir27uvpWkX9tJsDsJkyY8fD95w/wDtfZOLwjTYDbdyyqSCBAAcxH+HlOOSe98viU38VTybbuRtCEKQpUKupJMAYayru/bO3q4PsUXWBC2W6B4aZTgWJTwDWRsB5V9SSCxO7cWEAT+E+E42tyfjVzZlls51UzJX1HdlpB8Dlj4hwOzfHOx9k+Wdhs7gPkXeeP3StaeZVbbX+mhC8hlAfd4EjQY5tNFvZObYdtYP6mpLEUQfQSw2xofD6YqF3w/hFqc1bjX1nJRDFiHMRqfzGWCnO+KcG5lJ3K3IQ+BM+22UT0+oxx+IvxHtHPuHrXjcbmBLBErDEsBA/Z5Y7h8y7T8o7P8AHflPbrk7bzP6b/JRYOdYXJAs491bFCoGZB11Bygmu6rsXbiR6reRy19xgNsAAnKZ1/dhqh/T3h97O0leRwuSoDaHIK3hqPyx+q5HZOydputMntfL5Sm9TMydrED/AD087L6fiva3rb+WORbzq6xAOqgnw8f2YXl2fHezI5O1uN+vQkgeMmAOuF4vJ+Jdp599wSsntvNDLUzCfUFI0GsaYSuv4HwO/M6oauV2znqVrcgEhsxJGU/8sc49x+Jdh4KXVGth3zuCD2SWDBl2tmwif24Wy75Z8V43LWA/b+JdazPtJBBsaACeun4E518hu9fG+23ms301WckqFVH2/wA3OBIzj92Nvc/6jfHv1rKtlrdtp5N0PJBB2xll0/YciOR3f5L26vkccwidq4V173hQSPv26t4DQeMg8vt/N4vb27Lf7bNxeDxEp/lssINlRO3LoNOmWK+PX2GlU4qhTsoJIIyJLHSf2Z/TDWp2WhvbsO4tTuURkDA0zwRy+xcRmtmmhV45UGfAjWBgcq/si1Kv8w2UqyorJmMjHUa4+R/qvj1XP5vF20uv6p6EdGCyCQIjIZHXyOeG4N/x7uvb/aUtu7YlnNT+XG4BondAlZGY8Tjg83id77hw7LKxdXwOXxGV3dxujKR9Jy/dgbfmXH4/Kup92jgn72JdUAJ0hf4j44taj5FxeRbwy1LceoM5tZTt3BgIAnx1/KS9ffeEttpAWh7Qjrnkpnrlj2aBXySo3PdRZKKDOh+hx2ns3Zfi9vee58ficnuXA9xmWpvUlTH0g5+oADTFVPK7U6cs7QePUy2EWNB2DaTMeWEB4FtLO/q31NkR/wAtcWqlLWOm0OgUiTqQDGFR6mps0curAAkkQcWlQwdVZ9u0gEjzjxx2ripx3W/lc7hV0mDJY8usCPMgaY4k6+1X/wDaP7X/AKx8vs3d+T8Z4q90t7SePwFX1vwyKbbDuz/mWISfqMc3lc75HzO+2wxo/wBxsYiqyZEAdBgXDi8bli2s9t962srZt9qCQue2Cfxwoeqs2CFW5a1DICR/gMEXBC6sa15CIAyqYyMeA0xR+nFRKqwamofbJGZnqYJxYr1Bxb6hImPHXxnHcVZ04/Jvo2cS51UJvVg0EkRmBGORXyK2qt4wao09ctNP2Y+Kcf4z8X4FPyb5T3Jx3XuFPHRueKuPW9tjtafUJsEHzIGmClAhXkAMuQJjMdZwtXu7HvlHsfScyCQPrhhYZFIObnbtglccon+XWlZe63UIigiPxw1PM7jULDARWsT7RlmCZyzGCE7vV6INhpsQqOqg56k4/ldxpd6q4srWxPU4yJ10nIYdLuVTXK7TUb68soJGeePlvK/33h9r7fTx7eNUq3qXvvFZITLq2g/uccq9uPU7c2x+RS28+gM5YAT4A4rdkVEsY1C0MCCeoE5EnrgGqxhbBqaSpG0jbGXlglbWq6higgRl0x7bcgISdsOpjLXT6YVty2kggqoMGctPxwLKqitSmfcrdhBndlp+eEsL3XISPusY7SZ0BOonLBeLGTVjIOp6Tjh8DlUEcbiNZyKt1aq++7aDLDNvtyHTBrb3VZTtQKzEAA/WMumOEyiw7EL2+3Ky5H+GmBZx7bORWy+/eykr7ZyHjnl4Yrtfl3AKV2VgMCdo6lTlpi3hdv7pfTx7YS1GsYTJnI9AJMDBD8++u2zPK1zkDAEzlAOWEc8q8WoypXZQSsKoyzB6Y3N3G0ceuQG5F7SJMyBOUAwMBOX3yzlcoEH2qpYICSZLk6jFNfF77y+FSEHvmmyzcH0IEH8h0xbbd3jl3WBtha1bftEmd06/31wyDvfJrAcLWS9kKuecA+JnF1t3eeTbRQJosl5LkyoOfgJnB9r9ZZeqha2UhJaYGcz/AH+uKhxK+RVtGxrbeS2cHXapEfTxwoChnVpt9x7LCwJiACf2/XFdi9qQ1VgypD7CTqZ64pTj9hSs8c+tURybc4EyMhiK+0e3ZaNuQVAsT0yyx2Dt/P5vB7Nx7rk4rc3ufISmqpAwM2sT6UUanFXbPg/zHi9+po4+35F3TttjLwn5e9l21F/uCiJPjIzw9VPe6KK+QfausXkKY35Zjz64HF43dKLbHJdWXkKFaCZLTpEYq9/n0GzjkgCzkIdsHaI8scWuzvFH6fkl0eqm1Wb0xJIHhj5nzbkmrm3rw+HyxkHappJB8DjkP7p/+S6+7nmQugwLAw3BmNO2SQsAAfhGKrTWq21J7auANNfDQa4njoEKbQoCgCVyHT8cfrbeOl3ONbKtlagbWYEbsspBM4qrbkvWkbYqOp0H5Rjk+xYt3NqQccLYWQ+0+ZzGcdT443px6Vtpf+S43MABlOeFA7hVUit6qrELk6SROpxS7eyK97XsqEFFYZ7iI1Mxnhu2VcTt3ay1g5LdyoBNwG7cxkjUgAR0z6Z47d7PzPl/HuWjvyO483tgUsRt2pWiPkI8df3Y/oB8Q+Z/KuX8s4HfPkXBXk8TuIqWuyynfyQIrAyLVaf5xgKBAGQA/tf5d8y4Hbr+d8Z+b8h/kPE7nRWz1VW3mbKmKgwQwnFn8p0JLHawI8v24tVqRKCCHGehGuLjbxVLNtRdw/M4KLQN5M6HqNuOdylCDuI5FNFFZGZTbY1hj/6RhGtr2Vn1WV0rBGZ0wi13rZRyK15PFuTQowIzB0IIg4p5tlwWzty/oeXY6gCwqu+syBqRIH0wtQGwqvtqzno2RAJ0EzjmVsE7gFrelLaS5RbPSdwmM1Ej+84D2cpeHH84XXWKgWF3Zmccm/vHy3hJbShuehOQjvOsEAmTjldt7P2u35JcQ3FuvrYLS6MDKmcdy70ewcoUc2x2q46c25Ur3fwk5gkDLL8fHH6bj/G7OInptu9znXb2sKlg2ZM5Rr/zxWlXa2rQkNYH5dzZRB1/Mf3ODXyO2u1dhltt1rtunMZnF/bbu3Vrwua78qkndZYHCkAHcTETi64U+2txKIEb0qduWeOHxbrLm43A9xOLWvpVPcPuNEDPPrqMItS30ADbZYzliYOsHwwDus9PqViJGX+eIvSXkFWZNFBnFV1/b1dFEFrEynToMJU/ARkQMGCjbr9Mfz+2ocvSNxgEeAwbL+I1VdhA9xHYhNzQJ+mG41nDss5Bs91ea1rEiuI2hTlmc5w45O/3Sq21rWyuPUMp84zwtll/JrW1v5LOkK6qQGIJiY64kdxvrJIVoRYknyjDn/d795IVKjUPoWnFmzudttjsQTdWQFCjONJOeLGv7vcAVO1fbLAMTM6/j+zDbe+WVVfbSvGp3fWdx8MO3/8AMvJblaitOOoXKDn/AH/LFkc/kvyrmDO2wBEVQek6kwf+eC9nK5q3EyoRVgAzJJMZ+WFTj/ruQgkrbdsG7cAZMeX9+mLtvZORfP8A0397aQDMAwPpg11dgsdlEh7LDmTl9o8gcWXV/GattY3D3LGP3GAY6nrhv03x7jUsSCp9b5RoN31wV43bagygD3EpkhVPn55zhbb7LqKLAa2WlK1BgECNOv7cV/qeddRTau+rbasldB9vURhrLu5XMrT6ntJy8MVtez2LYu6XctImJ18RgJZ2gcllMCx7XUiRGUHphGHY2XZMheVZqAAP3HL/AAwf1fAv4iVq1spynBJAyWPE4c19s5rM/wD7t3LzAyOQH9/3Y4T2dp51r8exzyq35fpesmNvpEiYz/uMdp7R3bsHM+O2cFiHPIr9zjPYQslmXUAQT9YyxW/x75/wWuvAt/T8ixaXDsu6IsiP7xgX8Lk19yqYbvd4Vi2LtOf8BPjnjKj1lSVGwgQOmeCl1DFbG2mARMGenhi6hpDORN7DJdTAxS0QT6qywkwfrjlXsm2dlRc/cwUE5nwwgABZhtNajT+84YeyUaBtKDLHs1l2W5JtJEEkGScLAf1ZQAZgfuxt4/b7r0WXJ2GGj64+Cf1K7p2a3jfEf6Ttd8r7nz+Qje2vITjWUcasMRBd7LAY6AE/2xZwu6cGruHDtG2zjc2tbEYeYcEYdu4/AuJTY5LG3gKaTJ/9EYe7tNvL7GzyfbrZbFBPhuGC/Y/mAO3MJza/uj/06aRj/au8XWi9zK8iiksrAjJgTGQ0GLP0z38pa32u5VFBMgGPV4kftGuBa3brn4qBrrGTkVqQqjfHWNIn8dcsPfw+z8amipU4/GpXkOxVADlMHUkz/jgduHaOGe0PYtnIVr7GZmQbdwUDpOWeR8jlZ/tfI7VwqwT7V78e12UEyv3HX+56HHOuX51weNU6t6ODxXLLvEbljqJy/ucV0d1+Y83mtBoZuHVygrNJJYhiBqR/4QcH9TyudzuVY7W/qK+OHZegDF2/Kfxg54ZmP+y8W2rb7a8SsqWrG1RJYn1Ef5wROHo7n8wu4fFV25q8W5EVDYyhCYWTpIE9M9Zxyj8r7/zb+UxVaTw2EMiLtkzmCYyGHfsnv9tqopPs8bhw+5UHtn/qHNydBOmHv7p3PuHbeDVUXDchk9y22TmFX+EmY/8AHHEo7X8i5i8W0g823mMoZYg5bRmOmLKuR8i7tbVKzyeHdUKh1gIwk6R+Mgjr3J7P6h89Ofcpq4NNlVbVJXHqnaM2OQBjxOWHa/8AqDyrOOSfa43beAbWIM5/z2AynIE9CJzBwvFTlczk8YE2rfxq+O1ghQIO4rM6jQHyOP1Ffc+TvYDdVyhWtgyJkBciPTl18c5w1J73fXShVnpWlGUkT5idBH7Yw3HXuLI9R9Hv0yGERr0zyxykuv43Kbk1GhXvUgV7jtLpt/iyIGLr+f8AIOPweNt9w01ST7aLuJz+mD+i5xZXiyprxt9O2ev7MFuVyP0kbjub+KdSPHFddnc/eo4wK8dLrPSibiTl5kz9cE/rKVan0lDYNzeJwjcnnzaxCt7LbgNTrhG/XO662ELJGZ6eeO4f7zzu4JzgjL209tFYpNgUH17/AAj/AMDgN8l7l3Gqm0g8U9rFe4A6b934/wDLLHG5R/q737j/ACOys8nk9no7RVdSl4uYLV7zOuiCd0QDkwghsXL/AFA+cd/4fb5c8ZvjfbuK9rgCFZhyHgAHOD5qSCQwsTvPzj+pI7qoBN/C7f2xqASIkB2EjLLdHg20w55vdvhX/cX3w9+4ZL8f4v8AK+wey91ayWFdtZKkjSGgjqCPVim2r5z3L3LBvIs4lIAIiQJOnhPnPQ4b9V8t7utqBS7V8XjhQeu3OYyMfkfHHHsXk99qtKrtel6hW7KPVZFgHUxGn0OK+V8m+f8Ae+AbtOF2zhVci0EmSC5KrloDGuuRkVc3i/1P7pwuEIs5vF7txqmcqXHqQqYIVRIBz8fHHZO3/IP6kfJ+89h7lYlfdPlHD4K0jt9bL6n/AE6sxfQqs/bIJJAk/PX53yj+onybu9HHt439M7u3px+EObzmqRkt5XG5TE0Khadu4hoMEZNh6LOcU+PWpPH5HF3O6vGch/EZ+GOWB8kqr2Iz8McuqwkkDID2ydRp4EnUDF9Zo3Ahq7BMkQZBHkcJX+ib9Uu7+Y1np+7KBHlmcOLeHXbuMrvJBP8AcYAt7NW69EFjDPXp/f8Adhns7Qkqy7aUscMxIzP064A5nauQOMpk1cfkTOX/AJ8pzH/LFIr7R3qi5S3u3U8yobSZ+30iROXSR4HM+/2X5r8l7LVmijjcwkzGUhjBAnL/AA1xWeH/AFU5/J46FaxV3/hcS/0xBAZhrlOeoMNOuOLX3b5B27ksPS7V8MVkREiA5iQcjnGhkYFZ4vD56lmuVuOllZVB9srLCSTmPyxXRbej8nkMDVWoYBFjcTI6DTDLT3eomwg2XMrfcZOU+AwKeP3BXL7SpT+Lywg7WRy3cBxSktAHqOngMUdz7hy6fjvbrjC/rEbeU6ELlhbvlvzHldwvymrtyIiAeRYHHGK/Dz36/jRtt7zYXBI6wsYHaPh3x3ifHO3A7jxe1UpUrECJbaMz9f7c7BRYm0Lx/dFyZEncwg4v9unIklQ0nri2KxDzuGkqTp+wYddoJMKFgRM4tDKrsnqJGgkTOCAoIf05ictMMzAQftIGca4K+5NcbmbdAGQw9ynatk79okE5Dr0wVg+4uUHPTTG2yvfJyHXxwyuoGrBW1xvZJIyDA567v8cccG17blNp5CAKEriDWFM5zmT4YJK+tRuJY+Hhgb1Ahi6MNc8A7dwXQnqBh9oO7UBfLBorQAsI3AeqMN71hWDEDxHjhvaZnZTKBz4nOcFWQ/yzuYdSRiy2x95pXWPHLLxjF1fJc01e3ltElupWML6fdUyQo1gZD9mCvIZhP2NMlfAQfDASk3Zjc36gdZJkx9MWWagRZu+2Z/zxWt1rFmhn3HIdcsMvuqoWC9h6qOmONw6obj0sy0VEANvsIDGRrMYap1ZGE7lOZ3AGcv2YCfqWrWis22O0ZsPAnxOWK7GtsNbDYXyMKvgB/jiqngV2cm7kZpWAVJYDTPwjF/F5VL0uv8uymwFWByJGUyT5HGz9K/Jali+y3eMjlrlgpy+FYEGaVcLaRkvXd9MLfdz+WlNCmmpbKgCFkmFEkDPXz8cFOOzclBLJa2RIP+YwvLu4lfKprgNRex2lQNDBBx8j7Z3T+hvH7v8AMO41JX8c+aUd85/H/wBruS0Obf0tY9u0MoKMjZGQw2snq7Z27t/wDj/H/k3anVed8po53L5FncFhs7KbiUQ+rPbkYBgGZZQ0+qddcEh2S1Sd20kROcicRuO7xJ8MVLZdI46Dj1AACFBJyj649TksM5/DTEnp1wCskeR0wsNLnN18PDC6NWNZ18T+3AKjawiFBxSQx2qQ1dQkKCdTl+zAs3Bm+45wenhipTZNr+obyf4s9fLDXKzF6qRtidXtiSfoMUEWF1uPuEMDMxtnPFVzLD1w6Ox19Wn7ccjvNtFd1XDpCAEBgGIz18ZwFVQqrkFUQB+X9v8AYTrFDCPxJx7lj7awz1GMogTr5g4vRZ2gHU5fTBLajLLzPXDkuARkFOpwpNhCr9wHnjj01kIlKmoKmUyxbcepJnDPad7H0hGAjy1wJGRAyH18MVrsWVyLAZsZ6+eD/LBsEEMBgMqgHrlGPbsSUMZePnj+XSAZL7RpnnJwYrANYhidInDV0rtZs2aNPpilfbYXKxsuu3jaVj0qF8s8Nx2ysKi0iP4Tl+/H8swQdocGCCctR9ccntlFg9/jWW8dkII9VShnidQNwk+JwduiyJ6Th7SwVnyG0jLwxdubcpyC/hP+OLLqwRsnLxGHO/fYR9gOmeeFO/azgMvXzxYNzM7faqDIjTM42oSWBFrJn/Dprio/+4w/mD/Ti0ES2g2+OIJHp9SnrP1GFcli9m6bLTMnqc9c8H9XS/Ip2ODXSwrMlYUyQepBwTy2W0iQOK6N6pjQrhBwuFVw6KpKGWZpnUs2cjocX3/q1XlJD10soLWAsZIJmCcFb+R6GgAbQM4nphlRVax4AsYZgDWPrg1N66TISpz6Zxcj03VcwsxQ0sppFbRAzznXH+4LzqUU2DjpxbrP5zllJkIP4VjM9DHjhnNgsbIkooAEzEAYVURi/wDDuAAk5Yi6lqrNoJZVga6jbljcFZlzg256543pUgkydo9WkYDLQFIAyXQ+eCIEHX64jbDalh4YG3IHIzlglVgHPaM4jClVgwZU4V2BBEEz44oXJK9wm6wwgIG7M/QY4q0pKmf1EA+sf5YrsFYIT+EZmDhmd5rCKVUdIbMn92OLBAUjcSJBkmcUe2Nzge03kDjvhEhURVg9YAj/AIA7WC0FOOGP0LMMWolnpzJRfE5dcM22GkgKdPwxYhENruH5xjaGny65eOGG7cToY64zyIzLeMYbPMaA42AwPufxB8sa7ph/UemIH8WpwvpzAjLAESRlgD7ZPq8MKSBAzXzAP+GCFULuydgJOJyaMzMHFDWEw1h94VH1gIsjXQE4aCDOYM9cWX11KlzAo9qAAkH7pPn1w6gTIzXxwxJnaQy+WeLiMoMqPGTGLKJIewZRpJMx+WLWJzWQQNADkZJwFuMhlyKxkuJRtx1KH7T9cPsZlKsWKgwAIwnIFTCslqFcx6iNQeuNzNkZBVvy/bgqLgAPVkMzB0H547fwzxLeMnP49XOo/VspGxjk8rMAwcMptHKdY9x1ORkTAwbVbaVOZPSdcFEBYwxlOijLPBQ+paxll454SocQK8w/IdjuQARP1wm+22vYW2JSNxYTBnBfj8qwbPSldwjXKP8APF1S8bjX2WJsW3k5MAGn04a2741x29v0k1s4QkKFnb54R6uLTWjt6Kajt6RGZ/fitOQio7er26nDGCepGLquMlica4gsLEVmPpGjRl1yw5WsS87g4XVsMCNs+Q/wwdwZCMxGhxK5DMZjLEkRuzJGNwGS/ccCBIOWEKrvP2oFkkzlkMCuSjH+XDeOKeMuTEhmcmdBrind9zDa7r4fTzx6nNy8gKrleixhqF2rWwVjI6TOWK6pCVqI3DMkZtkPM4oRawS4CnaMxmBr4Y+R1sw/lqqhQehUEfs/4A4CmADxUKk9TvbLF5gAmWyy6zixGEGS6R1zwXJBAhSDoDgt929TM5a4KrMKeseE42kz1I6RrjbB2gyxA6xOAVMATu/1DrOBYGkLO0tlPTBAyWNBjx6nAGn8TeOAS0E9D54KrBcgEL18Diwe+oK+n2+uG0P+OeDCEBsp8cHbk05f3GHkSxmfPrhiTAjUdctMMFEFsjs1I164fjV8leNQyl67+4sFG8AABts5ZknKcWKbRaiM6Vun8W3KQfA4INYXUpt0/HDFg5En07SZz0nxxmSGU5q0aYex9z78kZYmRoMdur4vHso5Se4nNsteUuYtKso6Za42h4AjWMgce4GYCJUAxG3XCqbzyBR6dzklgpMBZPSPywAkbEEHacyTphmBUIrFrUYmTGeGJVocABPtzOs+UYFq3+uCTSR9u3IerAvtqIS6RW4BIZvTlOmU4BR9rbtzOuhGgGLEBncS0HKcKVLb1gAETpnAnD8V0FG8i9uXUoZx/DtO4xBwttfJs5FQ9IlAhkASQPDLG5CzQQd0kkEjz+mGc3OKgQdqloGMhmJAPj+eJiWH/jhuo1IGCBInUeeJnX+HBQkhTBy6kYa1VLV1EK7ZCN+mOPbx7TTbUy2U2odpVgcjPSDge4wudWO5znuM6z54pW1MlIH4HFa1GAVgsozEjL8oxQ9J210otdhXRz1P44F05gBXHUBcsC45eyQyGfDAZjKoAWVf3D6Y+WQwKhKwgHhtH/h/wB2e7VzUAwJ6Kx/zxyX2bVBIUDphspCHX6Z64U37kpLCu2ysSVWZMA5E4JDehZCs2WU6nG6do/0/XAYGTnO3CoG9uQW3MOv0xW1yr75/6bUmIQDMtOpM4Vam3MxyVdMtMVWihlpcvXXdYrKrsjQ20n7gDkSOuWCAIAA3A+WBq+7IbfI4Jsb1H7EGpIPTB5DU+y4ACjUyfHD2s49wklm1MR1xsDQf9AxBaI/h1nA2LLEyD54LLm5GRB0nG1jvX7Y19Xji1pBLkCBnlh1gMFn0xMzi3aZ2DeABkM/88M3uECfSNTnnnh0W81nMkLplgAgMAdweM/PTDLW+wgFwPPpjhfqG2swkukHdllhlB3aqpP16/ngl8svbnVRgmqvas5BeuErZjXZZ6JOQ3EScFBaGzG2rPp4fXAZQJzVmOYE9MSa3Yk5lfty+uLe2ofe47jam+D7eYY7Z0k5nA3vuUTNa6ZaYtVfbVaoRfd/6j7sztj8sExDZl3AOQJGJOY1kiZw+5Q2gRVyI/LAK8feGILbAT4+GA1NprnIloIMENBB+mLHscWWWHcxI0OvTBDfaw3iPLBAGnqJHngDWcgy9ScFYOWu7UEYEZnwGFUSGOsdRhxdcKVrUsoZdxdtAo8zhAehBBBmY/wCeFbZtDgET4jCounpYnw+mFDIXRztVATE6zlgMy5MBvUaR0GWEAO4WAFqlB0HQY4xvhPe/6gY6CMfK6lWKf00sZy+4bY/4A419rEonDCUVDrYzEA/hi4wD6juDH92AqARmzOh1zyBGGrQkqgmD4kyThyP/AKT4HLPE7c9B5YMDpmJ8MbCAGADa+EnBcXOhChdjxAOv+OEqVQ1tUFimQbTT8scfiW856f8AaaX4XZq3G9OKrO9zQIzl2JJ64UnkHkEgTay7C+WpWTE+GCpeET/p165z0wqhc/H/AJ4KwFBG0zqTixdR0Phg+H2iBrgtv9A9LMTOZwrIA23QeUYb+F4MyQPI4uuapaxYfQlIhQdABOGIgsT6Y1k4tcDbrJOQOX+eGqdWNwk+5EVhcMxk5hjlAHhgeoKrBiMtcsawYiW6E4qfaTnG9shBynzxwzvEou4lFjI5DCkV/wAwiBJn64Uqm5T95Pjrlj3K7ApIkIehGfTAW07y5L75nXxwtRcIrnZW9mQJjScchXYH2SFlcwZOWMkORIgZzOLNnHG1VLFlyExEk/jima9j7ZKBZMzJJI8cFRWADmWj8NfrjkU12tWeShov2RLISGInpp+WGsfkD0gEq0hiZzGLTUCgWEZwZ1xKWOoksFBIEQV/dgb1IjTLPAv9phQxKV3lYVmGoBOsdcU8Zfb4gCn3eXcxAfaN0kdDlAGDkRJzPljj8uuoXtx2FwrvzWQZzH5YLMINhLvn1OBtyI/xwAhhW9RIGeCd2cfy46k4TdPuCJH1xSNSCIDajPFVW0voF2iPxPliq+z1hGIhDqeuQwtwE71DsBqD4Rg7lh0A9okSQTn+7HHStiRYAZykkdPLHyaqAF/SBgR1hlH/AABwXLSXq9vYNRkTOX0xfKxlkdQRGLHVCFr2rc3QF2MDBAWLJLMT0GuLFLH3JVV8POcbfyJxBaJz/CZxtU7S0HcT54SktscfbYYAzE5nFda2l7Bua149IEiP88H9EbLOMIRLuaV3udSYXKDngGIFhn+849yJMen64RnIy+0DwxuRgQZAI8MMNd2oXWMMwMBTkDgDaCNwaPGBhSxnyGhnBOUEB2bzGHqKxAy26YtV7CdxMr9OuFDoSpOxpzAOXh9cXhVIrbf6WGcjSMOgs2hgGNaAHcIyGDuDMQMxWwERnqcfZZVYAG2MI3EiQcV7yzoT/KV/EmYjHH3Ay9YUJGX3HCqyyc2z6eWPbGQBkk5YKSBObMonDwwPigMSfAYSmxlZKj6CV0kzliQ4cNmY8BjbfyjxNwJlVLbm1GCqWl1tJG4AgE+f5YcsHex4O8NkB+OAFs3UkACswCIOeeFvCCvjkwApBOQgkjzxarX+zWoYlrFLE5dI8dMOnGqDKvqIq1j/AFGcLZcPae2CgYyQpznEM0nq8Rliug2F6gXNVLztXdBJGcSYwbBYiMhH3CQTrlOCXIJncSNMQsEARiQTIMHDFuuUnCMrbQin1DX1ZEYCqATmwGmQIxfydycW3g1pb7JP/WVn2lpP8QkZYqaTBIJDDFDOfQmYZevlhGUFYYQo8SIk4iCxBVDlkdxEn88sCvaBl6h/F4a4qStSrQF3/wDq1GPkPFasKBwnZWU9AydPx/4A7bYDmqbdvjkTiwbpkmG6AYurYFVY73In1EDKfpiQYWJZsH1QTmZGJAGRgHF1TVCx3XalhOdbE/cIwIjwB/HCDxlQT18MOzehmVlkHoTBwlwTZWCK84gkgGPyOeAH1BIH4Yddg2JmZ1mMKdpO37en1wHaFVQc+hxvAIDncAcRJVxJacwxxXt9DkyI0jFc1myTuBr1nATYdz6qM/ywRpAjaNRhwELj7XOgnrrhvdqLceTuKNBCk9D454tt7X29uDxwjAcN39xpnL1fTDstRKIN2fUnUDD75r1IVImCPLrg7msZqUn3LDptyAxSkn05e5YZkgf444oraYXOTkBOPSZQ+pmImABhwDEGPVqRj0jcD6TGmFCLvP2gN0jKThVtgL9xJE54sZRGf/T0LYtBrhrjMtMrHQeHhhQsqBErtgeQBxIG/wDhMHIDxwgcbgCY6E+BwzooqLZJTUTpEbjP0xuVgYPqJ0+mLaORceHAlOVSpYmDpC4dEdrFeDUzyMh5HDqbpQGTI6Rpiv8AT2PbbtLXJsMISY/LH6jkPDBVqQKoVdqjaAAPAZ/XDZaZieo0wxC+rLTHq6wcQVjQiMMFbTx8cB1bcQNsHrhQ4kARJ1wpcjcxG0RisD7QSpUDTrOERX2uGI9P0wEYbXVkUGM4AOuK3JixtvTxP+AxQVJf3CNjjIEDKcfIEYw78K1YPX1VnL8B/wAAdltLQtqOhUeKjL9+LVJ36lT4Dxw+2TtE2eKjISfzxyK3rBOSq2pGZOWHBEJov5ziRoDoPE4JVgCfQyE+ok4S4rM+qD0E5fXBsOQRd6F8xPl9cXLasixAyqoOYZhp+WK1YS9cKJkjPU/kMMXaNInQ/TBCRGg3eBw1ep8MNVbkQdwIwADKoIOCUEa+oYrZhIA6aaRhAW9TGAPAYEQDMBvwxbYGkTmX0E4ZQIOQ+kdfxw4z2AEhOhOmHldn8IAOU+GLCRtYZNH542JWS/iPDAYkBs2es5R+OFO05mQD1xRY2assIpyjMTjZsjdAYeXji119S1AkkdMV1dx5B4dKBjbfUu5gApIgeJOXlrgtUzfzCN6vocpGKyqgtMKXIgCPPBASQ0ooJ6664XixvRSbqpA+8iCZOGdzCMPSs67dMMIBnVs40w0qNQZH+GHQJJf+XJ1A3TkcEKu8nxwQilGYbQomc9MQbvaJXIDMjKJz+uCFYFiRDx00zx3PtvF5XtV89a+4dwVEG9xxyYr3agSdxA6/QYWlqwwrG2PP8Pphsio/hAxGzco8cQeuag49OcnTB0BPjJxAAMmcLImMwJg4rXaEzChgc4AwihtlmahAc8uv44rYMVE+20eGpwjqgLQkLmCQMpnFCnNmMAGTkRljjKY2jIhfM4eqSFbhWHLQ7YH+P/AHbCXIKKFVRnO4H/LHKVK1cujcchxM7jnHnjllQVNqNx7AVP2swMf/AJcWKyEOSGLAelDPXD57gJz8YwHCEUWTssIgEoc4+mDEkwCTpinc29QIWDkB0wAvpPl5nDCsMiqiVk2wZYDP6Dww6MTIKycug8cGm6VAifpGv44ZaX/lA7V3axrhyTmD4+GG3KSCN7DPWdMPmPMj8sBRIR8/ThAmW1gCp8BritnUhWHpZxr9MTumIIkYAJkN62jyxtKAACGOpOGIf0jOfrgKFJZAWZ0Hn1w9fHU2EK1zbczCiST9JwxJyYBSx18ZnDIuoMszeHTB2gPOZJE9Ixxq24dFgZdnv2SDWN06A4dWIaAG/l6T0jri5PTV6S9jWrIOGupULXI9J+30nWMVIm1VrHt7YCwD1xtBkLMDUaYCZt/DJEwdT/lh1dVJBATw0mMKbFVhXuZa+hnLA2MJORqHiMj9MfqbKA9NeQs3rG7XSemFC1Q4JLmep6jBdPQWYKB4DTDksUJJCWAajqcckWtvOzbxlPV9wBJ/CTh0A27MvUNZxYytseNqlMjGhnywVSGnIBdchmcMvTUHCMGDbhPp6RlnhQ2U5HC5D0jaAB1HXEnSZGJACict2K1UQCRJOOGoKrbVXsJAiTuJH44ossQXqgDsCYDeRxs9yP8A3PVkc2ygDywqh1IUbSh+uUYVSWjJg/QQemEKNu3Z55xnETimpmEW8W5DGcgJMfn/AMAVcIkmqqgMFH4f54W2sR7J3yPGdMCm4gXcc7ClICgZCJ264sa5WsUkuURipZoiAc/rg+JGhM9IGuPjnFSj2m7PRdx77DpY93JsuJJ/FRgkCC0ZKdBGNoG4IB6fMnrjaw1hUUeM+XhglnO0naAM+kZ4LIfSozwxPrLfaxzywxIEjKD4YiM3JUHww0yEzQthzlBJ064QGdpP2nwGLAa95I9LTEeeKqGtlaPSob/zHpjaSHkR5Yh1/ljPcNY1yxeVEK3qrJ1AxuDEqNNg6zGES+rZvBZWGYAnKf34tqqsK7lIsKgglTqD5HA9qbgxl3rPoUHpHj44A2BTYxPpGo+uHaZ67fDHHJgKs7j1M5YKpXuRDIssG6f+eDdyla+s/wDUWttjEBTkDBjDVqpZZNZLRrOWLE5nHam8AmyuyVYR5YrKqNqsHAWBnE4S9ySbWLe2hg9ZH44mTSn8SnP8jgs87YgbDGCvHtX2mOxkB9U/U54Ksq2BQUrz0zk6eeJBFRAmdMsKGggxLdATjb1UwCMp6ZYJEdYjTLBUwxXrgZAAHRtCAc8M9Ke1u0Fc5AiIz8cP71UozbRevqQ+kMQrDIwGE/XG0fl54YZSdZ/PBzgZZjA13NmB54gncc5P44rLsQBkhXMYLlggG2AddfDFJmbSY9vTFZUQ5gs3WMApXuClXDkhY+o88cdSfU+du7QDyGEoClSZ9YzBznHArsrI30XqrGI/6RI/Ef8AAHbr6bJ5z1lORUP9Ma/XFq11+jL0kZ4tXbmCS26Sf24tsAC1A+2GBg7iOmG3iTmGJ8J6Yev3CahmqHxzH+OM/vPRcWNaCqqpYFRMtOU4WEIk+oiI0wMpIYQ3TPEaEg7gBgKJM9Rph2glhqP3YJB2E5KOo6E4gAjIAEjOY1OCkGVmScse4YYqw2awR4YkgHP7fDFStYK1Yjc+Q2gHM4Oxt1aEoHHUdMsKZBCabR4ZZ4Kr6t2cN9MMHYiuCVFY8OmIqO5Ss2LyNpYN4KfDDutFbqB694G5h+GH20AqkSrT/FiCPbrAyAnbrglUHjtQ57fpipbg1bIu9ls6k55Ea4BLRBgovXFjiKwA0q0ZgD/nhLaz/wChlkZ/+Jw1vMta61v+ozGXY6Zk4SsLDsQykayfADCQAoSW9WWROeL0Y7gsMJGgJnCpWDPUdMKdoqVsp6knrgls9pzIzWBjZZBMAllPjngV1/zEI3AA5ggY9gpNmZVx0Hhh01y27T54c7wrr6VXx64M5TnnlplgyDl1P5YFTXF6ap9qqdyKWljA8yc8ZLBmcvPEkQW0nBPQ648RM/4YImATnPhilW0BEYq2tkxAZm1/DFQf7SVCt18sVv8A6hGRj06YX3CFIAZV+h6447ECSA0+ABjFaFzKtuCiev0x8YsW0qvJa6qxZ6e2f+ACu4NtqFhWdBAH78WupkQSCfEYlfvA9RGYw4UZzAP7MEFNgjIzqcN0Yja0+WB4LlllgyN6TLhcpB6ThFSsqoJPtzIiIwBAIXPL88EwNwMicENlH3RlgspksABu6f8APCloUkiAdfriy8AAV5lehEYkgzYSR+eG3EADMhsoGGK2RGWDBB2CGAzxtTMtlPn44DkyFaSB1XDPu+2fST/DgBoG0yCPDWTi0JXvYbctJ/vGLXMpa/oVYEKGaQJOC4cm1mABrOo/DAsksCSi1EzJPhj+bQRt6kEZT4Yppt3bq4VEr66DOfrjkV11iwcUmvkhXDFHWQQdvXLF9H6hK7Ap2LccyQIz+uClForpEQjsNVyJHlOPSymz+Jycj5jFVi2BjqA2g6YB1DkAsNJx6ixZZmD6Y6aYVKFlt0ydAMbXhnJzy1/PHtPWoqAIlB0yH+GHatDp6QdR0x7bKzHMbcxEHFdv6fbI2yd2szOWPSu0iSy+OWFcsrnM2IRlnlljkW0UNyTxUbkcrYMq61IEk+EmMMgG0zPqjDBSCTJIH5nBGhXL8MCDAPjgrEnqemD4HpglhIGv0xUIOwEHPpilBYEV2AV7Ptwg3TH22dJB6eWE5OzcU2qUGkgQDn+eJVQhkEmM4iMV5CIG6cswemKgjbU272nqQemPh9ixsdjJH/mQj/gDnKf/ANIKGOg2ycXALCgM5bTLTDQBt1/l9cEg7dwyX8ZxuRcgJznLBJEzltxs2AFiG3HXTG2JH2hh1zxUlQDXWkUrWMpZjA1xZS8LdQzVMhOjK0EfnhgHCtrHnha929mG8k/TC7mC+Cf44ZWTIqWWIOkf54IrYkfaynBZWDGPUZ+06dMNvhljORqJAwzRu2TsHjIjTFjX2+yrbhXYi7obbInywlntbqjK+4mYJ26ZaYckbVU64YBN7SJn664dErmtpC7oByw9e9hynIWzk3EQF8hi3i1c1OOlQZv1HJtrqqMKWJPuEZf30w9Kcg8kUkg2LGe0ZnLoOmPeq5LVBPUEsInWNMPat63O8JN5JIXyGByLQLGPrdFkDXzwq9x4nIv2V7OL22phTwwVM7j7UMxbLU9B4COAeOlHHmhV5HH41SKVcA7hIzgTAwzRMBSFYagTlHTFbKAxOZ3aSen0GDX7WyAGNg8QdB9ce2PU33O3UzoMBFUkqcyZOgk4BUbI9J3Z5/QYb1bhKizboJwa1IYZzY/hh+TJqVFDArOZJ1jFrm24N/7bWJrn5dTiLLmuXbtRYPXrng7RnEQfpODuEH+FpnTFqK7VlxDFXZVZQwaCAQCJAOfXHpUZEttw+5drMM8s4w06H0jEBRnjTTAEZ9Bh5SBn1wkmADEDwwhOQWAqN4yThaw+1iA24ZRGKjY4MbRJ6kYIy9REEHy0OEMycl2z5zjjIGAcDazP/EJ8MfBLzZvD8pOOQMtTAnAI0Of9v9493QkbY/0gRjkIgIJBUyYyPji5l9TZhQcvPB/iBBAGn1wwAPtnRvwGGCNAOeeIgjqSdRg21wqLtO9dJ1jCsyNWwBnOBoAIjOcHbu9ZLF7GksdZzx7gQBTlubrGWWCdoEn+XsAn8cCAfUJkYRmJNjStgy8cNd/BGwKvlnoMMUTbuOfSJ/ywwz25TOhwyzAEQ3gcMZJjIn9uH2ZVNnsEkGesYGxwsAm9IOZPWTgF821UN18MXPfU1rVKbK1ryGeYmMWcjk2FZJdFGoHhjaze4Iexd8gkgeOJ4yFQEa3ZXLZIdxP0EE/hh1BOksAI1E4ZrGO8SVCkSSM+vTG6mDoHafVOmmKiBvbpu0geAwbH9Fr7smX1ZZDP92K3LMXYZMGynrlgA2+2gQPWCJLEDIfjiBtYESp/inwjywxZQGADIzkTGmA7W7GMBU6D8PHDBrCxnbvcjasDw8ce57xRjJOwZSBPTBrqu3upDMxX0g9NcNTXc3tIpHuhQN0Z54VLX3g+sGv1AZeepOJCt6oLKfHD7VZYMBictD0xbdKlKF3AN1bSBjaU2g5DaM8s8bUYndEz1OIDbgJBP7MASSNZGmGzmNZ6YPqicZGfH6YUXOaq2IDPElQTmYwmxi6yIK+AP/LCoSF2kBQw6xhTIRlgsR4DFSswYP8AaWjTWcUlQCs+4TOoxWXBI8NNdMUMuT7gZAMnPyx8KcDOrnccuq5QZkn8ML9B+7+3+5oiFoAssOeSknFgQiwyd20Z5Tri5nr2pXGcaf3nDuTC6hvHDqIIGjDx0wvuerdr1gdMFwJKyGRTEj+4wNy7miSpf+KM8sKywivKiskGJ6/XBqNKurwXcP6lBE649uxPcWAAEKwv8XTywpsQ1PPqViB/fLACWaD0FiAATkBiy70tXUPW6sNAcEUIN0y7tGkESPywrcpGub+JKCGz8sfyOI3tkAO9sKc5OWflh9gLVypXeRMt6uvkMNAId4JDQNs59dYGGLXJU3rhHb1AKJk/sxsDG60+lWrGa7VnOfpnj27rVRnbcXeTAYST5CBi2k3sruCjrUM/H92F3cmyxi6olK1ElixEQRq2YxfwORyTxuWtqce02KRZUCxFigGPUNMNT2jm7O38WeJxByK6mu/TkmUZguc6mPHwxzOb/uZqPPb3+aRUv/UI9TKqAACdAMD2eaA6Mwqa0bZz1I88UXpyRyd6A32KkIryfQpP3QNTgUVoG5DSqFEMkkZABZk+GKG5fJo4vKsBuHbOUrpfsK5GCMsxEfjj3m9t6lYqzKdTplOmKGsvp4iWEMq1sWJWNMsLb2+wWLt9yy6RtDATGfToMP7X6G0oBG/lIgMgERGR1y8cz5Yq43K/ScZuR66rqeWlild23eI1GWR6645vE53eeNQ/H/hvda9xbMQTMzoOuOZX3Hv3b+PXxGzsa6VJ27oUqM8iNPrihV7zw+WnLZHrbi2hjDoDB+mZ+meF5/8Au3F4nGuXL3b1UkghSIJ16+YwHu+T9tolRZyXe4bqt0IB56zinncf5p2LuNDo9zrwucjWemo3RB6wBtHUZ+WK7uRzqLWYOFSh1sFYRQxJMx1/LPHPVe48cV9v2/qTa+0MGOq+OZxs/UVNZWxRirSPz8MWVDk1FnhgBJgGeuH/AFN9agwp9s7s9cCCoUZgdczGBuZWDCWBMHA9ppAMR+/FVSgGzkutVVWZYlhll+OHJ0Rvbb+/5YJStgU069f+eBCMwMetsyfywAtM9W3dBHXCVuAHKjYz9AcVVkLWMlBBGn9xitVWcwJsMD6z4YCETaWBRK88gMjj4rxAprc3ry2BGfoG4z9MAeGX9vvf3Og0c9l9o8yjJiPPxxdYvym2tLSWA9tdyz54tTifMNgs1PIr1/8ApHhhhx/ndVTPruraB9IXwAGLCnz3gLW5ygXCJJYmPb1zjXzxv4f9Ru1CseoC9bzJga+jTpgW8b+o3Z+KHBr5Ap/UpuVhn/7baHrituF/UzstXHJm2227l7h9FWiDEeI8cVex/V/sl2UMxbmptynT2mmD/n5Yalf6tdgo4pMrZx+VzNwUgyNp4oGR88xnkcsNX/8A3g7HVxpMWtzuZuO6M9q8U6RkJ88jlitKv62dgvqc/wA6w8vnhlDElgAeJnHTMeOWmO4U/Iv66dn7dUqU/oLe3Py72sdvc93f7nGWNsLEayTkRjlN2/8A7ju3P7ghOHanIFcEgkSKAcyPHzyOOdbxP6o/HO9ck1pTwVou5dX6ZFt9ywon6fa7OAoliMgepM38an5d2nhsgFzW285SpLH1Ca62JyAIOh8iIxWr/wBQ+xOlgUWovcLSqgGYG7jAmf2+Rxxtn9W/jqbgK7qWvucqsEEy1Syc8vHyOKlt/r38d92zZ77WWctisagfyIOuHfi/1/8AjkCPaHIt5hMTmCwoHTTLM64RuP8A13+KXhY3UW384DwYAnj9Ritk/q38JpVVWt3r5ncGYhT/AOfixOmP/wDsnwtN+VjDlc8mJgxPF8P79cI/E/rH8MeypldLLOXzkI2ncCscUwfA+OuL3b+p/wADuteNt79w7iWMNMndwzmZ/PDe/wD1M+BK6EtUK+49yMyDlJ4S9D4Y9H9Svgm8ArtXuXcMxoMzwh0/biK/6g/BVauQjL3bnS0kmc+DllhKh/Uv4ItCSBQ/c+c5EzOZ4Wcj9uH53bP6o/BeBzk3NXdxe580sx1Al+FlmBHn+BwORzP6n/CO4chvTZbyu88x32gzALcD9n4eeGer+pfwGu6SRQe6c0g+Zb9DrHlr+eKn7f8AOPhHemrAHsdv7sS/oBIz5fEpBn65nXxx7VXK7NawSE/Qd17c1R9EgEOV1Bg+evjh7h3/ALXx9sXWVf7lwWJCiY9O4kHQ+evjhewt/VHtdvcbXNe5u5cFlyb2thVoef4HBXJoBjI4U/8A879q5P6n+c3Is7hxw1m7MT7iA6ALnrABiAcX38r5F2q28K07+68R9/pmRvAEnTPrrlni6j5d834nbLkmhuVZzOAawxb289zDb6jsJIgEgNEg4XiW/NaO5C2/9bdy35/HliljCIdxtUNKPP2vCtGRxR2T453Di3czmRWtfL7jxiWAj+AsWgH0tIybIxIJv5/ebKhwln3ruH3Tifa0Gf5rpH+mT11yzxyOF3f5323thpB/VU9z7txatqMwq3Mz2CAG/luT9rQGgEEi7vH9Z/jfbeNb6P1Hd+9cCioBW9plZr3ULtJ2OGja0BokEqKv62/DeSYIa2v5B2sqClmx902DbtJ2vujaxAfaCCeQ3cv65fD+EtBNfLst7920PWyTKlXdSNp9Lbo2tk8SCXu4v9c/iXM4ysUuuTvXb0KOus77FI25bp+3+KBngtwvnvZ+alXre/jc/isFC7SSYfUA5+euWeEq4nzHtXdOV7oqNCc6kiRJCvsfLJSD4Hyw55XK7d2+64717bVdVQKlJAgLvPpXL9+mF/Rstt6xcOTw+VXCekGdxM5Bun10zxxR33vXB7SOWS3EfvHMSkGJB3FmAgRmTlMaYKcr+o/YODuIN3vd44qKBJ1ZmAyIhpOR1gZ4bkD5/wBn9ioFxz6u48Vk9IzklsgOpOnWBBwvG+AJb8+5LUm5+L2Bl5I2LCCxmrOW069cVDj/ANHuf7jkC2zuFtaIo3x/rGgE4PI5XwU0BiGFQvqIrGZgbX6CAfrimnk/GG4lOs2XUwJH8UOfDPHEt5/P4fFuCzYgt3MsxlK64q+Qcq5e4fIFrNVbrJSvdExP/Efufpq/c/8A1Ni7vzj/APqtffPj/B7zWklU7rxaOQBIK5C1W6GMIG+EdoIr+wHt3DgSuzL+X4ZfTG7tPY+H2xojd2/jU0mAI/8AbUdMNXbUttbZMlihgR5g4ezufwjtHcbLQVsfndt4dpYMntmTZWZlTB8ssP2f5R/QT4b8i7S53v23vfxnsvKoJ27J9u7jMs7ctNMsVP8AHv8AtQ/pv2N6I9l+0/CPjfHKQpQQauGsQrEfQxphm+Tf9pX9N+92NsLW8/4V8ddyaxtQ7v0k+kGBnkMsL7X/AGY/0xqKbNjVfCfjyke2CEgrxQQVDEDwBIGpxyG7f/2w/FO018lRS/E7N28cPjqgCgLXTxWrSsDaCNiiDJGZOB3P4/8A9tnxzt3NFg5a2JRc6rYHFgYJbayghgCIGR0xx/lHev6D9n5HeeKvt038f9Xxq9usGnjXV1kAgEArkcxnheP2n+lHY+DSgVESnt/HyCyRmVJykxiqr5t/QvsHyCqhXrpr5XE2BVchiB7LJ1APkRIxSO/f9rnZObTx2FtPFXld4qpVgQZFdPMReg6dMcfsPZP+2r4vxe08Yh6eHdwffUFTIk8hnJzzzOF4H9PvgnafhfDVF444/wAY4HG4S7F0X/46LkOg/wDwD7//2Q=="/>
          <p:cNvSpPr>
            <a:spLocks noChangeAspect="1" noChangeArrowheads="1"/>
          </p:cNvSpPr>
          <p:nvPr/>
        </p:nvSpPr>
        <p:spPr bwMode="auto">
          <a:xfrm>
            <a:off x="777875" y="4651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3CBAFDE-2A25-0D01-947B-92F9BD0DD0A1}"/>
              </a:ext>
            </a:extLst>
          </p:cNvPr>
          <p:cNvGrpSpPr/>
          <p:nvPr/>
        </p:nvGrpSpPr>
        <p:grpSpPr>
          <a:xfrm>
            <a:off x="3522391" y="2443825"/>
            <a:ext cx="1884455" cy="2316744"/>
            <a:chOff x="7262286" y="2957258"/>
            <a:chExt cx="1884455" cy="2316744"/>
          </a:xfrm>
        </p:grpSpPr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B2439E49-449D-FF09-EE22-3E51DE99A4EF}"/>
                </a:ext>
              </a:extLst>
            </p:cNvPr>
            <p:cNvGrpSpPr/>
            <p:nvPr/>
          </p:nvGrpSpPr>
          <p:grpSpPr>
            <a:xfrm flipH="1">
              <a:off x="7758471" y="2957258"/>
              <a:ext cx="1388270" cy="1107040"/>
              <a:chOff x="1342683" y="2299205"/>
              <a:chExt cx="5187176" cy="4136376"/>
            </a:xfrm>
          </p:grpSpPr>
          <p:pic>
            <p:nvPicPr>
              <p:cNvPr id="34" name="2024-04-06_16-33-44.jpg" descr="2024-04-06_16-33-44.jpg">
                <a:extLst>
                  <a:ext uri="{FF2B5EF4-FFF2-40B4-BE49-F238E27FC236}">
                    <a16:creationId xmlns:a16="http://schemas.microsoft.com/office/drawing/2014/main" id="{AC3C4E17-C87B-2B47-26A6-3207A7BE6B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alphaModFix amt="30000"/>
              </a:blip>
              <a:srcRect l="9466" t="3851" r="6159" b="5161"/>
              <a:stretch/>
            </p:blipFill>
            <p:spPr>
              <a:xfrm rot="5362432">
                <a:off x="2067571" y="1987783"/>
                <a:ext cx="3722910" cy="517268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88" y="1"/>
                    </a:moveTo>
                    <a:lnTo>
                      <a:pt x="151" y="0"/>
                    </a:lnTo>
                    <a:lnTo>
                      <a:pt x="0" y="10731"/>
                    </a:lnTo>
                    <a:lnTo>
                      <a:pt x="0" y="21508"/>
                    </a:lnTo>
                    <a:lnTo>
                      <a:pt x="10801" y="21600"/>
                    </a:lnTo>
                    <a:lnTo>
                      <a:pt x="21449" y="21600"/>
                    </a:lnTo>
                    <a:lnTo>
                      <a:pt x="21600" y="10869"/>
                    </a:lnTo>
                    <a:lnTo>
                      <a:pt x="21600" y="91"/>
                    </a:lnTo>
                    <a:lnTo>
                      <a:pt x="10888" y="1"/>
                    </a:lnTo>
                    <a:close/>
                  </a:path>
                </a:pathLst>
              </a:custGeom>
              <a:ln w="12700">
                <a:miter lim="400000"/>
              </a:ln>
            </p:spPr>
          </p:pic>
          <p:pic>
            <p:nvPicPr>
              <p:cNvPr id="35" name="2024-04-06_16-33-44.jpg" descr="2024-04-06_16-33-44.jpg">
                <a:extLst>
                  <a:ext uri="{FF2B5EF4-FFF2-40B4-BE49-F238E27FC236}">
                    <a16:creationId xmlns:a16="http://schemas.microsoft.com/office/drawing/2014/main" id="{BC9062A9-3323-D0D0-3CA8-23A892CF1B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rcRect l="36731" r="35547" b="83796"/>
              <a:stretch>
                <a:fillRect/>
              </a:stretch>
            </p:blipFill>
            <p:spPr>
              <a:xfrm rot="21562432">
                <a:off x="4603043" y="2299205"/>
                <a:ext cx="1223167" cy="92114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660" y="3"/>
                    </a:moveTo>
                    <a:lnTo>
                      <a:pt x="175" y="0"/>
                    </a:lnTo>
                    <a:lnTo>
                      <a:pt x="0" y="21289"/>
                    </a:lnTo>
                    <a:lnTo>
                      <a:pt x="21424" y="21600"/>
                    </a:lnTo>
                    <a:lnTo>
                      <a:pt x="21600" y="162"/>
                    </a:lnTo>
                    <a:lnTo>
                      <a:pt x="10660" y="3"/>
                    </a:lnTo>
                    <a:close/>
                  </a:path>
                </a:pathLst>
              </a:custGeom>
              <a:ln w="12700">
                <a:miter lim="400000"/>
              </a:ln>
            </p:spPr>
          </p:pic>
          <p:pic>
            <p:nvPicPr>
              <p:cNvPr id="36" name="2024-04-06_16-33-44.jpg" descr="2024-04-06_16-33-44.jpg">
                <a:extLst>
                  <a:ext uri="{FF2B5EF4-FFF2-40B4-BE49-F238E27FC236}">
                    <a16:creationId xmlns:a16="http://schemas.microsoft.com/office/drawing/2014/main" id="{CA010BF7-AA19-755E-A385-DFFFA034BD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alphaModFix amt="30000"/>
              </a:blip>
              <a:srcRect l="9726" t="18321" r="72486" b="63282"/>
              <a:stretch>
                <a:fillRect/>
              </a:stretch>
            </p:blipFill>
            <p:spPr>
              <a:xfrm rot="10762432">
                <a:off x="5745058" y="3919052"/>
                <a:ext cx="784801" cy="104582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312" y="0"/>
                    </a:moveTo>
                    <a:lnTo>
                      <a:pt x="0" y="21425"/>
                    </a:lnTo>
                    <a:lnTo>
                      <a:pt x="21288" y="21600"/>
                    </a:lnTo>
                    <a:lnTo>
                      <a:pt x="21600" y="175"/>
                    </a:lnTo>
                    <a:lnTo>
                      <a:pt x="312" y="0"/>
                    </a:lnTo>
                    <a:close/>
                  </a:path>
                </a:pathLst>
              </a:custGeom>
              <a:ln w="12700">
                <a:miter lim="400000"/>
              </a:ln>
            </p:spPr>
          </p:pic>
        </p:grpSp>
        <p:pic>
          <p:nvPicPr>
            <p:cNvPr id="1030" name="Picture 6" descr="https://cms.media.wilo.com/dcipicpfinder/wilo540057/6745808/wilo540057_1.png"/>
            <p:cNvPicPr>
              <a:picLocks noChangeAspect="1" noChangeArrowheads="1"/>
            </p:cNvPicPr>
            <p:nvPr/>
          </p:nvPicPr>
          <p:blipFill>
            <a:blip r:embed="rId3"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62286" y="3845252"/>
              <a:ext cx="14287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0" name="경기도 이천시 신둔면 도암리 인삼농장">
            <a:extLst>
              <a:ext uri="{FF2B5EF4-FFF2-40B4-BE49-F238E27FC236}">
                <a16:creationId xmlns:a16="http://schemas.microsoft.com/office/drawing/2014/main" id="{17F1AF1A-2128-02DB-BAE3-0F69B10F4CAC}"/>
              </a:ext>
            </a:extLst>
          </p:cNvPr>
          <p:cNvSpPr txBox="1"/>
          <p:nvPr/>
        </p:nvSpPr>
        <p:spPr>
          <a:xfrm flipH="1">
            <a:off x="2778527" y="3575050"/>
            <a:ext cx="455253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en-US" altLang="ko-KR" dirty="0">
                <a:solidFill>
                  <a:srgbClr val="FF0000"/>
                </a:solidFill>
                <a:sym typeface="Helvetica Neue"/>
              </a:rPr>
              <a:t>50A</a:t>
            </a:r>
          </a:p>
          <a:p>
            <a:r>
              <a:rPr lang="ko-KR" altLang="en-US" dirty="0">
                <a:solidFill>
                  <a:srgbClr val="FF0000"/>
                </a:solidFill>
                <a:sym typeface="Helvetica Neue"/>
              </a:rPr>
              <a:t>암나사</a:t>
            </a:r>
            <a:endParaRPr lang="en-US" altLang="ko-KR" dirty="0">
              <a:solidFill>
                <a:srgbClr val="FF0000"/>
              </a:solidFill>
              <a:sym typeface="Helvetica Neue"/>
            </a:endParaRPr>
          </a:p>
        </p:txBody>
      </p: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E4967A2-32F7-14CD-62CE-D40D1B898EF2}"/>
              </a:ext>
            </a:extLst>
          </p:cNvPr>
          <p:cNvCxnSpPr>
            <a:cxnSpLocks/>
            <a:endCxn id="5" idx="3"/>
          </p:cNvCxnSpPr>
          <p:nvPr/>
        </p:nvCxnSpPr>
        <p:spPr>
          <a:xfrm>
            <a:off x="2630448" y="3447310"/>
            <a:ext cx="0" cy="819660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5" name="Picture 2" descr="https://looperget.kr/web/product/big/202305/fa56a9687e2ae73a20021bfb5dd1dd1d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163" t="12112" r="15818" b="11254"/>
          <a:stretch/>
        </p:blipFill>
        <p:spPr bwMode="auto">
          <a:xfrm rot="16200000">
            <a:off x="2407154" y="4242336"/>
            <a:ext cx="446588" cy="49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87E3C47-50A9-9894-4620-1EF7808DC416}"/>
              </a:ext>
            </a:extLst>
          </p:cNvPr>
          <p:cNvSpPr/>
          <p:nvPr/>
        </p:nvSpPr>
        <p:spPr>
          <a:xfrm>
            <a:off x="3372239" y="2928819"/>
            <a:ext cx="743403" cy="155713"/>
          </a:xfrm>
          <a:prstGeom prst="rect">
            <a:avLst/>
          </a:prstGeom>
          <a:solidFill>
            <a:schemeClr val="tx1">
              <a:lumMod val="75000"/>
              <a:lumOff val="2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DE208D6-E0D5-05DC-AE22-6B64CC1CED36}"/>
              </a:ext>
            </a:extLst>
          </p:cNvPr>
          <p:cNvSpPr/>
          <p:nvPr/>
        </p:nvSpPr>
        <p:spPr>
          <a:xfrm rot="5400000">
            <a:off x="2630445" y="3670614"/>
            <a:ext cx="1639301" cy="155713"/>
          </a:xfrm>
          <a:prstGeom prst="rect">
            <a:avLst/>
          </a:prstGeom>
          <a:solidFill>
            <a:schemeClr val="tx1">
              <a:lumMod val="75000"/>
              <a:lumOff val="2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11722DE-FFC2-B869-65BF-B752DD525CFA}"/>
              </a:ext>
            </a:extLst>
          </p:cNvPr>
          <p:cNvSpPr/>
          <p:nvPr/>
        </p:nvSpPr>
        <p:spPr>
          <a:xfrm>
            <a:off x="3155552" y="4412408"/>
            <a:ext cx="372400" cy="155713"/>
          </a:xfrm>
          <a:prstGeom prst="rect">
            <a:avLst/>
          </a:prstGeom>
          <a:solidFill>
            <a:schemeClr val="tx1">
              <a:lumMod val="75000"/>
              <a:lumOff val="2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원통형 13">
            <a:extLst>
              <a:ext uri="{FF2B5EF4-FFF2-40B4-BE49-F238E27FC236}">
                <a16:creationId xmlns:a16="http://schemas.microsoft.com/office/drawing/2014/main" id="{974A3D67-8995-4F3D-963B-5F621638EA8A}"/>
              </a:ext>
            </a:extLst>
          </p:cNvPr>
          <p:cNvSpPr/>
          <p:nvPr/>
        </p:nvSpPr>
        <p:spPr>
          <a:xfrm rot="5400000" flipH="1">
            <a:off x="1072487" y="4152227"/>
            <a:ext cx="221887" cy="676065"/>
          </a:xfrm>
          <a:prstGeom prst="ca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3" name="그룹 52"/>
          <p:cNvGrpSpPr/>
          <p:nvPr/>
        </p:nvGrpSpPr>
        <p:grpSpPr>
          <a:xfrm>
            <a:off x="1318187" y="4321072"/>
            <a:ext cx="520577" cy="338377"/>
            <a:chOff x="6800258" y="1589900"/>
            <a:chExt cx="520577" cy="338377"/>
          </a:xfrm>
        </p:grpSpPr>
        <p:pic>
          <p:nvPicPr>
            <p:cNvPr id="54" name="Picture 4" descr="공업용 호스밴드]규격 40A - 황소밴드">
              <a:extLst>
                <a:ext uri="{FF2B5EF4-FFF2-40B4-BE49-F238E27FC236}">
                  <a16:creationId xmlns:a16="http://schemas.microsoft.com/office/drawing/2014/main" id="{F706D567-DD41-C12B-385C-9F7C3FF237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88889" y1="59556" x2="89778" y2="58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6844981" y="1545177"/>
              <a:ext cx="335880" cy="425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5" name="Picture 4" descr="공업용 호스밴드]규격 40A - 황소밴드">
              <a:extLst>
                <a:ext uri="{FF2B5EF4-FFF2-40B4-BE49-F238E27FC236}">
                  <a16:creationId xmlns:a16="http://schemas.microsoft.com/office/drawing/2014/main" id="{F706D567-DD41-C12B-385C-9F7C3FF237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10000" b="90000" l="10000" r="90000">
                          <a14:foregroundMark x1="88889" y1="59556" x2="89778" y2="58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6940232" y="1547674"/>
              <a:ext cx="335880" cy="4253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9EB358BE-9E29-8215-A346-350DA296A9F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61639" y="4117570"/>
            <a:ext cx="579707" cy="246507"/>
          </a:xfrm>
          <a:prstGeom prst="bentConnector3">
            <a:avLst>
              <a:gd name="adj1" fmla="val 112"/>
            </a:avLst>
          </a:prstGeom>
          <a:ln w="12700">
            <a:solidFill>
              <a:srgbClr val="FF0000"/>
            </a:solidFill>
            <a:headEnd type="arrow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경기도 이천시 신둔면 도암리 인삼농장">
            <a:extLst>
              <a:ext uri="{FF2B5EF4-FFF2-40B4-BE49-F238E27FC236}">
                <a16:creationId xmlns:a16="http://schemas.microsoft.com/office/drawing/2014/main" id="{8F952107-3BE0-3296-EF41-2A659947181D}"/>
              </a:ext>
            </a:extLst>
          </p:cNvPr>
          <p:cNvSpPr txBox="1"/>
          <p:nvPr/>
        </p:nvSpPr>
        <p:spPr>
          <a:xfrm flipH="1">
            <a:off x="2131914" y="2961128"/>
            <a:ext cx="997068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ko-KR" altLang="en-US" dirty="0" err="1">
                <a:sym typeface="Helvetica Neue"/>
              </a:rPr>
              <a:t>스마트카플러</a:t>
            </a:r>
            <a:endParaRPr lang="en-US" altLang="ko-KR" dirty="0">
              <a:sym typeface="Helvetica Neue"/>
            </a:endParaRPr>
          </a:p>
          <a:p>
            <a:r>
              <a:rPr lang="en-US" altLang="ko-KR" dirty="0">
                <a:sym typeface="Helvetica Neue"/>
              </a:rPr>
              <a:t>4-10 50mm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D916BA7-1375-DD88-625C-5F050A2F5E8E}"/>
              </a:ext>
            </a:extLst>
          </p:cNvPr>
          <p:cNvCxnSpPr>
            <a:cxnSpLocks/>
          </p:cNvCxnSpPr>
          <p:nvPr/>
        </p:nvCxnSpPr>
        <p:spPr>
          <a:xfrm>
            <a:off x="1979435" y="2746602"/>
            <a:ext cx="0" cy="1520368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5" name="경기도 이천시 신둔면 도암리 인삼농장">
            <a:extLst>
              <a:ext uri="{FF2B5EF4-FFF2-40B4-BE49-F238E27FC236}">
                <a16:creationId xmlns:a16="http://schemas.microsoft.com/office/drawing/2014/main" id="{C0412064-1DD2-8403-0DC1-DAA55A6AF802}"/>
              </a:ext>
            </a:extLst>
          </p:cNvPr>
          <p:cNvSpPr txBox="1"/>
          <p:nvPr/>
        </p:nvSpPr>
        <p:spPr>
          <a:xfrm flipH="1">
            <a:off x="1633987" y="2276706"/>
            <a:ext cx="690894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en-US" altLang="ko-KR" dirty="0">
                <a:sym typeface="Helvetica Neue"/>
              </a:rPr>
              <a:t>E</a:t>
            </a:r>
            <a:r>
              <a:rPr lang="ko-KR" altLang="en-US" dirty="0">
                <a:sym typeface="Helvetica Neue"/>
              </a:rPr>
              <a:t>호스밸브</a:t>
            </a:r>
            <a:endParaRPr lang="en-US" altLang="ko-KR" dirty="0">
              <a:sym typeface="Helvetica Neue"/>
            </a:endParaRPr>
          </a:p>
          <a:p>
            <a:r>
              <a:rPr lang="en-US" altLang="ko-KR" dirty="0">
                <a:sym typeface="Helvetica Neue"/>
              </a:rPr>
              <a:t>50mm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8A44B06-4EA2-EB6E-F4B4-828462D2AB3B}"/>
              </a:ext>
            </a:extLst>
          </p:cNvPr>
          <p:cNvCxnSpPr>
            <a:cxnSpLocks/>
          </p:cNvCxnSpPr>
          <p:nvPr/>
        </p:nvCxnSpPr>
        <p:spPr>
          <a:xfrm flipV="1">
            <a:off x="1530850" y="4760569"/>
            <a:ext cx="0" cy="191902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0" name="경기도 이천시 신둔면 도암리 인삼농장">
            <a:extLst>
              <a:ext uri="{FF2B5EF4-FFF2-40B4-BE49-F238E27FC236}">
                <a16:creationId xmlns:a16="http://schemas.microsoft.com/office/drawing/2014/main" id="{14FC45E0-C73A-CB4B-95BD-EADA4104B067}"/>
              </a:ext>
            </a:extLst>
          </p:cNvPr>
          <p:cNvSpPr txBox="1"/>
          <p:nvPr/>
        </p:nvSpPr>
        <p:spPr>
          <a:xfrm flipH="1">
            <a:off x="1381234" y="4957908"/>
            <a:ext cx="724557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ko-KR" altLang="en-US" dirty="0">
                <a:sym typeface="Helvetica Neue"/>
              </a:rPr>
              <a:t>호스밴드</a:t>
            </a:r>
            <a:endParaRPr lang="en-US" altLang="ko-KR" dirty="0">
              <a:sym typeface="Helvetica Neue"/>
            </a:endParaRPr>
          </a:p>
          <a:p>
            <a:r>
              <a:rPr lang="en-US" altLang="ko-KR" dirty="0">
                <a:sym typeface="Helvetica Neue"/>
              </a:rPr>
              <a:t>50mm</a:t>
            </a:r>
            <a:r>
              <a:rPr lang="ko-KR" altLang="en-US" dirty="0">
                <a:sym typeface="Helvetica Neue"/>
              </a:rPr>
              <a:t>용</a:t>
            </a:r>
            <a:endParaRPr lang="en-US" altLang="ko-KR" dirty="0">
              <a:sym typeface="Helvetica Neue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072FB3D-0482-8BD8-68F9-5F338B4CC395}"/>
              </a:ext>
            </a:extLst>
          </p:cNvPr>
          <p:cNvCxnSpPr>
            <a:cxnSpLocks/>
          </p:cNvCxnSpPr>
          <p:nvPr/>
        </p:nvCxnSpPr>
        <p:spPr>
          <a:xfrm>
            <a:off x="1222927" y="3519884"/>
            <a:ext cx="0" cy="374096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경기도 이천시 신둔면 도암리 인삼농장">
            <a:extLst>
              <a:ext uri="{FF2B5EF4-FFF2-40B4-BE49-F238E27FC236}">
                <a16:creationId xmlns:a16="http://schemas.microsoft.com/office/drawing/2014/main" id="{29DF4BE6-27DD-6B74-6C53-43EC831A838A}"/>
              </a:ext>
            </a:extLst>
          </p:cNvPr>
          <p:cNvSpPr txBox="1"/>
          <p:nvPr/>
        </p:nvSpPr>
        <p:spPr>
          <a:xfrm flipH="1">
            <a:off x="839255" y="5414829"/>
            <a:ext cx="1093248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ko-KR" altLang="en-US" dirty="0" err="1">
                <a:sym typeface="Helvetica Neue"/>
              </a:rPr>
              <a:t>루퍼젯</a:t>
            </a:r>
            <a:r>
              <a:rPr lang="en-US" altLang="ko-KR" dirty="0">
                <a:sym typeface="Helvetica Neue"/>
              </a:rPr>
              <a:t>+</a:t>
            </a:r>
            <a:r>
              <a:rPr lang="ko-KR" altLang="en-US" dirty="0">
                <a:sym typeface="Helvetica Neue"/>
              </a:rPr>
              <a:t>송수호스</a:t>
            </a:r>
            <a:endParaRPr lang="en-US" altLang="ko-KR" dirty="0">
              <a:sym typeface="Helvetica Neue"/>
            </a:endParaRPr>
          </a:p>
          <a:p>
            <a:r>
              <a:rPr lang="en-US" altLang="ko-KR" dirty="0">
                <a:sym typeface="Helvetica Neue"/>
              </a:rPr>
              <a:t>50mm*50m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F3625432-D4FA-6905-FFC5-7B0E194E3E0B}"/>
              </a:ext>
            </a:extLst>
          </p:cNvPr>
          <p:cNvSpPr/>
          <p:nvPr/>
        </p:nvSpPr>
        <p:spPr>
          <a:xfrm>
            <a:off x="847206" y="1188400"/>
            <a:ext cx="404473" cy="40447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페이퍼로지 5 Medium" pitchFamily="2" charset="-127"/>
                <a:ea typeface="페이퍼로지 5 Medium" pitchFamily="2" charset="-127"/>
              </a:rPr>
              <a:t>a</a:t>
            </a:r>
            <a:endParaRPr lang="ko-KR" altLang="en-US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00794BE-AC02-8CB2-880B-15C6813B2CFB}"/>
              </a:ext>
            </a:extLst>
          </p:cNvPr>
          <p:cNvGrpSpPr/>
          <p:nvPr/>
        </p:nvGrpSpPr>
        <p:grpSpPr>
          <a:xfrm>
            <a:off x="5601403" y="1037018"/>
            <a:ext cx="2946900" cy="2160000"/>
            <a:chOff x="695326" y="1269000"/>
            <a:chExt cx="2946900" cy="2160000"/>
          </a:xfrm>
        </p:grpSpPr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804A6F08-3CC2-DCA8-03E4-F219DF50E156}"/>
                </a:ext>
              </a:extLst>
            </p:cNvPr>
            <p:cNvGrpSpPr/>
            <p:nvPr/>
          </p:nvGrpSpPr>
          <p:grpSpPr>
            <a:xfrm>
              <a:off x="695326" y="1269000"/>
              <a:ext cx="2946900" cy="2160000"/>
              <a:chOff x="695326" y="1269000"/>
              <a:chExt cx="2946900" cy="2160000"/>
            </a:xfrm>
          </p:grpSpPr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id="{57BC876C-9974-D384-5140-AECDE43B41D9}"/>
                  </a:ext>
                </a:extLst>
              </p:cNvPr>
              <p:cNvSpPr/>
              <p:nvPr/>
            </p:nvSpPr>
            <p:spPr>
              <a:xfrm>
                <a:off x="695326" y="1269000"/>
                <a:ext cx="2946900" cy="2160000"/>
              </a:xfrm>
              <a:prstGeom prst="roundRect">
                <a:avLst>
                  <a:gd name="adj" fmla="val 93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sx="99000" sy="99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B1BBB3D5-B880-041D-4615-10CED90B3E5D}"/>
                  </a:ext>
                </a:extLst>
              </p:cNvPr>
              <p:cNvSpPr/>
              <p:nvPr/>
            </p:nvSpPr>
            <p:spPr>
              <a:xfrm>
                <a:off x="867954" y="1449388"/>
                <a:ext cx="375468" cy="375468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페이퍼로지 5 Medium" pitchFamily="2" charset="-127"/>
                    <a:ea typeface="페이퍼로지 5 Medium" pitchFamily="2" charset="-127"/>
                  </a:rPr>
                  <a:t>b</a:t>
                </a:r>
                <a:endParaRPr lang="ko-KR" altLang="en-US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496FC0D9-9497-2D4E-1D5A-22F29445BDFA}"/>
                </a:ext>
              </a:extLst>
            </p:cNvPr>
            <p:cNvGrpSpPr/>
            <p:nvPr/>
          </p:nvGrpSpPr>
          <p:grpSpPr>
            <a:xfrm flipH="1">
              <a:off x="1106607" y="1824856"/>
              <a:ext cx="2417436" cy="782115"/>
              <a:chOff x="1313865" y="2100291"/>
              <a:chExt cx="1986531" cy="642704"/>
            </a:xfrm>
          </p:grpSpPr>
          <p:pic>
            <p:nvPicPr>
              <p:cNvPr id="61" name="그림 60">
                <a:extLst>
                  <a:ext uri="{FF2B5EF4-FFF2-40B4-BE49-F238E27FC236}">
                    <a16:creationId xmlns:a16="http://schemas.microsoft.com/office/drawing/2014/main" id="{C5A9E947-6E15-3C33-5CA2-AEB9A2BE14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8354" b="92875" l="9504" r="89256">
                            <a14:foregroundMark x1="16942" y1="14251" x2="42975" y2="8354"/>
                            <a14:foregroundMark x1="42975" y1="8354" x2="66116" y2="8354"/>
                            <a14:foregroundMark x1="66116" y1="8354" x2="76860" y2="12039"/>
                            <a14:foregroundMark x1="26033" y1="82310" x2="48760" y2="92875"/>
                            <a14:foregroundMark x1="48760" y1="92875" x2="68182" y2="87224"/>
                            <a14:foregroundMark x1="68182" y1="87224" x2="68182" y2="86978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 rot="5400000">
                <a:off x="1930887" y="2168698"/>
                <a:ext cx="301552" cy="507157"/>
              </a:xfrm>
              <a:prstGeom prst="rect">
                <a:avLst/>
              </a:prstGeom>
            </p:spPr>
          </p:pic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BD8AAC24-BD8E-4043-A556-6A6976DD0F3E}"/>
                  </a:ext>
                </a:extLst>
              </p:cNvPr>
              <p:cNvGrpSpPr/>
              <p:nvPr/>
            </p:nvGrpSpPr>
            <p:grpSpPr>
              <a:xfrm>
                <a:off x="2374911" y="2100291"/>
                <a:ext cx="763917" cy="642704"/>
                <a:chOff x="10162837" y="2944320"/>
                <a:chExt cx="594204" cy="499920"/>
              </a:xfrm>
            </p:grpSpPr>
            <p:pic>
              <p:nvPicPr>
                <p:cNvPr id="69" name="그림 68">
                  <a:extLst>
                    <a:ext uri="{FF2B5EF4-FFF2-40B4-BE49-F238E27FC236}">
                      <a16:creationId xmlns:a16="http://schemas.microsoft.com/office/drawing/2014/main" id="{EB334C82-D0E6-9072-E615-59F9F028D0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 cstate="print"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backgroundRemoval t="3261" b="94565" l="3226" r="92742">
                              <a14:foregroundMark x1="92742" y1="29348" x2="88710" y2="29348"/>
                              <a14:foregroundMark x1="63710" y1="9783" x2="37903" y2="9783"/>
                              <a14:foregroundMark x1="66935" y1="9783" x2="65323" y2="9783"/>
                              <a14:foregroundMark x1="55645" y1="3261" x2="33065" y2="7609"/>
                              <a14:foregroundMark x1="33065" y1="7609" x2="32258" y2="11957"/>
                              <a14:foregroundMark x1="11290" y1="28261" x2="4032" y2="33696"/>
                              <a14:foregroundMark x1="54032" y1="89130" x2="47581" y2="91304"/>
                              <a14:foregroundMark x1="58871" y1="3261" x2="49194" y2="3261"/>
                              <a14:foregroundMark x1="52419" y1="94565" x2="48387" y2="9456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16200000">
                  <a:off x="10098331" y="3008826"/>
                  <a:ext cx="499920" cy="370907"/>
                </a:xfrm>
                <a:prstGeom prst="rect">
                  <a:avLst/>
                </a:prstGeom>
              </p:spPr>
            </p:pic>
            <p:pic>
              <p:nvPicPr>
                <p:cNvPr id="70" name="Picture 4" descr="공업용 호스밴드]규격 40A - 황소밴드">
                  <a:extLst>
                    <a:ext uri="{FF2B5EF4-FFF2-40B4-BE49-F238E27FC236}">
                      <a16:creationId xmlns:a16="http://schemas.microsoft.com/office/drawing/2014/main" id="{96DB8F8E-8915-FAC2-C18C-4F9D14B90F8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10000" b="90000" l="10000" r="90000">
                              <a14:foregroundMark x1="88889" y1="59556" x2="89778" y2="586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6200000">
                  <a:off x="10364167" y="3033225"/>
                  <a:ext cx="322111" cy="32211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74" name="Picture 4" descr="공업용 호스밴드]규격 40A - 황소밴드">
                  <a:extLst>
                    <a:ext uri="{FF2B5EF4-FFF2-40B4-BE49-F238E27FC236}">
                      <a16:creationId xmlns:a16="http://schemas.microsoft.com/office/drawing/2014/main" id="{C105CC60-3170-C0B7-C717-E9867449A3C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10000" b="90000" l="10000" r="90000">
                              <a14:foregroundMark x1="88889" y1="59556" x2="89778" y2="586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 flipV="1">
                  <a:off x="10434930" y="3033225"/>
                  <a:ext cx="322111" cy="32211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64" name="Picture 4" descr="공업용 호스밴드]규격 40A - 황소밴드">
                <a:extLst>
                  <a:ext uri="{FF2B5EF4-FFF2-40B4-BE49-F238E27FC236}">
                    <a16:creationId xmlns:a16="http://schemas.microsoft.com/office/drawing/2014/main" id="{D4B852D4-7045-5CB1-B57D-82C80FC3CAC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0000" b="90000" l="10000" r="90000">
                            <a14:foregroundMark x1="88889" y1="59556" x2="89778" y2="5866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6200000">
                <a:off x="1637333" y="2214590"/>
                <a:ext cx="414110" cy="414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5" name="Picture 4" descr="공업용 호스밴드]규격 40A - 황소밴드">
                <a:extLst>
                  <a:ext uri="{FF2B5EF4-FFF2-40B4-BE49-F238E27FC236}">
                    <a16:creationId xmlns:a16="http://schemas.microsoft.com/office/drawing/2014/main" id="{101898FF-6CE2-3056-D244-8279DF008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10000" b="90000" l="10000" r="90000">
                            <a14:foregroundMark x1="88889" y1="59556" x2="89778" y2="58667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5400000" flipV="1">
                <a:off x="1544197" y="2214590"/>
                <a:ext cx="414110" cy="4141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6" name="원통형 65">
                <a:extLst>
                  <a:ext uri="{FF2B5EF4-FFF2-40B4-BE49-F238E27FC236}">
                    <a16:creationId xmlns:a16="http://schemas.microsoft.com/office/drawing/2014/main" id="{9F90E3ED-A3B4-B563-5995-08B54095657C}"/>
                  </a:ext>
                </a:extLst>
              </p:cNvPr>
              <p:cNvSpPr/>
              <p:nvPr/>
            </p:nvSpPr>
            <p:spPr>
              <a:xfrm rot="16200000">
                <a:off x="2982812" y="2200588"/>
                <a:ext cx="221058" cy="414110"/>
              </a:xfrm>
              <a:prstGeom prst="ca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원통형 67">
                <a:extLst>
                  <a:ext uri="{FF2B5EF4-FFF2-40B4-BE49-F238E27FC236}">
                    <a16:creationId xmlns:a16="http://schemas.microsoft.com/office/drawing/2014/main" id="{5B8FE674-81D0-B02F-9567-E50C44806A83}"/>
                  </a:ext>
                </a:extLst>
              </p:cNvPr>
              <p:cNvSpPr/>
              <p:nvPr/>
            </p:nvSpPr>
            <p:spPr>
              <a:xfrm rot="16200000">
                <a:off x="1410391" y="2200588"/>
                <a:ext cx="221058" cy="414110"/>
              </a:xfrm>
              <a:prstGeom prst="can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63097184-3CF7-5C5F-A4AD-1CAFF8C9356D}"/>
                </a:ext>
              </a:extLst>
            </p:cNvPr>
            <p:cNvSpPr txBox="1"/>
            <p:nvPr/>
          </p:nvSpPr>
          <p:spPr>
            <a:xfrm>
              <a:off x="1055688" y="2892582"/>
              <a:ext cx="2519362" cy="394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800" b="1" dirty="0"/>
                <a:t>WF4-1</a:t>
              </a:r>
              <a:r>
                <a:rPr lang="en-US" altLang="ko-KR" sz="800" dirty="0"/>
                <a:t>,(1EA) + </a:t>
              </a:r>
              <a:r>
                <a:rPr lang="en-US" altLang="ko-KR" sz="800" b="1" dirty="0"/>
                <a:t>WF4-2</a:t>
              </a:r>
              <a:r>
                <a:rPr lang="en-US" altLang="ko-KR" sz="800" dirty="0"/>
                <a:t>,(1EA) + </a:t>
              </a:r>
              <a:r>
                <a:rPr lang="ko-KR" altLang="en-US" sz="800" b="1" dirty="0"/>
                <a:t>호스밴드</a:t>
              </a:r>
              <a:r>
                <a:rPr lang="en-US" altLang="ko-KR" sz="800" dirty="0"/>
                <a:t>,(4EA)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ko-KR" sz="800" dirty="0"/>
                <a:t> </a:t>
              </a:r>
              <a:endParaRPr lang="ko-KR" altLang="en-US" sz="800" dirty="0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8BA7952-410A-648A-13EF-67DC42A1F238}"/>
              </a:ext>
            </a:extLst>
          </p:cNvPr>
          <p:cNvGrpSpPr/>
          <p:nvPr/>
        </p:nvGrpSpPr>
        <p:grpSpPr>
          <a:xfrm>
            <a:off x="8657725" y="1036280"/>
            <a:ext cx="2946900" cy="2178414"/>
            <a:chOff x="6343928" y="3961220"/>
            <a:chExt cx="2946900" cy="2178414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B0C98949-6BC0-0CF7-95E8-2C86F8302A95}"/>
                </a:ext>
              </a:extLst>
            </p:cNvPr>
            <p:cNvGrpSpPr/>
            <p:nvPr/>
          </p:nvGrpSpPr>
          <p:grpSpPr>
            <a:xfrm>
              <a:off x="6343928" y="3961220"/>
              <a:ext cx="2946900" cy="2160000"/>
              <a:chOff x="695325" y="1269000"/>
              <a:chExt cx="2946900" cy="2160000"/>
            </a:xfrm>
          </p:grpSpPr>
          <p:sp>
            <p:nvSpPr>
              <p:cNvPr id="110" name="사각형: 둥근 모서리 109">
                <a:extLst>
                  <a:ext uri="{FF2B5EF4-FFF2-40B4-BE49-F238E27FC236}">
                    <a16:creationId xmlns:a16="http://schemas.microsoft.com/office/drawing/2014/main" id="{BAB9E0D3-91C6-C472-3A24-95BE7AEAA756}"/>
                  </a:ext>
                </a:extLst>
              </p:cNvPr>
              <p:cNvSpPr/>
              <p:nvPr/>
            </p:nvSpPr>
            <p:spPr>
              <a:xfrm>
                <a:off x="695325" y="1269000"/>
                <a:ext cx="2946900" cy="2160000"/>
              </a:xfrm>
              <a:prstGeom prst="roundRect">
                <a:avLst>
                  <a:gd name="adj" fmla="val 93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sx="99000" sy="99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2A025581-A649-4609-E99B-7146965450CB}"/>
                  </a:ext>
                </a:extLst>
              </p:cNvPr>
              <p:cNvSpPr/>
              <p:nvPr/>
            </p:nvSpPr>
            <p:spPr>
              <a:xfrm>
                <a:off x="867954" y="1449388"/>
                <a:ext cx="375468" cy="375468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페이퍼로지 5 Medium" pitchFamily="2" charset="-127"/>
                    <a:ea typeface="페이퍼로지 5 Medium" pitchFamily="2" charset="-127"/>
                  </a:rPr>
                  <a:t>c</a:t>
                </a:r>
                <a:endParaRPr lang="ko-KR" altLang="en-US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pic>
          <p:nvPicPr>
            <p:cNvPr id="100" name="붙여넣은 동영상.png" descr="붙여넣은 동영상.png">
              <a:extLst>
                <a:ext uri="{FF2B5EF4-FFF2-40B4-BE49-F238E27FC236}">
                  <a16:creationId xmlns:a16="http://schemas.microsoft.com/office/drawing/2014/main" id="{DB165799-2144-5B12-85EA-0DDF998782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9" r="68" b="56"/>
            <a:stretch>
              <a:fillRect/>
            </a:stretch>
          </p:blipFill>
          <p:spPr>
            <a:xfrm rot="2281515" flipH="1">
              <a:off x="8566899" y="4081325"/>
              <a:ext cx="410050" cy="496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2" h="21544" extrusionOk="0">
                  <a:moveTo>
                    <a:pt x="14247" y="2"/>
                  </a:moveTo>
                  <a:cubicBezTo>
                    <a:pt x="13933" y="17"/>
                    <a:pt x="13638" y="182"/>
                    <a:pt x="13081" y="509"/>
                  </a:cubicBezTo>
                  <a:cubicBezTo>
                    <a:pt x="11113" y="1667"/>
                    <a:pt x="9561" y="2832"/>
                    <a:pt x="7494" y="4698"/>
                  </a:cubicBezTo>
                  <a:cubicBezTo>
                    <a:pt x="7200" y="4964"/>
                    <a:pt x="6779" y="5290"/>
                    <a:pt x="6563" y="5427"/>
                  </a:cubicBezTo>
                  <a:cubicBezTo>
                    <a:pt x="6347" y="5563"/>
                    <a:pt x="6019" y="5801"/>
                    <a:pt x="5829" y="5954"/>
                  </a:cubicBezTo>
                  <a:lnTo>
                    <a:pt x="5480" y="6227"/>
                  </a:lnTo>
                  <a:lnTo>
                    <a:pt x="5309" y="5973"/>
                  </a:lnTo>
                  <a:cubicBezTo>
                    <a:pt x="4788" y="5185"/>
                    <a:pt x="4674" y="5091"/>
                    <a:pt x="4112" y="4984"/>
                  </a:cubicBezTo>
                  <a:cubicBezTo>
                    <a:pt x="3723" y="4910"/>
                    <a:pt x="3317" y="4959"/>
                    <a:pt x="2883" y="5140"/>
                  </a:cubicBezTo>
                  <a:cubicBezTo>
                    <a:pt x="2770" y="5188"/>
                    <a:pt x="2492" y="5236"/>
                    <a:pt x="2269" y="5244"/>
                  </a:cubicBezTo>
                  <a:cubicBezTo>
                    <a:pt x="1980" y="5256"/>
                    <a:pt x="1774" y="5316"/>
                    <a:pt x="1547" y="5453"/>
                  </a:cubicBezTo>
                  <a:cubicBezTo>
                    <a:pt x="1117" y="5711"/>
                    <a:pt x="567" y="6356"/>
                    <a:pt x="273" y="6949"/>
                  </a:cubicBezTo>
                  <a:cubicBezTo>
                    <a:pt x="66" y="7369"/>
                    <a:pt x="29" y="7522"/>
                    <a:pt x="7" y="8081"/>
                  </a:cubicBezTo>
                  <a:cubicBezTo>
                    <a:pt x="-14" y="8634"/>
                    <a:pt x="6" y="8761"/>
                    <a:pt x="134" y="8985"/>
                  </a:cubicBezTo>
                  <a:cubicBezTo>
                    <a:pt x="216" y="9128"/>
                    <a:pt x="286" y="9355"/>
                    <a:pt x="286" y="9486"/>
                  </a:cubicBezTo>
                  <a:cubicBezTo>
                    <a:pt x="286" y="9617"/>
                    <a:pt x="350" y="9926"/>
                    <a:pt x="432" y="10175"/>
                  </a:cubicBezTo>
                  <a:cubicBezTo>
                    <a:pt x="546" y="10522"/>
                    <a:pt x="651" y="10687"/>
                    <a:pt x="869" y="10865"/>
                  </a:cubicBezTo>
                  <a:cubicBezTo>
                    <a:pt x="1141" y="11086"/>
                    <a:pt x="1904" y="11361"/>
                    <a:pt x="2262" y="11366"/>
                  </a:cubicBezTo>
                  <a:cubicBezTo>
                    <a:pt x="2351" y="11367"/>
                    <a:pt x="2427" y="11382"/>
                    <a:pt x="2427" y="11398"/>
                  </a:cubicBezTo>
                  <a:cubicBezTo>
                    <a:pt x="2427" y="11415"/>
                    <a:pt x="2378" y="11687"/>
                    <a:pt x="2319" y="12003"/>
                  </a:cubicBezTo>
                  <a:cubicBezTo>
                    <a:pt x="2188" y="12709"/>
                    <a:pt x="2182" y="13111"/>
                    <a:pt x="2307" y="13655"/>
                  </a:cubicBezTo>
                  <a:cubicBezTo>
                    <a:pt x="2435" y="14213"/>
                    <a:pt x="2557" y="14382"/>
                    <a:pt x="3086" y="14755"/>
                  </a:cubicBezTo>
                  <a:cubicBezTo>
                    <a:pt x="3522" y="15062"/>
                    <a:pt x="3544" y="15067"/>
                    <a:pt x="4137" y="15073"/>
                  </a:cubicBezTo>
                  <a:cubicBezTo>
                    <a:pt x="4724" y="15080"/>
                    <a:pt x="4769" y="15092"/>
                    <a:pt x="5455" y="15457"/>
                  </a:cubicBezTo>
                  <a:cubicBezTo>
                    <a:pt x="5987" y="15741"/>
                    <a:pt x="6245" y="15835"/>
                    <a:pt x="6475" y="15835"/>
                  </a:cubicBezTo>
                  <a:cubicBezTo>
                    <a:pt x="6748" y="15835"/>
                    <a:pt x="6937" y="15947"/>
                    <a:pt x="8261" y="16843"/>
                  </a:cubicBezTo>
                  <a:cubicBezTo>
                    <a:pt x="10471" y="18338"/>
                    <a:pt x="11126" y="18639"/>
                    <a:pt x="11618" y="18378"/>
                  </a:cubicBezTo>
                  <a:cubicBezTo>
                    <a:pt x="11839" y="18261"/>
                    <a:pt x="11849" y="18259"/>
                    <a:pt x="12385" y="18593"/>
                  </a:cubicBezTo>
                  <a:cubicBezTo>
                    <a:pt x="12692" y="18784"/>
                    <a:pt x="12975" y="18910"/>
                    <a:pt x="13037" y="18885"/>
                  </a:cubicBezTo>
                  <a:cubicBezTo>
                    <a:pt x="13098" y="18861"/>
                    <a:pt x="13303" y="18955"/>
                    <a:pt x="13512" y="19100"/>
                  </a:cubicBezTo>
                  <a:cubicBezTo>
                    <a:pt x="13716" y="19241"/>
                    <a:pt x="13935" y="19360"/>
                    <a:pt x="14000" y="19360"/>
                  </a:cubicBezTo>
                  <a:cubicBezTo>
                    <a:pt x="14064" y="19360"/>
                    <a:pt x="14161" y="19410"/>
                    <a:pt x="14215" y="19477"/>
                  </a:cubicBezTo>
                  <a:cubicBezTo>
                    <a:pt x="14269" y="19544"/>
                    <a:pt x="14455" y="19666"/>
                    <a:pt x="14627" y="19744"/>
                  </a:cubicBezTo>
                  <a:cubicBezTo>
                    <a:pt x="14938" y="19886"/>
                    <a:pt x="14938" y="19885"/>
                    <a:pt x="15140" y="19731"/>
                  </a:cubicBezTo>
                  <a:lnTo>
                    <a:pt x="15343" y="19575"/>
                  </a:lnTo>
                  <a:lnTo>
                    <a:pt x="15666" y="19776"/>
                  </a:lnTo>
                  <a:cubicBezTo>
                    <a:pt x="15977" y="19970"/>
                    <a:pt x="15989" y="19991"/>
                    <a:pt x="15989" y="20323"/>
                  </a:cubicBezTo>
                  <a:cubicBezTo>
                    <a:pt x="15989" y="20711"/>
                    <a:pt x="16111" y="20876"/>
                    <a:pt x="16553" y="21084"/>
                  </a:cubicBezTo>
                  <a:cubicBezTo>
                    <a:pt x="16694" y="21151"/>
                    <a:pt x="16910" y="21256"/>
                    <a:pt x="17028" y="21318"/>
                  </a:cubicBezTo>
                  <a:cubicBezTo>
                    <a:pt x="17145" y="21380"/>
                    <a:pt x="17383" y="21458"/>
                    <a:pt x="17560" y="21487"/>
                  </a:cubicBezTo>
                  <a:cubicBezTo>
                    <a:pt x="18163" y="21586"/>
                    <a:pt x="18325" y="21563"/>
                    <a:pt x="18548" y="21370"/>
                  </a:cubicBezTo>
                  <a:cubicBezTo>
                    <a:pt x="18836" y="21121"/>
                    <a:pt x="20090" y="19200"/>
                    <a:pt x="20556" y="18293"/>
                  </a:cubicBezTo>
                  <a:cubicBezTo>
                    <a:pt x="21458" y="16536"/>
                    <a:pt x="21586" y="15911"/>
                    <a:pt x="21189" y="15256"/>
                  </a:cubicBezTo>
                  <a:cubicBezTo>
                    <a:pt x="21066" y="15051"/>
                    <a:pt x="20924" y="14885"/>
                    <a:pt x="20872" y="14885"/>
                  </a:cubicBezTo>
                  <a:cubicBezTo>
                    <a:pt x="20821" y="14885"/>
                    <a:pt x="20672" y="14792"/>
                    <a:pt x="20543" y="14677"/>
                  </a:cubicBezTo>
                  <a:cubicBezTo>
                    <a:pt x="20275" y="14436"/>
                    <a:pt x="19791" y="14150"/>
                    <a:pt x="19644" y="14150"/>
                  </a:cubicBezTo>
                  <a:cubicBezTo>
                    <a:pt x="19589" y="14150"/>
                    <a:pt x="19438" y="14217"/>
                    <a:pt x="19308" y="14299"/>
                  </a:cubicBezTo>
                  <a:lnTo>
                    <a:pt x="19067" y="14449"/>
                  </a:lnTo>
                  <a:lnTo>
                    <a:pt x="18776" y="14254"/>
                  </a:lnTo>
                  <a:cubicBezTo>
                    <a:pt x="18553" y="14102"/>
                    <a:pt x="18491" y="14014"/>
                    <a:pt x="18491" y="13857"/>
                  </a:cubicBezTo>
                  <a:cubicBezTo>
                    <a:pt x="18491" y="13547"/>
                    <a:pt x="18425" y="13426"/>
                    <a:pt x="18180" y="13298"/>
                  </a:cubicBezTo>
                  <a:cubicBezTo>
                    <a:pt x="17677" y="13035"/>
                    <a:pt x="16784" y="12384"/>
                    <a:pt x="16743" y="12250"/>
                  </a:cubicBezTo>
                  <a:cubicBezTo>
                    <a:pt x="16718" y="12172"/>
                    <a:pt x="16466" y="11976"/>
                    <a:pt x="16179" y="11814"/>
                  </a:cubicBezTo>
                  <a:cubicBezTo>
                    <a:pt x="15680" y="11534"/>
                    <a:pt x="15653" y="11508"/>
                    <a:pt x="15615" y="11216"/>
                  </a:cubicBezTo>
                  <a:cubicBezTo>
                    <a:pt x="15546" y="10687"/>
                    <a:pt x="15280" y="10444"/>
                    <a:pt x="13898" y="9655"/>
                  </a:cubicBezTo>
                  <a:cubicBezTo>
                    <a:pt x="12701" y="8971"/>
                    <a:pt x="12642" y="8927"/>
                    <a:pt x="12720" y="8777"/>
                  </a:cubicBezTo>
                  <a:cubicBezTo>
                    <a:pt x="12766" y="8690"/>
                    <a:pt x="12827" y="8325"/>
                    <a:pt x="12860" y="7964"/>
                  </a:cubicBezTo>
                  <a:cubicBezTo>
                    <a:pt x="12916" y="7336"/>
                    <a:pt x="12933" y="7291"/>
                    <a:pt x="13195" y="7007"/>
                  </a:cubicBezTo>
                  <a:cubicBezTo>
                    <a:pt x="14112" y="6017"/>
                    <a:pt x="16103" y="3342"/>
                    <a:pt x="16324" y="2805"/>
                  </a:cubicBezTo>
                  <a:cubicBezTo>
                    <a:pt x="16378" y="2676"/>
                    <a:pt x="16460" y="2256"/>
                    <a:pt x="16508" y="1868"/>
                  </a:cubicBezTo>
                  <a:cubicBezTo>
                    <a:pt x="16627" y="899"/>
                    <a:pt x="16615" y="884"/>
                    <a:pt x="15501" y="392"/>
                  </a:cubicBezTo>
                  <a:cubicBezTo>
                    <a:pt x="14891" y="122"/>
                    <a:pt x="14561" y="-14"/>
                    <a:pt x="14247" y="2"/>
                  </a:cubicBezTo>
                  <a:close/>
                </a:path>
              </a:pathLst>
            </a:custGeom>
            <a:ln w="12700">
              <a:miter lim="400000"/>
            </a:ln>
          </p:spPr>
        </p:pic>
        <p:pic>
          <p:nvPicPr>
            <p:cNvPr id="92" name="붙여넣은 동영상.png" descr="붙여넣은 동영상.png">
              <a:extLst>
                <a:ext uri="{FF2B5EF4-FFF2-40B4-BE49-F238E27FC236}">
                  <a16:creationId xmlns:a16="http://schemas.microsoft.com/office/drawing/2014/main" id="{23F0D8B9-1677-B669-FD0C-CBDA28E1F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0310792">
              <a:off x="7806216" y="4108132"/>
              <a:ext cx="646442" cy="588263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9E4DED7D-FA99-75DD-9D70-B1A3A52EF94D}"/>
                </a:ext>
              </a:extLst>
            </p:cNvPr>
            <p:cNvSpPr/>
            <p:nvPr/>
          </p:nvSpPr>
          <p:spPr>
            <a:xfrm rot="10800000">
              <a:off x="8984182" y="4293074"/>
              <a:ext cx="204057" cy="176528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50"/>
            </a:p>
          </p:txBody>
        </p:sp>
        <p:pic>
          <p:nvPicPr>
            <p:cNvPr id="107" name="Picture 4" descr="공업용 호스밴드]규격 40A - 황소밴드">
              <a:extLst>
                <a:ext uri="{FF2B5EF4-FFF2-40B4-BE49-F238E27FC236}">
                  <a16:creationId xmlns:a16="http://schemas.microsoft.com/office/drawing/2014/main" id="{3DF3794A-9439-4FEC-724B-C667F28118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88889" y1="59556" x2="89778" y2="58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8800748" y="4200950"/>
              <a:ext cx="356898" cy="356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8" name="Picture 4" descr="공업용 호스밴드]규격 40A - 황소밴드">
              <a:extLst>
                <a:ext uri="{FF2B5EF4-FFF2-40B4-BE49-F238E27FC236}">
                  <a16:creationId xmlns:a16="http://schemas.microsoft.com/office/drawing/2014/main" id="{59AA1DC0-0B14-8811-40A1-A30E9A2B5E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BEBA8EAE-BF5A-486C-A8C5-ECC9F3942E4B}">
                  <a14:imgProps xmlns:a14="http://schemas.microsoft.com/office/drawing/2010/main">
                    <a14:imgLayer r:embed="rId17">
                      <a14:imgEffect>
                        <a14:backgroundRemoval t="10000" b="90000" l="10000" r="90000">
                          <a14:foregroundMark x1="88889" y1="59556" x2="89778" y2="58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6200000">
              <a:off x="8882562" y="4200950"/>
              <a:ext cx="356898" cy="356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1" name="Picture 4" descr="공업용 호스밴드]규격 40A - 황소밴드">
              <a:extLst>
                <a:ext uri="{FF2B5EF4-FFF2-40B4-BE49-F238E27FC236}">
                  <a16:creationId xmlns:a16="http://schemas.microsoft.com/office/drawing/2014/main" id="{724DB95F-8D7F-0DE5-F5DA-6D02E24EA0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foregroundMark x1="88889" y1="59556" x2="89778" y2="58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1512" y="5064122"/>
              <a:ext cx="413172" cy="413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" name="Picture 4" descr="공업용 호스밴드]규격 40A - 황소밴드">
              <a:extLst>
                <a:ext uri="{FF2B5EF4-FFF2-40B4-BE49-F238E27FC236}">
                  <a16:creationId xmlns:a16="http://schemas.microsoft.com/office/drawing/2014/main" id="{C13920BD-1D24-8811-1271-2791719D40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10000" b="90000" l="10000" r="90000">
                          <a14:foregroundMark x1="88889" y1="59556" x2="89778" y2="5866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1512" y="5154890"/>
              <a:ext cx="413172" cy="413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2E9494A1-EE36-DD06-701A-593F8537946A}"/>
                </a:ext>
              </a:extLst>
            </p:cNvPr>
            <p:cNvSpPr/>
            <p:nvPr/>
          </p:nvSpPr>
          <p:spPr>
            <a:xfrm rot="5400000">
              <a:off x="7952273" y="5365137"/>
              <a:ext cx="252307" cy="18702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50"/>
            </a:p>
          </p:txBody>
        </p:sp>
        <p:pic>
          <p:nvPicPr>
            <p:cNvPr id="104" name="붙여넣은 동영상.png" descr="붙여넣은 동영상.png">
              <a:extLst>
                <a:ext uri="{FF2B5EF4-FFF2-40B4-BE49-F238E27FC236}">
                  <a16:creationId xmlns:a16="http://schemas.microsoft.com/office/drawing/2014/main" id="{611EB88B-CCBD-C224-19F3-99C24849C7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9" r="68" b="56"/>
            <a:stretch>
              <a:fillRect/>
            </a:stretch>
          </p:blipFill>
          <p:spPr>
            <a:xfrm rot="12970390" flipH="1">
              <a:off x="7361370" y="4180874"/>
              <a:ext cx="410050" cy="4960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2" h="21544" extrusionOk="0">
                  <a:moveTo>
                    <a:pt x="14247" y="2"/>
                  </a:moveTo>
                  <a:cubicBezTo>
                    <a:pt x="13933" y="17"/>
                    <a:pt x="13638" y="182"/>
                    <a:pt x="13081" y="509"/>
                  </a:cubicBezTo>
                  <a:cubicBezTo>
                    <a:pt x="11113" y="1667"/>
                    <a:pt x="9561" y="2832"/>
                    <a:pt x="7494" y="4698"/>
                  </a:cubicBezTo>
                  <a:cubicBezTo>
                    <a:pt x="7200" y="4964"/>
                    <a:pt x="6779" y="5290"/>
                    <a:pt x="6563" y="5427"/>
                  </a:cubicBezTo>
                  <a:cubicBezTo>
                    <a:pt x="6347" y="5563"/>
                    <a:pt x="6019" y="5801"/>
                    <a:pt x="5829" y="5954"/>
                  </a:cubicBezTo>
                  <a:lnTo>
                    <a:pt x="5480" y="6227"/>
                  </a:lnTo>
                  <a:lnTo>
                    <a:pt x="5309" y="5973"/>
                  </a:lnTo>
                  <a:cubicBezTo>
                    <a:pt x="4788" y="5185"/>
                    <a:pt x="4674" y="5091"/>
                    <a:pt x="4112" y="4984"/>
                  </a:cubicBezTo>
                  <a:cubicBezTo>
                    <a:pt x="3723" y="4910"/>
                    <a:pt x="3317" y="4959"/>
                    <a:pt x="2883" y="5140"/>
                  </a:cubicBezTo>
                  <a:cubicBezTo>
                    <a:pt x="2770" y="5188"/>
                    <a:pt x="2492" y="5236"/>
                    <a:pt x="2269" y="5244"/>
                  </a:cubicBezTo>
                  <a:cubicBezTo>
                    <a:pt x="1980" y="5256"/>
                    <a:pt x="1774" y="5316"/>
                    <a:pt x="1547" y="5453"/>
                  </a:cubicBezTo>
                  <a:cubicBezTo>
                    <a:pt x="1117" y="5711"/>
                    <a:pt x="567" y="6356"/>
                    <a:pt x="273" y="6949"/>
                  </a:cubicBezTo>
                  <a:cubicBezTo>
                    <a:pt x="66" y="7369"/>
                    <a:pt x="29" y="7522"/>
                    <a:pt x="7" y="8081"/>
                  </a:cubicBezTo>
                  <a:cubicBezTo>
                    <a:pt x="-14" y="8634"/>
                    <a:pt x="6" y="8761"/>
                    <a:pt x="134" y="8985"/>
                  </a:cubicBezTo>
                  <a:cubicBezTo>
                    <a:pt x="216" y="9128"/>
                    <a:pt x="286" y="9355"/>
                    <a:pt x="286" y="9486"/>
                  </a:cubicBezTo>
                  <a:cubicBezTo>
                    <a:pt x="286" y="9617"/>
                    <a:pt x="350" y="9926"/>
                    <a:pt x="432" y="10175"/>
                  </a:cubicBezTo>
                  <a:cubicBezTo>
                    <a:pt x="546" y="10522"/>
                    <a:pt x="651" y="10687"/>
                    <a:pt x="869" y="10865"/>
                  </a:cubicBezTo>
                  <a:cubicBezTo>
                    <a:pt x="1141" y="11086"/>
                    <a:pt x="1904" y="11361"/>
                    <a:pt x="2262" y="11366"/>
                  </a:cubicBezTo>
                  <a:cubicBezTo>
                    <a:pt x="2351" y="11367"/>
                    <a:pt x="2427" y="11382"/>
                    <a:pt x="2427" y="11398"/>
                  </a:cubicBezTo>
                  <a:cubicBezTo>
                    <a:pt x="2427" y="11415"/>
                    <a:pt x="2378" y="11687"/>
                    <a:pt x="2319" y="12003"/>
                  </a:cubicBezTo>
                  <a:cubicBezTo>
                    <a:pt x="2188" y="12709"/>
                    <a:pt x="2182" y="13111"/>
                    <a:pt x="2307" y="13655"/>
                  </a:cubicBezTo>
                  <a:cubicBezTo>
                    <a:pt x="2435" y="14213"/>
                    <a:pt x="2557" y="14382"/>
                    <a:pt x="3086" y="14755"/>
                  </a:cubicBezTo>
                  <a:cubicBezTo>
                    <a:pt x="3522" y="15062"/>
                    <a:pt x="3544" y="15067"/>
                    <a:pt x="4137" y="15073"/>
                  </a:cubicBezTo>
                  <a:cubicBezTo>
                    <a:pt x="4724" y="15080"/>
                    <a:pt x="4769" y="15092"/>
                    <a:pt x="5455" y="15457"/>
                  </a:cubicBezTo>
                  <a:cubicBezTo>
                    <a:pt x="5987" y="15741"/>
                    <a:pt x="6245" y="15835"/>
                    <a:pt x="6475" y="15835"/>
                  </a:cubicBezTo>
                  <a:cubicBezTo>
                    <a:pt x="6748" y="15835"/>
                    <a:pt x="6937" y="15947"/>
                    <a:pt x="8261" y="16843"/>
                  </a:cubicBezTo>
                  <a:cubicBezTo>
                    <a:pt x="10471" y="18338"/>
                    <a:pt x="11126" y="18639"/>
                    <a:pt x="11618" y="18378"/>
                  </a:cubicBezTo>
                  <a:cubicBezTo>
                    <a:pt x="11839" y="18261"/>
                    <a:pt x="11849" y="18259"/>
                    <a:pt x="12385" y="18593"/>
                  </a:cubicBezTo>
                  <a:cubicBezTo>
                    <a:pt x="12692" y="18784"/>
                    <a:pt x="12975" y="18910"/>
                    <a:pt x="13037" y="18885"/>
                  </a:cubicBezTo>
                  <a:cubicBezTo>
                    <a:pt x="13098" y="18861"/>
                    <a:pt x="13303" y="18955"/>
                    <a:pt x="13512" y="19100"/>
                  </a:cubicBezTo>
                  <a:cubicBezTo>
                    <a:pt x="13716" y="19241"/>
                    <a:pt x="13935" y="19360"/>
                    <a:pt x="14000" y="19360"/>
                  </a:cubicBezTo>
                  <a:cubicBezTo>
                    <a:pt x="14064" y="19360"/>
                    <a:pt x="14161" y="19410"/>
                    <a:pt x="14215" y="19477"/>
                  </a:cubicBezTo>
                  <a:cubicBezTo>
                    <a:pt x="14269" y="19544"/>
                    <a:pt x="14455" y="19666"/>
                    <a:pt x="14627" y="19744"/>
                  </a:cubicBezTo>
                  <a:cubicBezTo>
                    <a:pt x="14938" y="19886"/>
                    <a:pt x="14938" y="19885"/>
                    <a:pt x="15140" y="19731"/>
                  </a:cubicBezTo>
                  <a:lnTo>
                    <a:pt x="15343" y="19575"/>
                  </a:lnTo>
                  <a:lnTo>
                    <a:pt x="15666" y="19776"/>
                  </a:lnTo>
                  <a:cubicBezTo>
                    <a:pt x="15977" y="19970"/>
                    <a:pt x="15989" y="19991"/>
                    <a:pt x="15989" y="20323"/>
                  </a:cubicBezTo>
                  <a:cubicBezTo>
                    <a:pt x="15989" y="20711"/>
                    <a:pt x="16111" y="20876"/>
                    <a:pt x="16553" y="21084"/>
                  </a:cubicBezTo>
                  <a:cubicBezTo>
                    <a:pt x="16694" y="21151"/>
                    <a:pt x="16910" y="21256"/>
                    <a:pt x="17028" y="21318"/>
                  </a:cubicBezTo>
                  <a:cubicBezTo>
                    <a:pt x="17145" y="21380"/>
                    <a:pt x="17383" y="21458"/>
                    <a:pt x="17560" y="21487"/>
                  </a:cubicBezTo>
                  <a:cubicBezTo>
                    <a:pt x="18163" y="21586"/>
                    <a:pt x="18325" y="21563"/>
                    <a:pt x="18548" y="21370"/>
                  </a:cubicBezTo>
                  <a:cubicBezTo>
                    <a:pt x="18836" y="21121"/>
                    <a:pt x="20090" y="19200"/>
                    <a:pt x="20556" y="18293"/>
                  </a:cubicBezTo>
                  <a:cubicBezTo>
                    <a:pt x="21458" y="16536"/>
                    <a:pt x="21586" y="15911"/>
                    <a:pt x="21189" y="15256"/>
                  </a:cubicBezTo>
                  <a:cubicBezTo>
                    <a:pt x="21066" y="15051"/>
                    <a:pt x="20924" y="14885"/>
                    <a:pt x="20872" y="14885"/>
                  </a:cubicBezTo>
                  <a:cubicBezTo>
                    <a:pt x="20821" y="14885"/>
                    <a:pt x="20672" y="14792"/>
                    <a:pt x="20543" y="14677"/>
                  </a:cubicBezTo>
                  <a:cubicBezTo>
                    <a:pt x="20275" y="14436"/>
                    <a:pt x="19791" y="14150"/>
                    <a:pt x="19644" y="14150"/>
                  </a:cubicBezTo>
                  <a:cubicBezTo>
                    <a:pt x="19589" y="14150"/>
                    <a:pt x="19438" y="14217"/>
                    <a:pt x="19308" y="14299"/>
                  </a:cubicBezTo>
                  <a:lnTo>
                    <a:pt x="19067" y="14449"/>
                  </a:lnTo>
                  <a:lnTo>
                    <a:pt x="18776" y="14254"/>
                  </a:lnTo>
                  <a:cubicBezTo>
                    <a:pt x="18553" y="14102"/>
                    <a:pt x="18491" y="14014"/>
                    <a:pt x="18491" y="13857"/>
                  </a:cubicBezTo>
                  <a:cubicBezTo>
                    <a:pt x="18491" y="13547"/>
                    <a:pt x="18425" y="13426"/>
                    <a:pt x="18180" y="13298"/>
                  </a:cubicBezTo>
                  <a:cubicBezTo>
                    <a:pt x="17677" y="13035"/>
                    <a:pt x="16784" y="12384"/>
                    <a:pt x="16743" y="12250"/>
                  </a:cubicBezTo>
                  <a:cubicBezTo>
                    <a:pt x="16718" y="12172"/>
                    <a:pt x="16466" y="11976"/>
                    <a:pt x="16179" y="11814"/>
                  </a:cubicBezTo>
                  <a:cubicBezTo>
                    <a:pt x="15680" y="11534"/>
                    <a:pt x="15653" y="11508"/>
                    <a:pt x="15615" y="11216"/>
                  </a:cubicBezTo>
                  <a:cubicBezTo>
                    <a:pt x="15546" y="10687"/>
                    <a:pt x="15280" y="10444"/>
                    <a:pt x="13898" y="9655"/>
                  </a:cubicBezTo>
                  <a:cubicBezTo>
                    <a:pt x="12701" y="8971"/>
                    <a:pt x="12642" y="8927"/>
                    <a:pt x="12720" y="8777"/>
                  </a:cubicBezTo>
                  <a:cubicBezTo>
                    <a:pt x="12766" y="8690"/>
                    <a:pt x="12827" y="8325"/>
                    <a:pt x="12860" y="7964"/>
                  </a:cubicBezTo>
                  <a:cubicBezTo>
                    <a:pt x="12916" y="7336"/>
                    <a:pt x="12933" y="7291"/>
                    <a:pt x="13195" y="7007"/>
                  </a:cubicBezTo>
                  <a:cubicBezTo>
                    <a:pt x="14112" y="6017"/>
                    <a:pt x="16103" y="3342"/>
                    <a:pt x="16324" y="2805"/>
                  </a:cubicBezTo>
                  <a:cubicBezTo>
                    <a:pt x="16378" y="2676"/>
                    <a:pt x="16460" y="2256"/>
                    <a:pt x="16508" y="1868"/>
                  </a:cubicBezTo>
                  <a:cubicBezTo>
                    <a:pt x="16627" y="899"/>
                    <a:pt x="16615" y="884"/>
                    <a:pt x="15501" y="392"/>
                  </a:cubicBezTo>
                  <a:cubicBezTo>
                    <a:pt x="14891" y="122"/>
                    <a:pt x="14561" y="-14"/>
                    <a:pt x="14247" y="2"/>
                  </a:cubicBezTo>
                  <a:close/>
                </a:path>
              </a:pathLst>
            </a:custGeom>
            <a:ln w="12700">
              <a:miter lim="400000"/>
            </a:ln>
          </p:spPr>
        </p:pic>
        <p:grpSp>
          <p:nvGrpSpPr>
            <p:cNvPr id="95" name="그룹 94">
              <a:extLst>
                <a:ext uri="{FF2B5EF4-FFF2-40B4-BE49-F238E27FC236}">
                  <a16:creationId xmlns:a16="http://schemas.microsoft.com/office/drawing/2014/main" id="{0F6EBDB7-6B59-A8A2-E15A-C01802416416}"/>
                </a:ext>
              </a:extLst>
            </p:cNvPr>
            <p:cNvGrpSpPr/>
            <p:nvPr/>
          </p:nvGrpSpPr>
          <p:grpSpPr>
            <a:xfrm rot="10800000" flipH="1">
              <a:off x="7065543" y="4200950"/>
              <a:ext cx="438712" cy="356898"/>
              <a:chOff x="9634500" y="1490038"/>
              <a:chExt cx="587828" cy="478206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2DBB7A13-6CDA-48DB-7A40-1E2BCB527EFD}"/>
                  </a:ext>
                </a:extLst>
              </p:cNvPr>
              <p:cNvSpPr/>
              <p:nvPr/>
            </p:nvSpPr>
            <p:spPr>
              <a:xfrm>
                <a:off x="9703130" y="1608278"/>
                <a:ext cx="273416" cy="236529"/>
              </a:xfrm>
              <a:prstGeom prst="rect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750"/>
              </a:p>
            </p:txBody>
          </p:sp>
          <p:grpSp>
            <p:nvGrpSpPr>
              <p:cNvPr id="97" name="그룹 96">
                <a:extLst>
                  <a:ext uri="{FF2B5EF4-FFF2-40B4-BE49-F238E27FC236}">
                    <a16:creationId xmlns:a16="http://schemas.microsoft.com/office/drawing/2014/main" id="{103EC1FD-2154-5B2D-EBBC-7A33C00F3841}"/>
                  </a:ext>
                </a:extLst>
              </p:cNvPr>
              <p:cNvGrpSpPr/>
              <p:nvPr/>
            </p:nvGrpSpPr>
            <p:grpSpPr>
              <a:xfrm rot="10800000">
                <a:off x="9634500" y="1490038"/>
                <a:ext cx="587828" cy="478206"/>
                <a:chOff x="1541238" y="4250833"/>
                <a:chExt cx="587828" cy="478206"/>
              </a:xfrm>
            </p:grpSpPr>
            <p:pic>
              <p:nvPicPr>
                <p:cNvPr id="98" name="Picture 4" descr="공업용 호스밴드]규격 40A - 황소밴드">
                  <a:extLst>
                    <a:ext uri="{FF2B5EF4-FFF2-40B4-BE49-F238E27FC236}">
                      <a16:creationId xmlns:a16="http://schemas.microsoft.com/office/drawing/2014/main" id="{8C1F355B-1AC0-2AC6-DD9D-4EA50FB54C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backgroundRemoval t="10000" b="90000" l="10000" r="90000">
                              <a14:foregroundMark x1="88889" y1="59556" x2="89778" y2="586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6200000">
                  <a:off x="1650860" y="4250833"/>
                  <a:ext cx="478206" cy="47820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99" name="Picture 4" descr="공업용 호스밴드]규격 40A - 황소밴드">
                  <a:extLst>
                    <a:ext uri="{FF2B5EF4-FFF2-40B4-BE49-F238E27FC236}">
                      <a16:creationId xmlns:a16="http://schemas.microsoft.com/office/drawing/2014/main" id="{1E7134E2-6B56-F585-18F8-42D3B594FAA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6" cstate="print">
                  <a:extLst>
                    <a:ext uri="{BEBA8EAE-BF5A-486C-A8C5-ECC9F3942E4B}">
                      <a14:imgProps xmlns:a14="http://schemas.microsoft.com/office/drawing/2010/main">
                        <a14:imgLayer r:embed="rId17">
                          <a14:imgEffect>
                            <a14:backgroundRemoval t="10000" b="90000" l="10000" r="90000">
                              <a14:foregroundMark x1="88889" y1="59556" x2="89778" y2="586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6200000">
                  <a:off x="1541238" y="4250833"/>
                  <a:ext cx="478206" cy="47820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  <p:pic>
          <p:nvPicPr>
            <p:cNvPr id="88" name="Picture 2" descr="오링 NBR G계열 전사이즈 오링 : 삼영고무패킹">
              <a:extLst>
                <a:ext uri="{FF2B5EF4-FFF2-40B4-BE49-F238E27FC236}">
                  <a16:creationId xmlns:a16="http://schemas.microsoft.com/office/drawing/2014/main" id="{96AC7594-E160-F100-487E-3A77A0875B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12" t="13457" r="18582" b="20031"/>
            <a:stretch>
              <a:fillRect/>
            </a:stretch>
          </p:blipFill>
          <p:spPr bwMode="auto">
            <a:xfrm>
              <a:off x="7827876" y="4278170"/>
              <a:ext cx="23135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 descr="오링 NBR G계열 전사이즈 오링 : 삼영고무패킹">
              <a:extLst>
                <a:ext uri="{FF2B5EF4-FFF2-40B4-BE49-F238E27FC236}">
                  <a16:creationId xmlns:a16="http://schemas.microsoft.com/office/drawing/2014/main" id="{8690C419-A44F-4BB3-5915-B292329C7B2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12" t="13457" r="18582" b="20031"/>
            <a:stretch>
              <a:fillRect/>
            </a:stretch>
          </p:blipFill>
          <p:spPr bwMode="auto">
            <a:xfrm>
              <a:off x="8484207" y="4278170"/>
              <a:ext cx="23135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2" descr="오링 NBR G계열 전사이즈 오링 : 삼영고무패킹">
              <a:extLst>
                <a:ext uri="{FF2B5EF4-FFF2-40B4-BE49-F238E27FC236}">
                  <a16:creationId xmlns:a16="http://schemas.microsoft.com/office/drawing/2014/main" id="{4137E5AF-A677-87CE-A7F6-292D31068E4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512" t="13457" r="18582" b="20031"/>
            <a:stretch>
              <a:fillRect/>
            </a:stretch>
          </p:blipFill>
          <p:spPr bwMode="auto">
            <a:xfrm rot="16200000">
              <a:off x="8056530" y="4597906"/>
              <a:ext cx="23135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BADDB677-8177-D33A-D6AF-380FF9E46343}"/>
                </a:ext>
              </a:extLst>
            </p:cNvPr>
            <p:cNvSpPr txBox="1"/>
            <p:nvPr/>
          </p:nvSpPr>
          <p:spPr>
            <a:xfrm>
              <a:off x="6704203" y="5584802"/>
              <a:ext cx="2519362" cy="554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800" b="1" dirty="0"/>
                <a:t>CCCT</a:t>
              </a:r>
              <a:r>
                <a:rPr lang="en-US" altLang="ko-KR" sz="800" dirty="0"/>
                <a:t>,(1EA) + </a:t>
              </a:r>
              <a:r>
                <a:rPr lang="en-US" altLang="ko-KR" sz="800" b="1" dirty="0"/>
                <a:t>WF4-2</a:t>
              </a:r>
              <a:r>
                <a:rPr lang="en-US" altLang="ko-KR" sz="800" dirty="0"/>
                <a:t>,(1EA) + </a:t>
              </a:r>
              <a:r>
                <a:rPr lang="en-US" altLang="ko-KR" sz="800" b="1" dirty="0"/>
                <a:t>E</a:t>
              </a:r>
              <a:r>
                <a:rPr lang="ko-KR" altLang="en-US" sz="800" b="1" dirty="0"/>
                <a:t>호스밸브</a:t>
              </a:r>
              <a:r>
                <a:rPr lang="en-US" altLang="ko-KR" sz="800" dirty="0"/>
                <a:t>,(2EA)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+ </a:t>
              </a:r>
              <a:r>
                <a:rPr lang="ko-KR" altLang="en-US" sz="800" b="1" dirty="0"/>
                <a:t>호스밴드</a:t>
              </a:r>
              <a:r>
                <a:rPr lang="en-US" altLang="ko-KR" sz="800" dirty="0"/>
                <a:t>,(6EA)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ko-KR" sz="800" dirty="0"/>
                <a:t> </a:t>
              </a:r>
              <a:endParaRPr lang="ko-KR" altLang="en-US" sz="800" dirty="0"/>
            </a:p>
          </p:txBody>
        </p:sp>
        <p:pic>
          <p:nvPicPr>
            <p:cNvPr id="109" name="그림 108">
              <a:extLst>
                <a:ext uri="{FF2B5EF4-FFF2-40B4-BE49-F238E27FC236}">
                  <a16:creationId xmlns:a16="http://schemas.microsoft.com/office/drawing/2014/main" id="{3E4823EA-D1DB-EA9D-B03D-C976CEE8B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8354" b="92875" l="9504" r="89256">
                          <a14:foregroundMark x1="16942" y1="14251" x2="42975" y2="8354"/>
                          <a14:foregroundMark x1="42975" y1="8354" x2="66116" y2="8354"/>
                          <a14:foregroundMark x1="66116" y1="8354" x2="76860" y2="12039"/>
                          <a14:foregroundMark x1="26033" y1="82310" x2="48760" y2="92875"/>
                          <a14:foregroundMark x1="48760" y1="92875" x2="68182" y2="87224"/>
                          <a14:foregroundMark x1="68182" y1="87224" x2="68182" y2="8697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948480" y="4820600"/>
              <a:ext cx="259891" cy="437089"/>
            </a:xfrm>
            <a:prstGeom prst="rect">
              <a:avLst/>
            </a:prstGeom>
          </p:spPr>
        </p:pic>
      </p:grpSp>
      <p:pic>
        <p:nvPicPr>
          <p:cNvPr id="113" name="붙여넣은 동영상.png" descr="붙여넣은 동영상.png">
            <a:extLst>
              <a:ext uri="{FF2B5EF4-FFF2-40B4-BE49-F238E27FC236}">
                <a16:creationId xmlns:a16="http://schemas.microsoft.com/office/drawing/2014/main" id="{A4A4E2A8-02C3-467B-6152-9125F1A4069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9" r="68" b="56"/>
          <a:stretch>
            <a:fillRect/>
          </a:stretch>
        </p:blipFill>
        <p:spPr>
          <a:xfrm rot="19435511">
            <a:off x="1655379" y="4073638"/>
            <a:ext cx="587346" cy="71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2" h="21544" extrusionOk="0">
                <a:moveTo>
                  <a:pt x="14247" y="2"/>
                </a:moveTo>
                <a:cubicBezTo>
                  <a:pt x="13933" y="17"/>
                  <a:pt x="13638" y="182"/>
                  <a:pt x="13081" y="509"/>
                </a:cubicBezTo>
                <a:cubicBezTo>
                  <a:pt x="11113" y="1667"/>
                  <a:pt x="9561" y="2832"/>
                  <a:pt x="7494" y="4698"/>
                </a:cubicBezTo>
                <a:cubicBezTo>
                  <a:pt x="7200" y="4964"/>
                  <a:pt x="6779" y="5290"/>
                  <a:pt x="6563" y="5427"/>
                </a:cubicBezTo>
                <a:cubicBezTo>
                  <a:pt x="6347" y="5563"/>
                  <a:pt x="6019" y="5801"/>
                  <a:pt x="5829" y="5954"/>
                </a:cubicBezTo>
                <a:lnTo>
                  <a:pt x="5480" y="6227"/>
                </a:lnTo>
                <a:lnTo>
                  <a:pt x="5309" y="5973"/>
                </a:lnTo>
                <a:cubicBezTo>
                  <a:pt x="4788" y="5185"/>
                  <a:pt x="4674" y="5091"/>
                  <a:pt x="4112" y="4984"/>
                </a:cubicBezTo>
                <a:cubicBezTo>
                  <a:pt x="3723" y="4910"/>
                  <a:pt x="3317" y="4959"/>
                  <a:pt x="2883" y="5140"/>
                </a:cubicBezTo>
                <a:cubicBezTo>
                  <a:pt x="2770" y="5188"/>
                  <a:pt x="2492" y="5236"/>
                  <a:pt x="2269" y="5244"/>
                </a:cubicBezTo>
                <a:cubicBezTo>
                  <a:pt x="1980" y="5256"/>
                  <a:pt x="1774" y="5316"/>
                  <a:pt x="1547" y="5453"/>
                </a:cubicBezTo>
                <a:cubicBezTo>
                  <a:pt x="1117" y="5711"/>
                  <a:pt x="567" y="6356"/>
                  <a:pt x="273" y="6949"/>
                </a:cubicBezTo>
                <a:cubicBezTo>
                  <a:pt x="66" y="7369"/>
                  <a:pt x="29" y="7522"/>
                  <a:pt x="7" y="8081"/>
                </a:cubicBezTo>
                <a:cubicBezTo>
                  <a:pt x="-14" y="8634"/>
                  <a:pt x="6" y="8761"/>
                  <a:pt x="134" y="8985"/>
                </a:cubicBezTo>
                <a:cubicBezTo>
                  <a:pt x="216" y="9128"/>
                  <a:pt x="286" y="9355"/>
                  <a:pt x="286" y="9486"/>
                </a:cubicBezTo>
                <a:cubicBezTo>
                  <a:pt x="286" y="9617"/>
                  <a:pt x="350" y="9926"/>
                  <a:pt x="432" y="10175"/>
                </a:cubicBezTo>
                <a:cubicBezTo>
                  <a:pt x="546" y="10522"/>
                  <a:pt x="651" y="10687"/>
                  <a:pt x="869" y="10865"/>
                </a:cubicBezTo>
                <a:cubicBezTo>
                  <a:pt x="1141" y="11086"/>
                  <a:pt x="1904" y="11361"/>
                  <a:pt x="2262" y="11366"/>
                </a:cubicBezTo>
                <a:cubicBezTo>
                  <a:pt x="2351" y="11367"/>
                  <a:pt x="2427" y="11382"/>
                  <a:pt x="2427" y="11398"/>
                </a:cubicBezTo>
                <a:cubicBezTo>
                  <a:pt x="2427" y="11415"/>
                  <a:pt x="2378" y="11687"/>
                  <a:pt x="2319" y="12003"/>
                </a:cubicBezTo>
                <a:cubicBezTo>
                  <a:pt x="2188" y="12709"/>
                  <a:pt x="2182" y="13111"/>
                  <a:pt x="2307" y="13655"/>
                </a:cubicBezTo>
                <a:cubicBezTo>
                  <a:pt x="2435" y="14213"/>
                  <a:pt x="2557" y="14382"/>
                  <a:pt x="3086" y="14755"/>
                </a:cubicBezTo>
                <a:cubicBezTo>
                  <a:pt x="3522" y="15062"/>
                  <a:pt x="3544" y="15067"/>
                  <a:pt x="4137" y="15073"/>
                </a:cubicBezTo>
                <a:cubicBezTo>
                  <a:pt x="4724" y="15080"/>
                  <a:pt x="4769" y="15092"/>
                  <a:pt x="5455" y="15457"/>
                </a:cubicBezTo>
                <a:cubicBezTo>
                  <a:pt x="5987" y="15741"/>
                  <a:pt x="6245" y="15835"/>
                  <a:pt x="6475" y="15835"/>
                </a:cubicBezTo>
                <a:cubicBezTo>
                  <a:pt x="6748" y="15835"/>
                  <a:pt x="6937" y="15947"/>
                  <a:pt x="8261" y="16843"/>
                </a:cubicBezTo>
                <a:cubicBezTo>
                  <a:pt x="10471" y="18338"/>
                  <a:pt x="11126" y="18639"/>
                  <a:pt x="11618" y="18378"/>
                </a:cubicBezTo>
                <a:cubicBezTo>
                  <a:pt x="11839" y="18261"/>
                  <a:pt x="11849" y="18259"/>
                  <a:pt x="12385" y="18593"/>
                </a:cubicBezTo>
                <a:cubicBezTo>
                  <a:pt x="12692" y="18784"/>
                  <a:pt x="12975" y="18910"/>
                  <a:pt x="13037" y="18885"/>
                </a:cubicBezTo>
                <a:cubicBezTo>
                  <a:pt x="13098" y="18861"/>
                  <a:pt x="13303" y="18955"/>
                  <a:pt x="13512" y="19100"/>
                </a:cubicBezTo>
                <a:cubicBezTo>
                  <a:pt x="13716" y="19241"/>
                  <a:pt x="13935" y="19360"/>
                  <a:pt x="14000" y="19360"/>
                </a:cubicBezTo>
                <a:cubicBezTo>
                  <a:pt x="14064" y="19360"/>
                  <a:pt x="14161" y="19410"/>
                  <a:pt x="14215" y="19477"/>
                </a:cubicBezTo>
                <a:cubicBezTo>
                  <a:pt x="14269" y="19544"/>
                  <a:pt x="14455" y="19666"/>
                  <a:pt x="14627" y="19744"/>
                </a:cubicBezTo>
                <a:cubicBezTo>
                  <a:pt x="14938" y="19886"/>
                  <a:pt x="14938" y="19885"/>
                  <a:pt x="15140" y="19731"/>
                </a:cubicBezTo>
                <a:lnTo>
                  <a:pt x="15343" y="19575"/>
                </a:lnTo>
                <a:lnTo>
                  <a:pt x="15666" y="19776"/>
                </a:lnTo>
                <a:cubicBezTo>
                  <a:pt x="15977" y="19970"/>
                  <a:pt x="15989" y="19991"/>
                  <a:pt x="15989" y="20323"/>
                </a:cubicBezTo>
                <a:cubicBezTo>
                  <a:pt x="15989" y="20711"/>
                  <a:pt x="16111" y="20876"/>
                  <a:pt x="16553" y="21084"/>
                </a:cubicBezTo>
                <a:cubicBezTo>
                  <a:pt x="16694" y="21151"/>
                  <a:pt x="16910" y="21256"/>
                  <a:pt x="17028" y="21318"/>
                </a:cubicBezTo>
                <a:cubicBezTo>
                  <a:pt x="17145" y="21380"/>
                  <a:pt x="17383" y="21458"/>
                  <a:pt x="17560" y="21487"/>
                </a:cubicBezTo>
                <a:cubicBezTo>
                  <a:pt x="18163" y="21586"/>
                  <a:pt x="18325" y="21563"/>
                  <a:pt x="18548" y="21370"/>
                </a:cubicBezTo>
                <a:cubicBezTo>
                  <a:pt x="18836" y="21121"/>
                  <a:pt x="20090" y="19200"/>
                  <a:pt x="20556" y="18293"/>
                </a:cubicBezTo>
                <a:cubicBezTo>
                  <a:pt x="21458" y="16536"/>
                  <a:pt x="21586" y="15911"/>
                  <a:pt x="21189" y="15256"/>
                </a:cubicBezTo>
                <a:cubicBezTo>
                  <a:pt x="21066" y="15051"/>
                  <a:pt x="20924" y="14885"/>
                  <a:pt x="20872" y="14885"/>
                </a:cubicBezTo>
                <a:cubicBezTo>
                  <a:pt x="20821" y="14885"/>
                  <a:pt x="20672" y="14792"/>
                  <a:pt x="20543" y="14677"/>
                </a:cubicBezTo>
                <a:cubicBezTo>
                  <a:pt x="20275" y="14436"/>
                  <a:pt x="19791" y="14150"/>
                  <a:pt x="19644" y="14150"/>
                </a:cubicBezTo>
                <a:cubicBezTo>
                  <a:pt x="19589" y="14150"/>
                  <a:pt x="19438" y="14217"/>
                  <a:pt x="19308" y="14299"/>
                </a:cubicBezTo>
                <a:lnTo>
                  <a:pt x="19067" y="14449"/>
                </a:lnTo>
                <a:lnTo>
                  <a:pt x="18776" y="14254"/>
                </a:lnTo>
                <a:cubicBezTo>
                  <a:pt x="18553" y="14102"/>
                  <a:pt x="18491" y="14014"/>
                  <a:pt x="18491" y="13857"/>
                </a:cubicBezTo>
                <a:cubicBezTo>
                  <a:pt x="18491" y="13547"/>
                  <a:pt x="18425" y="13426"/>
                  <a:pt x="18180" y="13298"/>
                </a:cubicBezTo>
                <a:cubicBezTo>
                  <a:pt x="17677" y="13035"/>
                  <a:pt x="16784" y="12384"/>
                  <a:pt x="16743" y="12250"/>
                </a:cubicBezTo>
                <a:cubicBezTo>
                  <a:pt x="16718" y="12172"/>
                  <a:pt x="16466" y="11976"/>
                  <a:pt x="16179" y="11814"/>
                </a:cubicBezTo>
                <a:cubicBezTo>
                  <a:pt x="15680" y="11534"/>
                  <a:pt x="15653" y="11508"/>
                  <a:pt x="15615" y="11216"/>
                </a:cubicBezTo>
                <a:cubicBezTo>
                  <a:pt x="15546" y="10687"/>
                  <a:pt x="15280" y="10444"/>
                  <a:pt x="13898" y="9655"/>
                </a:cubicBezTo>
                <a:cubicBezTo>
                  <a:pt x="12701" y="8971"/>
                  <a:pt x="12642" y="8927"/>
                  <a:pt x="12720" y="8777"/>
                </a:cubicBezTo>
                <a:cubicBezTo>
                  <a:pt x="12766" y="8690"/>
                  <a:pt x="12827" y="8325"/>
                  <a:pt x="12860" y="7964"/>
                </a:cubicBezTo>
                <a:cubicBezTo>
                  <a:pt x="12916" y="7336"/>
                  <a:pt x="12933" y="7291"/>
                  <a:pt x="13195" y="7007"/>
                </a:cubicBezTo>
                <a:cubicBezTo>
                  <a:pt x="14112" y="6017"/>
                  <a:pt x="16103" y="3342"/>
                  <a:pt x="16324" y="2805"/>
                </a:cubicBezTo>
                <a:cubicBezTo>
                  <a:pt x="16378" y="2676"/>
                  <a:pt x="16460" y="2256"/>
                  <a:pt x="16508" y="1868"/>
                </a:cubicBezTo>
                <a:cubicBezTo>
                  <a:pt x="16627" y="899"/>
                  <a:pt x="16615" y="884"/>
                  <a:pt x="15501" y="392"/>
                </a:cubicBezTo>
                <a:cubicBezTo>
                  <a:pt x="14891" y="122"/>
                  <a:pt x="14561" y="-14"/>
                  <a:pt x="14247" y="2"/>
                </a:cubicBezTo>
                <a:close/>
              </a:path>
            </a:pathLst>
          </a:custGeom>
          <a:ln w="12700">
            <a:miter lim="400000"/>
          </a:ln>
        </p:spPr>
      </p:pic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1CB6E13A-3199-72E1-5D86-A21AD4EA2964}"/>
              </a:ext>
            </a:extLst>
          </p:cNvPr>
          <p:cNvGrpSpPr/>
          <p:nvPr/>
        </p:nvGrpSpPr>
        <p:grpSpPr>
          <a:xfrm>
            <a:off x="5602780" y="3969338"/>
            <a:ext cx="2946900" cy="2160000"/>
            <a:chOff x="4476838" y="1269000"/>
            <a:chExt cx="2946900" cy="2160000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663B3699-2CB4-AF3D-3432-25AE785ED9AF}"/>
                </a:ext>
              </a:extLst>
            </p:cNvPr>
            <p:cNvGrpSpPr/>
            <p:nvPr/>
          </p:nvGrpSpPr>
          <p:grpSpPr>
            <a:xfrm>
              <a:off x="4476838" y="1269000"/>
              <a:ext cx="2946900" cy="2160000"/>
              <a:chOff x="695325" y="1269000"/>
              <a:chExt cx="2946900" cy="2160000"/>
            </a:xfrm>
          </p:grpSpPr>
          <p:sp>
            <p:nvSpPr>
              <p:cNvPr id="1024" name="사각형: 둥근 모서리 1023">
                <a:extLst>
                  <a:ext uri="{FF2B5EF4-FFF2-40B4-BE49-F238E27FC236}">
                    <a16:creationId xmlns:a16="http://schemas.microsoft.com/office/drawing/2014/main" id="{6A1B9A51-87BE-9E1E-DD1F-36A708C1BA40}"/>
                  </a:ext>
                </a:extLst>
              </p:cNvPr>
              <p:cNvSpPr/>
              <p:nvPr/>
            </p:nvSpPr>
            <p:spPr>
              <a:xfrm>
                <a:off x="695325" y="1269000"/>
                <a:ext cx="2946900" cy="2160000"/>
              </a:xfrm>
              <a:prstGeom prst="roundRect">
                <a:avLst>
                  <a:gd name="adj" fmla="val 93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sx="99000" sy="99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5" name="타원 1024">
                <a:extLst>
                  <a:ext uri="{FF2B5EF4-FFF2-40B4-BE49-F238E27FC236}">
                    <a16:creationId xmlns:a16="http://schemas.microsoft.com/office/drawing/2014/main" id="{E72B29CB-B81C-36DD-DDFA-6EFC4404B35E}"/>
                  </a:ext>
                </a:extLst>
              </p:cNvPr>
              <p:cNvSpPr/>
              <p:nvPr/>
            </p:nvSpPr>
            <p:spPr>
              <a:xfrm>
                <a:off x="867954" y="1449388"/>
                <a:ext cx="375468" cy="375468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페이퍼로지 5 Medium" pitchFamily="2" charset="-127"/>
                    <a:ea typeface="페이퍼로지 5 Medium" pitchFamily="2" charset="-127"/>
                  </a:rPr>
                  <a:t>d</a:t>
                </a:r>
                <a:endParaRPr lang="ko-KR" altLang="en-US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27DEC395-3ACC-06DE-415D-20B02AEAEFBA}"/>
                </a:ext>
              </a:extLst>
            </p:cNvPr>
            <p:cNvGrpSpPr/>
            <p:nvPr/>
          </p:nvGrpSpPr>
          <p:grpSpPr>
            <a:xfrm>
              <a:off x="4844327" y="1824569"/>
              <a:ext cx="2512148" cy="782402"/>
              <a:chOff x="4887283" y="1824569"/>
              <a:chExt cx="2512148" cy="782402"/>
            </a:xfrm>
          </p:grpSpPr>
          <p:pic>
            <p:nvPicPr>
              <p:cNvPr id="118" name="붙여넣은 동영상.png" descr="붙여넣은 동영상.png">
                <a:extLst>
                  <a:ext uri="{FF2B5EF4-FFF2-40B4-BE49-F238E27FC236}">
                    <a16:creationId xmlns:a16="http://schemas.microsoft.com/office/drawing/2014/main" id="{195F3AC4-727A-C64F-7456-45C196ACE97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9" r="68" b="56"/>
              <a:stretch>
                <a:fillRect/>
              </a:stretch>
            </p:blipFill>
            <p:spPr>
              <a:xfrm rot="2164489" flipH="1">
                <a:off x="6093553" y="1824569"/>
                <a:ext cx="508132" cy="61468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2" h="21544" extrusionOk="0">
                    <a:moveTo>
                      <a:pt x="14247" y="2"/>
                    </a:moveTo>
                    <a:cubicBezTo>
                      <a:pt x="13933" y="17"/>
                      <a:pt x="13638" y="182"/>
                      <a:pt x="13081" y="509"/>
                    </a:cubicBezTo>
                    <a:cubicBezTo>
                      <a:pt x="11113" y="1667"/>
                      <a:pt x="9561" y="2832"/>
                      <a:pt x="7494" y="4698"/>
                    </a:cubicBezTo>
                    <a:cubicBezTo>
                      <a:pt x="7200" y="4964"/>
                      <a:pt x="6779" y="5290"/>
                      <a:pt x="6563" y="5427"/>
                    </a:cubicBezTo>
                    <a:cubicBezTo>
                      <a:pt x="6347" y="5563"/>
                      <a:pt x="6019" y="5801"/>
                      <a:pt x="5829" y="5954"/>
                    </a:cubicBezTo>
                    <a:lnTo>
                      <a:pt x="5480" y="6227"/>
                    </a:lnTo>
                    <a:lnTo>
                      <a:pt x="5309" y="5973"/>
                    </a:lnTo>
                    <a:cubicBezTo>
                      <a:pt x="4788" y="5185"/>
                      <a:pt x="4674" y="5091"/>
                      <a:pt x="4112" y="4984"/>
                    </a:cubicBezTo>
                    <a:cubicBezTo>
                      <a:pt x="3723" y="4910"/>
                      <a:pt x="3317" y="4959"/>
                      <a:pt x="2883" y="5140"/>
                    </a:cubicBezTo>
                    <a:cubicBezTo>
                      <a:pt x="2770" y="5188"/>
                      <a:pt x="2492" y="5236"/>
                      <a:pt x="2269" y="5244"/>
                    </a:cubicBezTo>
                    <a:cubicBezTo>
                      <a:pt x="1980" y="5256"/>
                      <a:pt x="1774" y="5316"/>
                      <a:pt x="1547" y="5453"/>
                    </a:cubicBezTo>
                    <a:cubicBezTo>
                      <a:pt x="1117" y="5711"/>
                      <a:pt x="567" y="6356"/>
                      <a:pt x="273" y="6949"/>
                    </a:cubicBezTo>
                    <a:cubicBezTo>
                      <a:pt x="66" y="7369"/>
                      <a:pt x="29" y="7522"/>
                      <a:pt x="7" y="8081"/>
                    </a:cubicBezTo>
                    <a:cubicBezTo>
                      <a:pt x="-14" y="8634"/>
                      <a:pt x="6" y="8761"/>
                      <a:pt x="134" y="8985"/>
                    </a:cubicBezTo>
                    <a:cubicBezTo>
                      <a:pt x="216" y="9128"/>
                      <a:pt x="286" y="9355"/>
                      <a:pt x="286" y="9486"/>
                    </a:cubicBezTo>
                    <a:cubicBezTo>
                      <a:pt x="286" y="9617"/>
                      <a:pt x="350" y="9926"/>
                      <a:pt x="432" y="10175"/>
                    </a:cubicBezTo>
                    <a:cubicBezTo>
                      <a:pt x="546" y="10522"/>
                      <a:pt x="651" y="10687"/>
                      <a:pt x="869" y="10865"/>
                    </a:cubicBezTo>
                    <a:cubicBezTo>
                      <a:pt x="1141" y="11086"/>
                      <a:pt x="1904" y="11361"/>
                      <a:pt x="2262" y="11366"/>
                    </a:cubicBezTo>
                    <a:cubicBezTo>
                      <a:pt x="2351" y="11367"/>
                      <a:pt x="2427" y="11382"/>
                      <a:pt x="2427" y="11398"/>
                    </a:cubicBezTo>
                    <a:cubicBezTo>
                      <a:pt x="2427" y="11415"/>
                      <a:pt x="2378" y="11687"/>
                      <a:pt x="2319" y="12003"/>
                    </a:cubicBezTo>
                    <a:cubicBezTo>
                      <a:pt x="2188" y="12709"/>
                      <a:pt x="2182" y="13111"/>
                      <a:pt x="2307" y="13655"/>
                    </a:cubicBezTo>
                    <a:cubicBezTo>
                      <a:pt x="2435" y="14213"/>
                      <a:pt x="2557" y="14382"/>
                      <a:pt x="3086" y="14755"/>
                    </a:cubicBezTo>
                    <a:cubicBezTo>
                      <a:pt x="3522" y="15062"/>
                      <a:pt x="3544" y="15067"/>
                      <a:pt x="4137" y="15073"/>
                    </a:cubicBezTo>
                    <a:cubicBezTo>
                      <a:pt x="4724" y="15080"/>
                      <a:pt x="4769" y="15092"/>
                      <a:pt x="5455" y="15457"/>
                    </a:cubicBezTo>
                    <a:cubicBezTo>
                      <a:pt x="5987" y="15741"/>
                      <a:pt x="6245" y="15835"/>
                      <a:pt x="6475" y="15835"/>
                    </a:cubicBezTo>
                    <a:cubicBezTo>
                      <a:pt x="6748" y="15835"/>
                      <a:pt x="6937" y="15947"/>
                      <a:pt x="8261" y="16843"/>
                    </a:cubicBezTo>
                    <a:cubicBezTo>
                      <a:pt x="10471" y="18338"/>
                      <a:pt x="11126" y="18639"/>
                      <a:pt x="11618" y="18378"/>
                    </a:cubicBezTo>
                    <a:cubicBezTo>
                      <a:pt x="11839" y="18261"/>
                      <a:pt x="11849" y="18259"/>
                      <a:pt x="12385" y="18593"/>
                    </a:cubicBezTo>
                    <a:cubicBezTo>
                      <a:pt x="12692" y="18784"/>
                      <a:pt x="12975" y="18910"/>
                      <a:pt x="13037" y="18885"/>
                    </a:cubicBezTo>
                    <a:cubicBezTo>
                      <a:pt x="13098" y="18861"/>
                      <a:pt x="13303" y="18955"/>
                      <a:pt x="13512" y="19100"/>
                    </a:cubicBezTo>
                    <a:cubicBezTo>
                      <a:pt x="13716" y="19241"/>
                      <a:pt x="13935" y="19360"/>
                      <a:pt x="14000" y="19360"/>
                    </a:cubicBezTo>
                    <a:cubicBezTo>
                      <a:pt x="14064" y="19360"/>
                      <a:pt x="14161" y="19410"/>
                      <a:pt x="14215" y="19477"/>
                    </a:cubicBezTo>
                    <a:cubicBezTo>
                      <a:pt x="14269" y="19544"/>
                      <a:pt x="14455" y="19666"/>
                      <a:pt x="14627" y="19744"/>
                    </a:cubicBezTo>
                    <a:cubicBezTo>
                      <a:pt x="14938" y="19886"/>
                      <a:pt x="14938" y="19885"/>
                      <a:pt x="15140" y="19731"/>
                    </a:cubicBezTo>
                    <a:lnTo>
                      <a:pt x="15343" y="19575"/>
                    </a:lnTo>
                    <a:lnTo>
                      <a:pt x="15666" y="19776"/>
                    </a:lnTo>
                    <a:cubicBezTo>
                      <a:pt x="15977" y="19970"/>
                      <a:pt x="15989" y="19991"/>
                      <a:pt x="15989" y="20323"/>
                    </a:cubicBezTo>
                    <a:cubicBezTo>
                      <a:pt x="15989" y="20711"/>
                      <a:pt x="16111" y="20876"/>
                      <a:pt x="16553" y="21084"/>
                    </a:cubicBezTo>
                    <a:cubicBezTo>
                      <a:pt x="16694" y="21151"/>
                      <a:pt x="16910" y="21256"/>
                      <a:pt x="17028" y="21318"/>
                    </a:cubicBezTo>
                    <a:cubicBezTo>
                      <a:pt x="17145" y="21380"/>
                      <a:pt x="17383" y="21458"/>
                      <a:pt x="17560" y="21487"/>
                    </a:cubicBezTo>
                    <a:cubicBezTo>
                      <a:pt x="18163" y="21586"/>
                      <a:pt x="18325" y="21563"/>
                      <a:pt x="18548" y="21370"/>
                    </a:cubicBezTo>
                    <a:cubicBezTo>
                      <a:pt x="18836" y="21121"/>
                      <a:pt x="20090" y="19200"/>
                      <a:pt x="20556" y="18293"/>
                    </a:cubicBezTo>
                    <a:cubicBezTo>
                      <a:pt x="21458" y="16536"/>
                      <a:pt x="21586" y="15911"/>
                      <a:pt x="21189" y="15256"/>
                    </a:cubicBezTo>
                    <a:cubicBezTo>
                      <a:pt x="21066" y="15051"/>
                      <a:pt x="20924" y="14885"/>
                      <a:pt x="20872" y="14885"/>
                    </a:cubicBezTo>
                    <a:cubicBezTo>
                      <a:pt x="20821" y="14885"/>
                      <a:pt x="20672" y="14792"/>
                      <a:pt x="20543" y="14677"/>
                    </a:cubicBezTo>
                    <a:cubicBezTo>
                      <a:pt x="20275" y="14436"/>
                      <a:pt x="19791" y="14150"/>
                      <a:pt x="19644" y="14150"/>
                    </a:cubicBezTo>
                    <a:cubicBezTo>
                      <a:pt x="19589" y="14150"/>
                      <a:pt x="19438" y="14217"/>
                      <a:pt x="19308" y="14299"/>
                    </a:cubicBezTo>
                    <a:lnTo>
                      <a:pt x="19067" y="14449"/>
                    </a:lnTo>
                    <a:lnTo>
                      <a:pt x="18776" y="14254"/>
                    </a:lnTo>
                    <a:cubicBezTo>
                      <a:pt x="18553" y="14102"/>
                      <a:pt x="18491" y="14014"/>
                      <a:pt x="18491" y="13857"/>
                    </a:cubicBezTo>
                    <a:cubicBezTo>
                      <a:pt x="18491" y="13547"/>
                      <a:pt x="18425" y="13426"/>
                      <a:pt x="18180" y="13298"/>
                    </a:cubicBezTo>
                    <a:cubicBezTo>
                      <a:pt x="17677" y="13035"/>
                      <a:pt x="16784" y="12384"/>
                      <a:pt x="16743" y="12250"/>
                    </a:cubicBezTo>
                    <a:cubicBezTo>
                      <a:pt x="16718" y="12172"/>
                      <a:pt x="16466" y="11976"/>
                      <a:pt x="16179" y="11814"/>
                    </a:cubicBezTo>
                    <a:cubicBezTo>
                      <a:pt x="15680" y="11534"/>
                      <a:pt x="15653" y="11508"/>
                      <a:pt x="15615" y="11216"/>
                    </a:cubicBezTo>
                    <a:cubicBezTo>
                      <a:pt x="15546" y="10687"/>
                      <a:pt x="15280" y="10444"/>
                      <a:pt x="13898" y="9655"/>
                    </a:cubicBezTo>
                    <a:cubicBezTo>
                      <a:pt x="12701" y="8971"/>
                      <a:pt x="12642" y="8927"/>
                      <a:pt x="12720" y="8777"/>
                    </a:cubicBezTo>
                    <a:cubicBezTo>
                      <a:pt x="12766" y="8690"/>
                      <a:pt x="12827" y="8325"/>
                      <a:pt x="12860" y="7964"/>
                    </a:cubicBezTo>
                    <a:cubicBezTo>
                      <a:pt x="12916" y="7336"/>
                      <a:pt x="12933" y="7291"/>
                      <a:pt x="13195" y="7007"/>
                    </a:cubicBezTo>
                    <a:cubicBezTo>
                      <a:pt x="14112" y="6017"/>
                      <a:pt x="16103" y="3342"/>
                      <a:pt x="16324" y="2805"/>
                    </a:cubicBezTo>
                    <a:cubicBezTo>
                      <a:pt x="16378" y="2676"/>
                      <a:pt x="16460" y="2256"/>
                      <a:pt x="16508" y="1868"/>
                    </a:cubicBezTo>
                    <a:cubicBezTo>
                      <a:pt x="16627" y="899"/>
                      <a:pt x="16615" y="884"/>
                      <a:pt x="15501" y="392"/>
                    </a:cubicBezTo>
                    <a:cubicBezTo>
                      <a:pt x="14891" y="122"/>
                      <a:pt x="14561" y="-14"/>
                      <a:pt x="14247" y="2"/>
                    </a:cubicBezTo>
                    <a:close/>
                  </a:path>
                </a:pathLst>
              </a:custGeom>
              <a:ln w="12700">
                <a:miter lim="400000"/>
              </a:ln>
            </p:spPr>
          </p:pic>
          <p:grpSp>
            <p:nvGrpSpPr>
              <p:cNvPr id="119" name="그룹 118">
                <a:extLst>
                  <a:ext uri="{FF2B5EF4-FFF2-40B4-BE49-F238E27FC236}">
                    <a16:creationId xmlns:a16="http://schemas.microsoft.com/office/drawing/2014/main" id="{8A17F9EB-78E8-8429-8EE7-410832E79BE5}"/>
                  </a:ext>
                </a:extLst>
              </p:cNvPr>
              <p:cNvGrpSpPr/>
              <p:nvPr/>
            </p:nvGrpSpPr>
            <p:grpSpPr>
              <a:xfrm flipH="1">
                <a:off x="4887283" y="1824856"/>
                <a:ext cx="2512148" cy="782115"/>
                <a:chOff x="1236035" y="2100291"/>
                <a:chExt cx="2064361" cy="642704"/>
              </a:xfrm>
            </p:grpSpPr>
            <p:grpSp>
              <p:nvGrpSpPr>
                <p:cNvPr id="120" name="그룹 119">
                  <a:extLst>
                    <a:ext uri="{FF2B5EF4-FFF2-40B4-BE49-F238E27FC236}">
                      <a16:creationId xmlns:a16="http://schemas.microsoft.com/office/drawing/2014/main" id="{B0A02493-6199-ABFC-722F-3B8690585A6D}"/>
                    </a:ext>
                  </a:extLst>
                </p:cNvPr>
                <p:cNvGrpSpPr/>
                <p:nvPr/>
              </p:nvGrpSpPr>
              <p:grpSpPr>
                <a:xfrm>
                  <a:off x="2374911" y="2100291"/>
                  <a:ext cx="763917" cy="642704"/>
                  <a:chOff x="10162837" y="2944320"/>
                  <a:chExt cx="594204" cy="499920"/>
                </a:xfrm>
              </p:grpSpPr>
              <p:pic>
                <p:nvPicPr>
                  <p:cNvPr id="125" name="그림 124">
                    <a:extLst>
                      <a:ext uri="{FF2B5EF4-FFF2-40B4-BE49-F238E27FC236}">
                        <a16:creationId xmlns:a16="http://schemas.microsoft.com/office/drawing/2014/main" id="{925B44E3-5CC7-472D-5A34-5147227EB5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backgroundRemoval t="3261" b="94565" l="3226" r="92742">
                                <a14:foregroundMark x1="92742" y1="29348" x2="88710" y2="29348"/>
                                <a14:foregroundMark x1="63710" y1="9783" x2="37903" y2="9783"/>
                                <a14:foregroundMark x1="66935" y1="9783" x2="65323" y2="9783"/>
                                <a14:foregroundMark x1="55645" y1="3261" x2="33065" y2="7609"/>
                                <a14:foregroundMark x1="33065" y1="7609" x2="32258" y2="11957"/>
                                <a14:foregroundMark x1="11290" y1="28261" x2="4032" y2="33696"/>
                                <a14:foregroundMark x1="54032" y1="89130" x2="47581" y2="91304"/>
                                <a14:foregroundMark x1="58871" y1="3261" x2="49194" y2="3261"/>
                                <a14:foregroundMark x1="52419" y1="94565" x2="48387" y2="9456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16200000">
                    <a:off x="10098331" y="3008826"/>
                    <a:ext cx="499920" cy="370907"/>
                  </a:xfrm>
                  <a:prstGeom prst="rect">
                    <a:avLst/>
                  </a:prstGeom>
                </p:spPr>
              </p:pic>
              <p:pic>
                <p:nvPicPr>
                  <p:cNvPr id="126" name="Picture 4" descr="공업용 호스밴드]규격 40A - 황소밴드">
                    <a:extLst>
                      <a:ext uri="{FF2B5EF4-FFF2-40B4-BE49-F238E27FC236}">
                        <a16:creationId xmlns:a16="http://schemas.microsoft.com/office/drawing/2014/main" id="{F88F1462-E93D-4118-193C-07E7D5DFE9B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13">
                            <a14:imgEffect>
                              <a14:backgroundRemoval t="10000" b="90000" l="10000" r="90000">
                                <a14:foregroundMark x1="88889" y1="59556" x2="89778" y2="58667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6200000">
                    <a:off x="10364167" y="3033225"/>
                    <a:ext cx="322111" cy="32211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27" name="Picture 4" descr="공업용 호스밴드]규격 40A - 황소밴드">
                    <a:extLst>
                      <a:ext uri="{FF2B5EF4-FFF2-40B4-BE49-F238E27FC236}">
                        <a16:creationId xmlns:a16="http://schemas.microsoft.com/office/drawing/2014/main" id="{36E1BCCF-40F2-6D19-9EE7-DE6A74A4B6D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2" cstate="print">
                    <a:extLst>
                      <a:ext uri="{BEBA8EAE-BF5A-486C-A8C5-ECC9F3942E4B}">
                        <a14:imgProps xmlns:a14="http://schemas.microsoft.com/office/drawing/2010/main">
                          <a14:imgLayer r:embed="rId13">
                            <a14:imgEffect>
                              <a14:backgroundRemoval t="10000" b="90000" l="10000" r="90000">
                                <a14:foregroundMark x1="88889" y1="59556" x2="89778" y2="58667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5400000" flipV="1">
                    <a:off x="10434930" y="3033225"/>
                    <a:ext cx="322111" cy="32211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pic>
              <p:nvPicPr>
                <p:cNvPr id="121" name="Picture 4" descr="공업용 호스밴드]규격 40A - 황소밴드">
                  <a:extLst>
                    <a:ext uri="{FF2B5EF4-FFF2-40B4-BE49-F238E27FC236}">
                      <a16:creationId xmlns:a16="http://schemas.microsoft.com/office/drawing/2014/main" id="{9163FE07-F019-5B79-4FD3-FFB21308E1C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10000" b="90000" l="10000" r="90000">
                              <a14:foregroundMark x1="88889" y1="59556" x2="89778" y2="586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6200000">
                  <a:off x="1559502" y="2214590"/>
                  <a:ext cx="414110" cy="41411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22" name="Picture 4" descr="공업용 호스밴드]규격 40A - 황소밴드">
                  <a:extLst>
                    <a:ext uri="{FF2B5EF4-FFF2-40B4-BE49-F238E27FC236}">
                      <a16:creationId xmlns:a16="http://schemas.microsoft.com/office/drawing/2014/main" id="{AB483D6C-C35B-1003-C66B-AA9216C15CC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10000" b="90000" l="10000" r="90000">
                              <a14:foregroundMark x1="88889" y1="59556" x2="89778" y2="586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 flipV="1">
                  <a:off x="1466366" y="2214590"/>
                  <a:ext cx="414110" cy="41411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3" name="원통형 122">
                  <a:extLst>
                    <a:ext uri="{FF2B5EF4-FFF2-40B4-BE49-F238E27FC236}">
                      <a16:creationId xmlns:a16="http://schemas.microsoft.com/office/drawing/2014/main" id="{C779B009-931F-D6C6-5B74-CB505BB2BA4D}"/>
                    </a:ext>
                  </a:extLst>
                </p:cNvPr>
                <p:cNvSpPr/>
                <p:nvPr/>
              </p:nvSpPr>
              <p:spPr>
                <a:xfrm rot="16200000">
                  <a:off x="2982812" y="2200588"/>
                  <a:ext cx="221058" cy="414110"/>
                </a:xfrm>
                <a:prstGeom prst="can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4" name="원통형 123">
                  <a:extLst>
                    <a:ext uri="{FF2B5EF4-FFF2-40B4-BE49-F238E27FC236}">
                      <a16:creationId xmlns:a16="http://schemas.microsoft.com/office/drawing/2014/main" id="{FC9F2A07-856C-1655-6922-5EA2117A39D5}"/>
                    </a:ext>
                  </a:extLst>
                </p:cNvPr>
                <p:cNvSpPr/>
                <p:nvPr/>
              </p:nvSpPr>
              <p:spPr>
                <a:xfrm rot="16200000">
                  <a:off x="1332561" y="2200588"/>
                  <a:ext cx="221058" cy="414110"/>
                </a:xfrm>
                <a:prstGeom prst="can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37C511AF-BE7F-059B-6708-C9AB7B959D47}"/>
                </a:ext>
              </a:extLst>
            </p:cNvPr>
            <p:cNvSpPr txBox="1"/>
            <p:nvPr/>
          </p:nvSpPr>
          <p:spPr>
            <a:xfrm>
              <a:off x="4835525" y="2892582"/>
              <a:ext cx="2519362" cy="394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800" b="1" dirty="0"/>
                <a:t>WF4-1</a:t>
              </a:r>
              <a:r>
                <a:rPr lang="en-US" altLang="ko-KR" sz="800" dirty="0"/>
                <a:t>,(1EA) + </a:t>
              </a:r>
              <a:r>
                <a:rPr lang="en-US" altLang="ko-KR" sz="800" b="1" dirty="0"/>
                <a:t>E</a:t>
              </a:r>
              <a:r>
                <a:rPr lang="ko-KR" altLang="en-US" sz="800" b="1" dirty="0"/>
                <a:t>호스밸브</a:t>
              </a:r>
              <a:r>
                <a:rPr lang="en-US" altLang="ko-KR" sz="800" dirty="0"/>
                <a:t>,(1EA) + </a:t>
              </a:r>
              <a:r>
                <a:rPr lang="ko-KR" altLang="en-US" sz="800" b="1" dirty="0"/>
                <a:t>호스밴드</a:t>
              </a:r>
              <a:r>
                <a:rPr lang="en-US" altLang="ko-KR" sz="800" dirty="0"/>
                <a:t>,(4EA)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ko-KR" sz="800" dirty="0"/>
                <a:t> </a:t>
              </a:r>
              <a:endParaRPr lang="ko-KR" altLang="en-US" sz="800" dirty="0"/>
            </a:p>
          </p:txBody>
        </p:sp>
      </p:grpSp>
      <p:grpSp>
        <p:nvGrpSpPr>
          <p:cNvPr id="1026" name="그룹 1025">
            <a:extLst>
              <a:ext uri="{FF2B5EF4-FFF2-40B4-BE49-F238E27FC236}">
                <a16:creationId xmlns:a16="http://schemas.microsoft.com/office/drawing/2014/main" id="{EDBC817B-9A46-E5F3-6812-3E27AAA92875}"/>
              </a:ext>
            </a:extLst>
          </p:cNvPr>
          <p:cNvGrpSpPr/>
          <p:nvPr/>
        </p:nvGrpSpPr>
        <p:grpSpPr>
          <a:xfrm>
            <a:off x="8653894" y="3969338"/>
            <a:ext cx="2946900" cy="2160000"/>
            <a:chOff x="8254980" y="1269000"/>
            <a:chExt cx="2946900" cy="2160000"/>
          </a:xfrm>
        </p:grpSpPr>
        <p:grpSp>
          <p:nvGrpSpPr>
            <p:cNvPr id="1027" name="그룹 1026">
              <a:extLst>
                <a:ext uri="{FF2B5EF4-FFF2-40B4-BE49-F238E27FC236}">
                  <a16:creationId xmlns:a16="http://schemas.microsoft.com/office/drawing/2014/main" id="{CE10B23D-E477-499A-FC63-B622006D0E57}"/>
                </a:ext>
              </a:extLst>
            </p:cNvPr>
            <p:cNvGrpSpPr/>
            <p:nvPr/>
          </p:nvGrpSpPr>
          <p:grpSpPr>
            <a:xfrm>
              <a:off x="8254980" y="1269000"/>
              <a:ext cx="2946900" cy="2160000"/>
              <a:chOff x="695325" y="1269000"/>
              <a:chExt cx="2946900" cy="2160000"/>
            </a:xfrm>
          </p:grpSpPr>
          <p:sp>
            <p:nvSpPr>
              <p:cNvPr id="1036" name="사각형: 둥근 모서리 1035">
                <a:extLst>
                  <a:ext uri="{FF2B5EF4-FFF2-40B4-BE49-F238E27FC236}">
                    <a16:creationId xmlns:a16="http://schemas.microsoft.com/office/drawing/2014/main" id="{BA719407-F60A-2411-BA75-45739A18C878}"/>
                  </a:ext>
                </a:extLst>
              </p:cNvPr>
              <p:cNvSpPr/>
              <p:nvPr/>
            </p:nvSpPr>
            <p:spPr>
              <a:xfrm>
                <a:off x="695325" y="1269000"/>
                <a:ext cx="2946900" cy="2160000"/>
              </a:xfrm>
              <a:prstGeom prst="roundRect">
                <a:avLst>
                  <a:gd name="adj" fmla="val 9395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177800" sx="99000" sy="99000" algn="c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037" name="타원 1036">
                <a:extLst>
                  <a:ext uri="{FF2B5EF4-FFF2-40B4-BE49-F238E27FC236}">
                    <a16:creationId xmlns:a16="http://schemas.microsoft.com/office/drawing/2014/main" id="{0D85BA0B-CA10-0625-DBB7-DD44A9A90259}"/>
                  </a:ext>
                </a:extLst>
              </p:cNvPr>
              <p:cNvSpPr/>
              <p:nvPr/>
            </p:nvSpPr>
            <p:spPr>
              <a:xfrm>
                <a:off x="867954" y="1449388"/>
                <a:ext cx="375468" cy="375468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>
                    <a:latin typeface="페이퍼로지 5 Medium" pitchFamily="2" charset="-127"/>
                    <a:ea typeface="페이퍼로지 5 Medium" pitchFamily="2" charset="-127"/>
                  </a:rPr>
                  <a:t>e</a:t>
                </a:r>
                <a:endParaRPr lang="ko-KR" altLang="en-US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48D15138-5AF8-9A9E-6EA8-A4B6735F8610}"/>
                </a:ext>
              </a:extLst>
            </p:cNvPr>
            <p:cNvSpPr txBox="1"/>
            <p:nvPr/>
          </p:nvSpPr>
          <p:spPr>
            <a:xfrm>
              <a:off x="8615255" y="2892582"/>
              <a:ext cx="2519362" cy="3947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en-US" altLang="ko-KR" sz="800" b="1" dirty="0"/>
                <a:t>E</a:t>
              </a:r>
              <a:r>
                <a:rPr lang="ko-KR" altLang="en-US" sz="800" b="1" dirty="0"/>
                <a:t>호스밸브</a:t>
              </a:r>
              <a:r>
                <a:rPr lang="en-US" altLang="ko-KR" sz="800" dirty="0"/>
                <a:t>,(2EA)</a:t>
              </a:r>
              <a:r>
                <a:rPr lang="ko-KR" altLang="en-US" sz="800" dirty="0"/>
                <a:t> </a:t>
              </a:r>
              <a:r>
                <a:rPr lang="en-US" altLang="ko-KR" sz="800" dirty="0"/>
                <a:t>+ </a:t>
              </a:r>
              <a:r>
                <a:rPr lang="ko-KR" altLang="en-US" sz="800" b="1" dirty="0"/>
                <a:t>호스밴드</a:t>
              </a:r>
              <a:r>
                <a:rPr lang="en-US" altLang="ko-KR" sz="800" dirty="0"/>
                <a:t>,(2EA)</a:t>
              </a:r>
            </a:p>
            <a:p>
              <a:pPr algn="ctr">
                <a:lnSpc>
                  <a:spcPct val="130000"/>
                </a:lnSpc>
              </a:pPr>
              <a:r>
                <a:rPr lang="en-US" altLang="ko-KR" sz="800" dirty="0"/>
                <a:t> </a:t>
              </a:r>
              <a:endParaRPr lang="ko-KR" altLang="en-US" sz="800" dirty="0"/>
            </a:p>
          </p:txBody>
        </p:sp>
        <p:grpSp>
          <p:nvGrpSpPr>
            <p:cNvPr id="1029" name="그룹 1028">
              <a:extLst>
                <a:ext uri="{FF2B5EF4-FFF2-40B4-BE49-F238E27FC236}">
                  <a16:creationId xmlns:a16="http://schemas.microsoft.com/office/drawing/2014/main" id="{F4228BB5-11FD-DEB9-8CCC-2DC41C7B7E07}"/>
                </a:ext>
              </a:extLst>
            </p:cNvPr>
            <p:cNvGrpSpPr/>
            <p:nvPr/>
          </p:nvGrpSpPr>
          <p:grpSpPr>
            <a:xfrm>
              <a:off x="9004662" y="1787370"/>
              <a:ext cx="1732973" cy="819055"/>
              <a:chOff x="9249686" y="1833378"/>
              <a:chExt cx="1426378" cy="674149"/>
            </a:xfrm>
          </p:grpSpPr>
          <p:grpSp>
            <p:nvGrpSpPr>
              <p:cNvPr id="1031" name="그룹 1030">
                <a:extLst>
                  <a:ext uri="{FF2B5EF4-FFF2-40B4-BE49-F238E27FC236}">
                    <a16:creationId xmlns:a16="http://schemas.microsoft.com/office/drawing/2014/main" id="{B49D033D-7C81-9989-6D02-19D24AC72421}"/>
                  </a:ext>
                </a:extLst>
              </p:cNvPr>
              <p:cNvGrpSpPr/>
              <p:nvPr/>
            </p:nvGrpSpPr>
            <p:grpSpPr>
              <a:xfrm flipH="1">
                <a:off x="9249686" y="1963948"/>
                <a:ext cx="897568" cy="503936"/>
                <a:chOff x="5370293" y="1963948"/>
                <a:chExt cx="897568" cy="503936"/>
              </a:xfrm>
            </p:grpSpPr>
            <p:pic>
              <p:nvPicPr>
                <p:cNvPr id="1033" name="Picture 4" descr="공업용 호스밴드]규격 40A - 황소밴드">
                  <a:extLst>
                    <a:ext uri="{FF2B5EF4-FFF2-40B4-BE49-F238E27FC236}">
                      <a16:creationId xmlns:a16="http://schemas.microsoft.com/office/drawing/2014/main" id="{3A03E570-B55A-978D-1BA7-172C0B18BAA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10000" b="90000" l="10000" r="90000">
                              <a14:foregroundMark x1="88889" y1="59556" x2="89778" y2="586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5400000" flipH="1">
                  <a:off x="5370293" y="1963948"/>
                  <a:ext cx="503936" cy="50393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4" name="Picture 4" descr="공업용 호스밴드]규격 40A - 황소밴드">
                  <a:extLst>
                    <a:ext uri="{FF2B5EF4-FFF2-40B4-BE49-F238E27FC236}">
                      <a16:creationId xmlns:a16="http://schemas.microsoft.com/office/drawing/2014/main" id="{74C78F4A-27F3-9C4D-7182-8F6B563FC7A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10000" b="90000" l="10000" r="90000">
                              <a14:foregroundMark x1="88889" y1="59556" x2="89778" y2="58667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6200000" flipH="1" flipV="1">
                  <a:off x="5483631" y="1963948"/>
                  <a:ext cx="503936" cy="50393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35" name="원통형 1034">
                  <a:extLst>
                    <a:ext uri="{FF2B5EF4-FFF2-40B4-BE49-F238E27FC236}">
                      <a16:creationId xmlns:a16="http://schemas.microsoft.com/office/drawing/2014/main" id="{73806685-A259-81A7-5986-71AE20DE08EB}"/>
                    </a:ext>
                  </a:extLst>
                </p:cNvPr>
                <p:cNvSpPr/>
                <p:nvPr/>
              </p:nvSpPr>
              <p:spPr>
                <a:xfrm rot="5400000" flipH="1">
                  <a:off x="5881389" y="1946909"/>
                  <a:ext cx="269008" cy="503936"/>
                </a:xfrm>
                <a:prstGeom prst="can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1032" name="붙여넣은 동영상.png" descr="붙여넣은 동영상.png">
                <a:extLst>
                  <a:ext uri="{FF2B5EF4-FFF2-40B4-BE49-F238E27FC236}">
                    <a16:creationId xmlns:a16="http://schemas.microsoft.com/office/drawing/2014/main" id="{A8AD53FD-D058-F98B-30DA-0EEABEB78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l="9" r="68" b="56"/>
              <a:stretch>
                <a:fillRect/>
              </a:stretch>
            </p:blipFill>
            <p:spPr>
              <a:xfrm rot="2164489" flipH="1">
                <a:off x="10118773" y="1833378"/>
                <a:ext cx="557291" cy="67414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2" h="21544" extrusionOk="0">
                    <a:moveTo>
                      <a:pt x="14247" y="2"/>
                    </a:moveTo>
                    <a:cubicBezTo>
                      <a:pt x="13933" y="17"/>
                      <a:pt x="13638" y="182"/>
                      <a:pt x="13081" y="509"/>
                    </a:cubicBezTo>
                    <a:cubicBezTo>
                      <a:pt x="11113" y="1667"/>
                      <a:pt x="9561" y="2832"/>
                      <a:pt x="7494" y="4698"/>
                    </a:cubicBezTo>
                    <a:cubicBezTo>
                      <a:pt x="7200" y="4964"/>
                      <a:pt x="6779" y="5290"/>
                      <a:pt x="6563" y="5427"/>
                    </a:cubicBezTo>
                    <a:cubicBezTo>
                      <a:pt x="6347" y="5563"/>
                      <a:pt x="6019" y="5801"/>
                      <a:pt x="5829" y="5954"/>
                    </a:cubicBezTo>
                    <a:lnTo>
                      <a:pt x="5480" y="6227"/>
                    </a:lnTo>
                    <a:lnTo>
                      <a:pt x="5309" y="5973"/>
                    </a:lnTo>
                    <a:cubicBezTo>
                      <a:pt x="4788" y="5185"/>
                      <a:pt x="4674" y="5091"/>
                      <a:pt x="4112" y="4984"/>
                    </a:cubicBezTo>
                    <a:cubicBezTo>
                      <a:pt x="3723" y="4910"/>
                      <a:pt x="3317" y="4959"/>
                      <a:pt x="2883" y="5140"/>
                    </a:cubicBezTo>
                    <a:cubicBezTo>
                      <a:pt x="2770" y="5188"/>
                      <a:pt x="2492" y="5236"/>
                      <a:pt x="2269" y="5244"/>
                    </a:cubicBezTo>
                    <a:cubicBezTo>
                      <a:pt x="1980" y="5256"/>
                      <a:pt x="1774" y="5316"/>
                      <a:pt x="1547" y="5453"/>
                    </a:cubicBezTo>
                    <a:cubicBezTo>
                      <a:pt x="1117" y="5711"/>
                      <a:pt x="567" y="6356"/>
                      <a:pt x="273" y="6949"/>
                    </a:cubicBezTo>
                    <a:cubicBezTo>
                      <a:pt x="66" y="7369"/>
                      <a:pt x="29" y="7522"/>
                      <a:pt x="7" y="8081"/>
                    </a:cubicBezTo>
                    <a:cubicBezTo>
                      <a:pt x="-14" y="8634"/>
                      <a:pt x="6" y="8761"/>
                      <a:pt x="134" y="8985"/>
                    </a:cubicBezTo>
                    <a:cubicBezTo>
                      <a:pt x="216" y="9128"/>
                      <a:pt x="286" y="9355"/>
                      <a:pt x="286" y="9486"/>
                    </a:cubicBezTo>
                    <a:cubicBezTo>
                      <a:pt x="286" y="9617"/>
                      <a:pt x="350" y="9926"/>
                      <a:pt x="432" y="10175"/>
                    </a:cubicBezTo>
                    <a:cubicBezTo>
                      <a:pt x="546" y="10522"/>
                      <a:pt x="651" y="10687"/>
                      <a:pt x="869" y="10865"/>
                    </a:cubicBezTo>
                    <a:cubicBezTo>
                      <a:pt x="1141" y="11086"/>
                      <a:pt x="1904" y="11361"/>
                      <a:pt x="2262" y="11366"/>
                    </a:cubicBezTo>
                    <a:cubicBezTo>
                      <a:pt x="2351" y="11367"/>
                      <a:pt x="2427" y="11382"/>
                      <a:pt x="2427" y="11398"/>
                    </a:cubicBezTo>
                    <a:cubicBezTo>
                      <a:pt x="2427" y="11415"/>
                      <a:pt x="2378" y="11687"/>
                      <a:pt x="2319" y="12003"/>
                    </a:cubicBezTo>
                    <a:cubicBezTo>
                      <a:pt x="2188" y="12709"/>
                      <a:pt x="2182" y="13111"/>
                      <a:pt x="2307" y="13655"/>
                    </a:cubicBezTo>
                    <a:cubicBezTo>
                      <a:pt x="2435" y="14213"/>
                      <a:pt x="2557" y="14382"/>
                      <a:pt x="3086" y="14755"/>
                    </a:cubicBezTo>
                    <a:cubicBezTo>
                      <a:pt x="3522" y="15062"/>
                      <a:pt x="3544" y="15067"/>
                      <a:pt x="4137" y="15073"/>
                    </a:cubicBezTo>
                    <a:cubicBezTo>
                      <a:pt x="4724" y="15080"/>
                      <a:pt x="4769" y="15092"/>
                      <a:pt x="5455" y="15457"/>
                    </a:cubicBezTo>
                    <a:cubicBezTo>
                      <a:pt x="5987" y="15741"/>
                      <a:pt x="6245" y="15835"/>
                      <a:pt x="6475" y="15835"/>
                    </a:cubicBezTo>
                    <a:cubicBezTo>
                      <a:pt x="6748" y="15835"/>
                      <a:pt x="6937" y="15947"/>
                      <a:pt x="8261" y="16843"/>
                    </a:cubicBezTo>
                    <a:cubicBezTo>
                      <a:pt x="10471" y="18338"/>
                      <a:pt x="11126" y="18639"/>
                      <a:pt x="11618" y="18378"/>
                    </a:cubicBezTo>
                    <a:cubicBezTo>
                      <a:pt x="11839" y="18261"/>
                      <a:pt x="11849" y="18259"/>
                      <a:pt x="12385" y="18593"/>
                    </a:cubicBezTo>
                    <a:cubicBezTo>
                      <a:pt x="12692" y="18784"/>
                      <a:pt x="12975" y="18910"/>
                      <a:pt x="13037" y="18885"/>
                    </a:cubicBezTo>
                    <a:cubicBezTo>
                      <a:pt x="13098" y="18861"/>
                      <a:pt x="13303" y="18955"/>
                      <a:pt x="13512" y="19100"/>
                    </a:cubicBezTo>
                    <a:cubicBezTo>
                      <a:pt x="13716" y="19241"/>
                      <a:pt x="13935" y="19360"/>
                      <a:pt x="14000" y="19360"/>
                    </a:cubicBezTo>
                    <a:cubicBezTo>
                      <a:pt x="14064" y="19360"/>
                      <a:pt x="14161" y="19410"/>
                      <a:pt x="14215" y="19477"/>
                    </a:cubicBezTo>
                    <a:cubicBezTo>
                      <a:pt x="14269" y="19544"/>
                      <a:pt x="14455" y="19666"/>
                      <a:pt x="14627" y="19744"/>
                    </a:cubicBezTo>
                    <a:cubicBezTo>
                      <a:pt x="14938" y="19886"/>
                      <a:pt x="14938" y="19885"/>
                      <a:pt x="15140" y="19731"/>
                    </a:cubicBezTo>
                    <a:lnTo>
                      <a:pt x="15343" y="19575"/>
                    </a:lnTo>
                    <a:lnTo>
                      <a:pt x="15666" y="19776"/>
                    </a:lnTo>
                    <a:cubicBezTo>
                      <a:pt x="15977" y="19970"/>
                      <a:pt x="15989" y="19991"/>
                      <a:pt x="15989" y="20323"/>
                    </a:cubicBezTo>
                    <a:cubicBezTo>
                      <a:pt x="15989" y="20711"/>
                      <a:pt x="16111" y="20876"/>
                      <a:pt x="16553" y="21084"/>
                    </a:cubicBezTo>
                    <a:cubicBezTo>
                      <a:pt x="16694" y="21151"/>
                      <a:pt x="16910" y="21256"/>
                      <a:pt x="17028" y="21318"/>
                    </a:cubicBezTo>
                    <a:cubicBezTo>
                      <a:pt x="17145" y="21380"/>
                      <a:pt x="17383" y="21458"/>
                      <a:pt x="17560" y="21487"/>
                    </a:cubicBezTo>
                    <a:cubicBezTo>
                      <a:pt x="18163" y="21586"/>
                      <a:pt x="18325" y="21563"/>
                      <a:pt x="18548" y="21370"/>
                    </a:cubicBezTo>
                    <a:cubicBezTo>
                      <a:pt x="18836" y="21121"/>
                      <a:pt x="20090" y="19200"/>
                      <a:pt x="20556" y="18293"/>
                    </a:cubicBezTo>
                    <a:cubicBezTo>
                      <a:pt x="21458" y="16536"/>
                      <a:pt x="21586" y="15911"/>
                      <a:pt x="21189" y="15256"/>
                    </a:cubicBezTo>
                    <a:cubicBezTo>
                      <a:pt x="21066" y="15051"/>
                      <a:pt x="20924" y="14885"/>
                      <a:pt x="20872" y="14885"/>
                    </a:cubicBezTo>
                    <a:cubicBezTo>
                      <a:pt x="20821" y="14885"/>
                      <a:pt x="20672" y="14792"/>
                      <a:pt x="20543" y="14677"/>
                    </a:cubicBezTo>
                    <a:cubicBezTo>
                      <a:pt x="20275" y="14436"/>
                      <a:pt x="19791" y="14150"/>
                      <a:pt x="19644" y="14150"/>
                    </a:cubicBezTo>
                    <a:cubicBezTo>
                      <a:pt x="19589" y="14150"/>
                      <a:pt x="19438" y="14217"/>
                      <a:pt x="19308" y="14299"/>
                    </a:cubicBezTo>
                    <a:lnTo>
                      <a:pt x="19067" y="14449"/>
                    </a:lnTo>
                    <a:lnTo>
                      <a:pt x="18776" y="14254"/>
                    </a:lnTo>
                    <a:cubicBezTo>
                      <a:pt x="18553" y="14102"/>
                      <a:pt x="18491" y="14014"/>
                      <a:pt x="18491" y="13857"/>
                    </a:cubicBezTo>
                    <a:cubicBezTo>
                      <a:pt x="18491" y="13547"/>
                      <a:pt x="18425" y="13426"/>
                      <a:pt x="18180" y="13298"/>
                    </a:cubicBezTo>
                    <a:cubicBezTo>
                      <a:pt x="17677" y="13035"/>
                      <a:pt x="16784" y="12384"/>
                      <a:pt x="16743" y="12250"/>
                    </a:cubicBezTo>
                    <a:cubicBezTo>
                      <a:pt x="16718" y="12172"/>
                      <a:pt x="16466" y="11976"/>
                      <a:pt x="16179" y="11814"/>
                    </a:cubicBezTo>
                    <a:cubicBezTo>
                      <a:pt x="15680" y="11534"/>
                      <a:pt x="15653" y="11508"/>
                      <a:pt x="15615" y="11216"/>
                    </a:cubicBezTo>
                    <a:cubicBezTo>
                      <a:pt x="15546" y="10687"/>
                      <a:pt x="15280" y="10444"/>
                      <a:pt x="13898" y="9655"/>
                    </a:cubicBezTo>
                    <a:cubicBezTo>
                      <a:pt x="12701" y="8971"/>
                      <a:pt x="12642" y="8927"/>
                      <a:pt x="12720" y="8777"/>
                    </a:cubicBezTo>
                    <a:cubicBezTo>
                      <a:pt x="12766" y="8690"/>
                      <a:pt x="12827" y="8325"/>
                      <a:pt x="12860" y="7964"/>
                    </a:cubicBezTo>
                    <a:cubicBezTo>
                      <a:pt x="12916" y="7336"/>
                      <a:pt x="12933" y="7291"/>
                      <a:pt x="13195" y="7007"/>
                    </a:cubicBezTo>
                    <a:cubicBezTo>
                      <a:pt x="14112" y="6017"/>
                      <a:pt x="16103" y="3342"/>
                      <a:pt x="16324" y="2805"/>
                    </a:cubicBezTo>
                    <a:cubicBezTo>
                      <a:pt x="16378" y="2676"/>
                      <a:pt x="16460" y="2256"/>
                      <a:pt x="16508" y="1868"/>
                    </a:cubicBezTo>
                    <a:cubicBezTo>
                      <a:pt x="16627" y="899"/>
                      <a:pt x="16615" y="884"/>
                      <a:pt x="15501" y="392"/>
                    </a:cubicBezTo>
                    <a:cubicBezTo>
                      <a:pt x="14891" y="122"/>
                      <a:pt x="14561" y="-14"/>
                      <a:pt x="14247" y="2"/>
                    </a:cubicBezTo>
                    <a:close/>
                  </a:path>
                </a:pathLst>
              </a:custGeom>
              <a:ln w="12700">
                <a:miter lim="400000"/>
              </a:ln>
            </p:spPr>
          </p:pic>
        </p:grp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07B5475-C635-52C5-9F2E-84ACCAC3B61E}"/>
              </a:ext>
            </a:extLst>
          </p:cNvPr>
          <p:cNvSpPr txBox="1"/>
          <p:nvPr/>
        </p:nvSpPr>
        <p:spPr>
          <a:xfrm>
            <a:off x="10647580" y="1925887"/>
            <a:ext cx="8762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※</a:t>
            </a:r>
            <a:r>
              <a:rPr lang="ko-KR" altLang="en-US" sz="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본 </a:t>
            </a:r>
            <a:r>
              <a:rPr lang="en-US" altLang="ko-KR" sz="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T</a:t>
            </a:r>
            <a:r>
              <a:rPr lang="ko-KR" altLang="en-US" sz="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부속 한정</a:t>
            </a:r>
            <a:r>
              <a:rPr lang="en-US" altLang="ko-KR" sz="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, </a:t>
            </a:r>
            <a:r>
              <a:rPr lang="ko-KR" altLang="en-US" sz="800" dirty="0" err="1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연결부</a:t>
            </a:r>
            <a:r>
              <a:rPr lang="ko-KR" altLang="en-US" sz="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 </a:t>
            </a:r>
            <a:r>
              <a:rPr lang="ko-KR" altLang="en-US" sz="800" dirty="0" err="1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고무오링</a:t>
            </a:r>
            <a:r>
              <a:rPr lang="ko-KR" altLang="en-US" sz="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 체결이 필수사항</a:t>
            </a:r>
            <a:r>
              <a:rPr lang="en-US" altLang="ko-KR" sz="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.</a:t>
            </a:r>
            <a:endParaRPr lang="ko-KR" altLang="en-US" dirty="0"/>
          </a:p>
        </p:txBody>
      </p:sp>
      <p:pic>
        <p:nvPicPr>
          <p:cNvPr id="12" name="그림 11" descr="카약이(가) 표시된 사진&#10;&#10;자동 생성된 설명">
            <a:extLst>
              <a:ext uri="{FF2B5EF4-FFF2-40B4-BE49-F238E27FC236}">
                <a16:creationId xmlns:a16="http://schemas.microsoft.com/office/drawing/2014/main" id="{732D9BCC-EBB7-F799-2898-CBE1D41DCB4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23115" b="51396" l="42626" r="54480">
                        <a14:foregroundMark x1="49643" y1="28190" x2="49143" y2="28952"/>
                        <a14:foregroundMark x1="49000" y1="23048" x2="48857" y2="23429"/>
                        <a14:foregroundMark x1="51286" y1="44762" x2="51286" y2="44857"/>
                        <a14:backgroundMark x1="44071" y1="47905" x2="50214" y2="49048"/>
                        <a14:backgroundMark x1="50214" y1="49048" x2="52357" y2="4742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144" t="19580" r="44038" b="45069"/>
          <a:stretch/>
        </p:blipFill>
        <p:spPr>
          <a:xfrm>
            <a:off x="1035282" y="3893980"/>
            <a:ext cx="364367" cy="651939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56E0C504-90A0-CAAA-8B68-74ACC741D4A2}"/>
              </a:ext>
            </a:extLst>
          </p:cNvPr>
          <p:cNvCxnSpPr>
            <a:cxnSpLocks/>
          </p:cNvCxnSpPr>
          <p:nvPr/>
        </p:nvCxnSpPr>
        <p:spPr>
          <a:xfrm flipV="1">
            <a:off x="1019617" y="4760569"/>
            <a:ext cx="0" cy="614738"/>
          </a:xfrm>
          <a:prstGeom prst="straightConnector1">
            <a:avLst/>
          </a:prstGeom>
          <a:noFill/>
          <a:ln w="3175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AAAA14A-2411-6B0C-7329-74FA5C75BC48}"/>
              </a:ext>
            </a:extLst>
          </p:cNvPr>
          <p:cNvGrpSpPr/>
          <p:nvPr/>
        </p:nvGrpSpPr>
        <p:grpSpPr>
          <a:xfrm>
            <a:off x="1123981" y="4366890"/>
            <a:ext cx="194206" cy="234314"/>
            <a:chOff x="1123981" y="4449835"/>
            <a:chExt cx="177679" cy="171131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D1A558C-8A09-8840-534A-321D792D3DFA}"/>
                </a:ext>
              </a:extLst>
            </p:cNvPr>
            <p:cNvSpPr/>
            <p:nvPr/>
          </p:nvSpPr>
          <p:spPr>
            <a:xfrm rot="10800000">
              <a:off x="1255941" y="4449835"/>
              <a:ext cx="45719" cy="171131"/>
            </a:xfrm>
            <a:custGeom>
              <a:avLst/>
              <a:gdLst>
                <a:gd name="csX0" fmla="*/ 19719 w 19719"/>
                <a:gd name="csY0" fmla="*/ 165824 h 165824"/>
                <a:gd name="csX1" fmla="*/ 767 w 19719"/>
                <a:gd name="csY1" fmla="*/ 71067 h 165824"/>
                <a:gd name="csX2" fmla="*/ 5505 w 19719"/>
                <a:gd name="csY2" fmla="*/ 0 h 165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719" h="165824">
                  <a:moveTo>
                    <a:pt x="19719" y="165824"/>
                  </a:moveTo>
                  <a:cubicBezTo>
                    <a:pt x="11427" y="132264"/>
                    <a:pt x="3136" y="98704"/>
                    <a:pt x="767" y="71067"/>
                  </a:cubicBezTo>
                  <a:cubicBezTo>
                    <a:pt x="-1602" y="43430"/>
                    <a:pt x="1951" y="21715"/>
                    <a:pt x="5505" y="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151F110E-3996-CC56-C062-4A94D744854C}"/>
                </a:ext>
              </a:extLst>
            </p:cNvPr>
            <p:cNvSpPr/>
            <p:nvPr/>
          </p:nvSpPr>
          <p:spPr>
            <a:xfrm rot="10800000" flipH="1">
              <a:off x="1123981" y="4449835"/>
              <a:ext cx="45719" cy="171131"/>
            </a:xfrm>
            <a:custGeom>
              <a:avLst/>
              <a:gdLst>
                <a:gd name="csX0" fmla="*/ 19719 w 19719"/>
                <a:gd name="csY0" fmla="*/ 165824 h 165824"/>
                <a:gd name="csX1" fmla="*/ 767 w 19719"/>
                <a:gd name="csY1" fmla="*/ 71067 h 165824"/>
                <a:gd name="csX2" fmla="*/ 5505 w 19719"/>
                <a:gd name="csY2" fmla="*/ 0 h 165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719" h="165824">
                  <a:moveTo>
                    <a:pt x="19719" y="165824"/>
                  </a:moveTo>
                  <a:cubicBezTo>
                    <a:pt x="11427" y="132264"/>
                    <a:pt x="3136" y="98704"/>
                    <a:pt x="767" y="71067"/>
                  </a:cubicBezTo>
                  <a:cubicBezTo>
                    <a:pt x="-1602" y="43430"/>
                    <a:pt x="1951" y="21715"/>
                    <a:pt x="5505" y="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9" name="경기도 이천시 신둔면 도암리 인삼농장">
            <a:extLst>
              <a:ext uri="{FF2B5EF4-FFF2-40B4-BE49-F238E27FC236}">
                <a16:creationId xmlns:a16="http://schemas.microsoft.com/office/drawing/2014/main" id="{1D7FF242-FF5A-AFD0-C301-CE8D0B120DB5}"/>
              </a:ext>
            </a:extLst>
          </p:cNvPr>
          <p:cNvSpPr txBox="1"/>
          <p:nvPr/>
        </p:nvSpPr>
        <p:spPr>
          <a:xfrm flipH="1">
            <a:off x="900815" y="3220216"/>
            <a:ext cx="724557" cy="4206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ko-KR" altLang="en-US" dirty="0" err="1">
                <a:sym typeface="Helvetica Neue"/>
              </a:rPr>
              <a:t>루퍼젯</a:t>
            </a:r>
            <a:r>
              <a:rPr lang="en-US" altLang="ko-KR" dirty="0">
                <a:sym typeface="Helvetica Neue"/>
              </a:rPr>
              <a:t>+</a:t>
            </a:r>
          </a:p>
          <a:p>
            <a:r>
              <a:rPr lang="ko-KR" altLang="en-US" dirty="0">
                <a:sym typeface="Helvetica Neue"/>
              </a:rPr>
              <a:t>압력계세트</a:t>
            </a:r>
            <a:endParaRPr lang="en-US" altLang="ko-KR" dirty="0"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31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52AF8-CF63-567A-32BD-735565429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B9C8AF-CD89-291D-35B4-23D23A158228}"/>
              </a:ext>
            </a:extLst>
          </p:cNvPr>
          <p:cNvSpPr txBox="1"/>
          <p:nvPr/>
        </p:nvSpPr>
        <p:spPr>
          <a:xfrm>
            <a:off x="534257" y="575353"/>
            <a:ext cx="16065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가지관 연결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F1F48DB-0F1E-6195-2CC8-20714DBE7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13" y="1000239"/>
            <a:ext cx="9330573" cy="4990042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4271C09-A5E0-33BA-CE1F-1DCBCF4EE772}"/>
              </a:ext>
            </a:extLst>
          </p:cNvPr>
          <p:cNvCxnSpPr>
            <a:cxnSpLocks/>
          </p:cNvCxnSpPr>
          <p:nvPr/>
        </p:nvCxnSpPr>
        <p:spPr>
          <a:xfrm>
            <a:off x="5922121" y="3314659"/>
            <a:ext cx="374351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7B4F72-DF63-6622-C825-A8619ADB25B6}"/>
              </a:ext>
            </a:extLst>
          </p:cNvPr>
          <p:cNvSpPr/>
          <p:nvPr/>
        </p:nvSpPr>
        <p:spPr>
          <a:xfrm>
            <a:off x="5960752" y="3072524"/>
            <a:ext cx="297087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22DBAE9-9C40-3FA9-F65A-CC7D8E692669}"/>
              </a:ext>
            </a:extLst>
          </p:cNvPr>
          <p:cNvSpPr/>
          <p:nvPr/>
        </p:nvSpPr>
        <p:spPr>
          <a:xfrm>
            <a:off x="6634497" y="3970545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2B3DB85-ADCD-53B1-75B0-7436A3E0C5DE}"/>
              </a:ext>
            </a:extLst>
          </p:cNvPr>
          <p:cNvCxnSpPr>
            <a:cxnSpLocks/>
          </p:cNvCxnSpPr>
          <p:nvPr/>
        </p:nvCxnSpPr>
        <p:spPr>
          <a:xfrm flipV="1">
            <a:off x="6771633" y="3821173"/>
            <a:ext cx="213739" cy="226759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B2BB639C-743D-0334-34E2-F4A72B37E111}"/>
              </a:ext>
            </a:extLst>
          </p:cNvPr>
          <p:cNvSpPr/>
          <p:nvPr/>
        </p:nvSpPr>
        <p:spPr>
          <a:xfrm>
            <a:off x="6634497" y="2718273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8606F602-C677-9CA9-33A6-3433988601B9}"/>
              </a:ext>
            </a:extLst>
          </p:cNvPr>
          <p:cNvCxnSpPr>
            <a:cxnSpLocks/>
          </p:cNvCxnSpPr>
          <p:nvPr/>
        </p:nvCxnSpPr>
        <p:spPr>
          <a:xfrm flipV="1">
            <a:off x="6771633" y="2568901"/>
            <a:ext cx="213739" cy="226759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6FB543B7-7261-E075-EDA2-D1B45A95ABEF}"/>
              </a:ext>
            </a:extLst>
          </p:cNvPr>
          <p:cNvSpPr/>
          <p:nvPr/>
        </p:nvSpPr>
        <p:spPr>
          <a:xfrm>
            <a:off x="6634497" y="1603137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6F08A447-93B6-78B9-25D0-2FA2890B1641}"/>
              </a:ext>
            </a:extLst>
          </p:cNvPr>
          <p:cNvCxnSpPr>
            <a:cxnSpLocks/>
          </p:cNvCxnSpPr>
          <p:nvPr/>
        </p:nvCxnSpPr>
        <p:spPr>
          <a:xfrm>
            <a:off x="6771633" y="1680524"/>
            <a:ext cx="212648" cy="198300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A0803313-039F-5607-66AB-65D629142B76}"/>
              </a:ext>
            </a:extLst>
          </p:cNvPr>
          <p:cNvSpPr/>
          <p:nvPr/>
        </p:nvSpPr>
        <p:spPr>
          <a:xfrm>
            <a:off x="6961460" y="3667407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a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B78036D5-648C-BBB5-12AD-D6BE0995465C}"/>
              </a:ext>
            </a:extLst>
          </p:cNvPr>
          <p:cNvSpPr/>
          <p:nvPr/>
        </p:nvSpPr>
        <p:spPr>
          <a:xfrm>
            <a:off x="6961460" y="2415135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b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081D27AE-17DF-64B3-4E39-1A42F47005C8}"/>
              </a:ext>
            </a:extLst>
          </p:cNvPr>
          <p:cNvSpPr/>
          <p:nvPr/>
        </p:nvSpPr>
        <p:spPr>
          <a:xfrm>
            <a:off x="6961460" y="1761089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c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3AAB2C5-0DBD-D172-3A4A-786A9C719EF7}"/>
              </a:ext>
            </a:extLst>
          </p:cNvPr>
          <p:cNvSpPr/>
          <p:nvPr/>
        </p:nvSpPr>
        <p:spPr>
          <a:xfrm>
            <a:off x="6634497" y="5480614"/>
            <a:ext cx="137136" cy="137136"/>
          </a:xfrm>
          <a:prstGeom prst="ellipse">
            <a:avLst/>
          </a:prstGeom>
          <a:solidFill>
            <a:srgbClr val="FF0000">
              <a:alpha val="20000"/>
            </a:srgbClr>
          </a:solidFill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D2AED83-D092-82DB-209B-3980C2E4D484}"/>
              </a:ext>
            </a:extLst>
          </p:cNvPr>
          <p:cNvCxnSpPr>
            <a:cxnSpLocks/>
          </p:cNvCxnSpPr>
          <p:nvPr/>
        </p:nvCxnSpPr>
        <p:spPr>
          <a:xfrm flipV="1">
            <a:off x="6771633" y="5331242"/>
            <a:ext cx="213739" cy="226759"/>
          </a:xfrm>
          <a:prstGeom prst="straightConnector1">
            <a:avLst/>
          </a:prstGeom>
          <a:ln w="3175">
            <a:solidFill>
              <a:srgbClr val="FF0000"/>
            </a:solidFill>
            <a:headEnd type="oval" w="sm" len="sm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타원 22">
            <a:extLst>
              <a:ext uri="{FF2B5EF4-FFF2-40B4-BE49-F238E27FC236}">
                <a16:creationId xmlns:a16="http://schemas.microsoft.com/office/drawing/2014/main" id="{07DE6EE6-CE1F-C581-5407-8ED7C0269D76}"/>
              </a:ext>
            </a:extLst>
          </p:cNvPr>
          <p:cNvSpPr/>
          <p:nvPr/>
        </p:nvSpPr>
        <p:spPr>
          <a:xfrm>
            <a:off x="6961460" y="5177476"/>
            <a:ext cx="235469" cy="235469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>
                <a:latin typeface="페이퍼로지 5 Medium" pitchFamily="2" charset="-127"/>
                <a:ea typeface="페이퍼로지 5 Medium" pitchFamily="2" charset="-127"/>
              </a:rPr>
              <a:t>c</a:t>
            </a:r>
            <a:endParaRPr lang="ko-KR" altLang="en-US" sz="1050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0921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붙여넣은 동영상.png" descr="붙여넣은 동영상.png">
            <a:extLst>
              <a:ext uri="{FF2B5EF4-FFF2-40B4-BE49-F238E27FC236}">
                <a16:creationId xmlns:a16="http://schemas.microsoft.com/office/drawing/2014/main" id="{9FD3367E-505B-0E99-8B8B-A840A649C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323171">
            <a:off x="2858623" y="2708614"/>
            <a:ext cx="668939" cy="6087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그림 27" descr="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AD56FC4-DAC1-84F9-040F-EFB21B660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98" b="90584" l="4202" r="98079">
                        <a14:foregroundMark x1="26891" y1="10734" x2="53661" y2="8098"/>
                        <a14:foregroundMark x1="53661" y1="8098" x2="61104" y2="9605"/>
                        <a14:foregroundMark x1="10204" y1="49906" x2="5522" y2="57439"/>
                        <a14:foregroundMark x1="5522" y1="57439" x2="8043" y2="71563"/>
                        <a14:foregroundMark x1="8043" y1="71563" x2="8523" y2="71751"/>
                        <a14:foregroundMark x1="4922" y1="54991" x2="4202" y2="66478"/>
                        <a14:foregroundMark x1="12365" y1="45009" x2="34934" y2="41243"/>
                        <a14:foregroundMark x1="22689" y1="45386" x2="23409" y2="44068"/>
                        <a14:foregroundMark x1="27971" y1="53296" x2="24850" y2="51789"/>
                        <a14:foregroundMark x1="11164" y1="44068" x2="10204" y2="44068"/>
                        <a14:foregroundMark x1="46459" y1="91337" x2="54982" y2="90960"/>
                        <a14:foregroundMark x1="54982" y1="90960" x2="64706" y2="90960"/>
                        <a14:foregroundMark x1="64706" y1="90960" x2="66747" y2="90584"/>
                        <a14:foregroundMark x1="32293" y1="88324" x2="31333" y2="89454"/>
                        <a14:foregroundMark x1="49580" y1="40113" x2="62665" y2="40678"/>
                        <a14:foregroundMark x1="68067" y1="39925" x2="69148" y2="39925"/>
                        <a14:foregroundMark x1="88715" y1="52542" x2="94838" y2="60075"/>
                        <a14:foregroundMark x1="94838" y1="60075" x2="94118" y2="74765"/>
                        <a14:foregroundMark x1="94118" y1="74765" x2="93277" y2="77401"/>
                        <a14:foregroundMark x1="97959" y1="62524" x2="98079" y2="69115"/>
                        <a14:foregroundMark x1="77071" y1="49906" x2="83073" y2="49718"/>
                        <a14:foregroundMark x1="83073" y1="49718" x2="83073" y2="49718"/>
                        <a14:foregroundMark x1="75150" y1="49153" x2="84634" y2="48964"/>
                        <a14:foregroundMark x1="84634" y1="48964" x2="86194" y2="48964"/>
                      </a14:backgroundRemoval>
                    </a14:imgEffect>
                  </a14:imgLayer>
                </a14:imgProps>
              </a:ext>
            </a:extLst>
          </a:blip>
          <a:srcRect l="15135"/>
          <a:stretch>
            <a:fillRect/>
          </a:stretch>
        </p:blipFill>
        <p:spPr>
          <a:xfrm>
            <a:off x="3454468" y="2753963"/>
            <a:ext cx="561430" cy="4217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751191-5CA1-45CC-968B-3577B4FF1CC2}"/>
              </a:ext>
            </a:extLst>
          </p:cNvPr>
          <p:cNvSpPr txBox="1"/>
          <p:nvPr/>
        </p:nvSpPr>
        <p:spPr>
          <a:xfrm>
            <a:off x="534257" y="575353"/>
            <a:ext cx="31806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가지관 연결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연결부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상세</a:t>
            </a:r>
          </a:p>
        </p:txBody>
      </p:sp>
      <p:pic>
        <p:nvPicPr>
          <p:cNvPr id="6" name="그림 5" descr="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F5821A-000E-12B2-1D54-7AAF97D20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98" b="90584" l="4202" r="98079">
                        <a14:foregroundMark x1="26891" y1="10734" x2="53661" y2="8098"/>
                        <a14:foregroundMark x1="53661" y1="8098" x2="61104" y2="9605"/>
                        <a14:foregroundMark x1="10204" y1="49906" x2="5522" y2="57439"/>
                        <a14:foregroundMark x1="5522" y1="57439" x2="8043" y2="71563"/>
                        <a14:foregroundMark x1="8043" y1="71563" x2="8523" y2="71751"/>
                        <a14:foregroundMark x1="4922" y1="54991" x2="4202" y2="66478"/>
                        <a14:foregroundMark x1="12365" y1="45009" x2="34934" y2="41243"/>
                        <a14:foregroundMark x1="22689" y1="45386" x2="23409" y2="44068"/>
                        <a14:foregroundMark x1="27971" y1="53296" x2="24850" y2="51789"/>
                        <a14:foregroundMark x1="11164" y1="44068" x2="10204" y2="44068"/>
                        <a14:foregroundMark x1="46459" y1="91337" x2="54982" y2="90960"/>
                        <a14:foregroundMark x1="54982" y1="90960" x2="64706" y2="90960"/>
                        <a14:foregroundMark x1="64706" y1="90960" x2="66747" y2="90584"/>
                        <a14:foregroundMark x1="32293" y1="88324" x2="31333" y2="89454"/>
                        <a14:foregroundMark x1="49580" y1="40113" x2="62665" y2="40678"/>
                        <a14:foregroundMark x1="68067" y1="39925" x2="69148" y2="39925"/>
                        <a14:foregroundMark x1="88715" y1="52542" x2="94838" y2="60075"/>
                        <a14:foregroundMark x1="94838" y1="60075" x2="94118" y2="74765"/>
                        <a14:foregroundMark x1="94118" y1="74765" x2="93277" y2="77401"/>
                        <a14:foregroundMark x1="97959" y1="62524" x2="98079" y2="69115"/>
                        <a14:foregroundMark x1="77071" y1="49906" x2="83073" y2="49718"/>
                        <a14:foregroundMark x1="83073" y1="49718" x2="83073" y2="49718"/>
                        <a14:foregroundMark x1="75150" y1="49153" x2="84634" y2="48964"/>
                        <a14:foregroundMark x1="84634" y1="48964" x2="86194" y2="48964"/>
                      </a14:backgroundRemoval>
                    </a14:imgEffect>
                  </a14:imgLayer>
                </a14:imgProps>
              </a:ext>
            </a:extLst>
          </a:blip>
          <a:srcRect l="15135"/>
          <a:stretch>
            <a:fillRect/>
          </a:stretch>
        </p:blipFill>
        <p:spPr>
          <a:xfrm flipH="1">
            <a:off x="2362232" y="2753963"/>
            <a:ext cx="561430" cy="421710"/>
          </a:xfrm>
          <a:prstGeom prst="rect">
            <a:avLst/>
          </a:prstGeom>
        </p:spPr>
      </p:pic>
      <p:pic>
        <p:nvPicPr>
          <p:cNvPr id="5" name="그림 4" descr="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BFB0451-505D-94AE-CF8F-D0864FE3D2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98" b="90584" l="4202" r="98079">
                        <a14:foregroundMark x1="26891" y1="10734" x2="53661" y2="8098"/>
                        <a14:foregroundMark x1="53661" y1="8098" x2="61104" y2="9605"/>
                        <a14:foregroundMark x1="10204" y1="49906" x2="5522" y2="57439"/>
                        <a14:foregroundMark x1="5522" y1="57439" x2="8043" y2="71563"/>
                        <a14:foregroundMark x1="8043" y1="71563" x2="8523" y2="71751"/>
                        <a14:foregroundMark x1="4922" y1="54991" x2="4202" y2="66478"/>
                        <a14:foregroundMark x1="12365" y1="45009" x2="34934" y2="41243"/>
                        <a14:foregroundMark x1="22689" y1="45386" x2="23409" y2="44068"/>
                        <a14:foregroundMark x1="27971" y1="53296" x2="24850" y2="51789"/>
                        <a14:foregroundMark x1="11164" y1="44068" x2="10204" y2="44068"/>
                        <a14:foregroundMark x1="46459" y1="91337" x2="54982" y2="90960"/>
                        <a14:foregroundMark x1="54982" y1="90960" x2="64706" y2="90960"/>
                        <a14:foregroundMark x1="64706" y1="90960" x2="66747" y2="90584"/>
                        <a14:foregroundMark x1="32293" y1="88324" x2="31333" y2="89454"/>
                        <a14:foregroundMark x1="49580" y1="40113" x2="62665" y2="40678"/>
                        <a14:foregroundMark x1="68067" y1="39925" x2="69148" y2="39925"/>
                        <a14:foregroundMark x1="88715" y1="52542" x2="94838" y2="60075"/>
                        <a14:foregroundMark x1="94838" y1="60075" x2="94118" y2="74765"/>
                        <a14:foregroundMark x1="94118" y1="74765" x2="93277" y2="77401"/>
                        <a14:foregroundMark x1="97959" y1="62524" x2="98079" y2="69115"/>
                        <a14:foregroundMark x1="77071" y1="49906" x2="83073" y2="49718"/>
                        <a14:foregroundMark x1="83073" y1="49718" x2="83073" y2="49718"/>
                        <a14:foregroundMark x1="75150" y1="49153" x2="84634" y2="48964"/>
                        <a14:foregroundMark x1="84634" y1="48964" x2="86194" y2="489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7725" y="2744978"/>
            <a:ext cx="661554" cy="42171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7EC0C1F-F828-CA7E-B6AB-9285B2EE8AE2}"/>
              </a:ext>
            </a:extLst>
          </p:cNvPr>
          <p:cNvSpPr/>
          <p:nvPr/>
        </p:nvSpPr>
        <p:spPr>
          <a:xfrm>
            <a:off x="1215458" y="2955833"/>
            <a:ext cx="1267724" cy="156595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C8EDB6FE-8F78-7909-9EB3-F56F9BCFAE55}"/>
              </a:ext>
            </a:extLst>
          </p:cNvPr>
          <p:cNvCxnSpPr>
            <a:cxnSpLocks/>
          </p:cNvCxnSpPr>
          <p:nvPr/>
        </p:nvCxnSpPr>
        <p:spPr>
          <a:xfrm>
            <a:off x="1263322" y="2955833"/>
            <a:ext cx="0" cy="15659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880DDD7-8FFE-CB68-9FEC-48FBE388427E}"/>
              </a:ext>
            </a:extLst>
          </p:cNvPr>
          <p:cNvCxnSpPr>
            <a:cxnSpLocks/>
          </p:cNvCxnSpPr>
          <p:nvPr/>
        </p:nvCxnSpPr>
        <p:spPr>
          <a:xfrm>
            <a:off x="1317111" y="2955833"/>
            <a:ext cx="0" cy="15659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그림 18" descr="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49A77D-146A-3676-91BC-283EB52C8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098" b="90584" l="4202" r="98079">
                        <a14:foregroundMark x1="26891" y1="10734" x2="53661" y2="8098"/>
                        <a14:foregroundMark x1="53661" y1="8098" x2="61104" y2="9605"/>
                        <a14:foregroundMark x1="10204" y1="49906" x2="5522" y2="57439"/>
                        <a14:foregroundMark x1="5522" y1="57439" x2="8043" y2="71563"/>
                        <a14:foregroundMark x1="8043" y1="71563" x2="8523" y2="71751"/>
                        <a14:foregroundMark x1="4922" y1="54991" x2="4202" y2="66478"/>
                        <a14:foregroundMark x1="12365" y1="45009" x2="34934" y2="41243"/>
                        <a14:foregroundMark x1="22689" y1="45386" x2="23409" y2="44068"/>
                        <a14:foregroundMark x1="27971" y1="53296" x2="24850" y2="51789"/>
                        <a14:foregroundMark x1="11164" y1="44068" x2="10204" y2="44068"/>
                        <a14:foregroundMark x1="46459" y1="91337" x2="54982" y2="90960"/>
                        <a14:foregroundMark x1="54982" y1="90960" x2="64706" y2="90960"/>
                        <a14:foregroundMark x1="64706" y1="90960" x2="66747" y2="90584"/>
                        <a14:foregroundMark x1="32293" y1="88324" x2="31333" y2="89454"/>
                        <a14:foregroundMark x1="49580" y1="40113" x2="62665" y2="40678"/>
                        <a14:foregroundMark x1="68067" y1="39925" x2="69148" y2="39925"/>
                        <a14:foregroundMark x1="88715" y1="52542" x2="94838" y2="60075"/>
                        <a14:foregroundMark x1="94838" y1="60075" x2="94118" y2="74765"/>
                        <a14:foregroundMark x1="94118" y1="74765" x2="93277" y2="77401"/>
                        <a14:foregroundMark x1="97959" y1="62524" x2="98079" y2="69115"/>
                        <a14:foregroundMark x1="77071" y1="49906" x2="83073" y2="49718"/>
                        <a14:foregroundMark x1="83073" y1="49718" x2="83073" y2="49718"/>
                        <a14:foregroundMark x1="75150" y1="49153" x2="84634" y2="48964"/>
                        <a14:foregroundMark x1="84634" y1="48964" x2="86194" y2="489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0416298" y="2744978"/>
            <a:ext cx="661554" cy="42171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95056B13-22BF-B25B-60ED-AD53A2BE2786}"/>
              </a:ext>
            </a:extLst>
          </p:cNvPr>
          <p:cNvSpPr/>
          <p:nvPr/>
        </p:nvSpPr>
        <p:spPr>
          <a:xfrm flipH="1">
            <a:off x="3863447" y="2955833"/>
            <a:ext cx="6713593" cy="156595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157A94A-BEE4-3A95-169D-361858E19660}"/>
              </a:ext>
            </a:extLst>
          </p:cNvPr>
          <p:cNvCxnSpPr>
            <a:cxnSpLocks/>
          </p:cNvCxnSpPr>
          <p:nvPr/>
        </p:nvCxnSpPr>
        <p:spPr>
          <a:xfrm flipH="1">
            <a:off x="10490544" y="2955833"/>
            <a:ext cx="0" cy="15659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49A4302-04D4-5BD3-4BB7-518644965E00}"/>
              </a:ext>
            </a:extLst>
          </p:cNvPr>
          <p:cNvCxnSpPr>
            <a:cxnSpLocks/>
          </p:cNvCxnSpPr>
          <p:nvPr/>
        </p:nvCxnSpPr>
        <p:spPr>
          <a:xfrm flipH="1">
            <a:off x="2348264" y="2955833"/>
            <a:ext cx="0" cy="15659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08CA363-BEB6-073D-06D9-6C9ABF198220}"/>
              </a:ext>
            </a:extLst>
          </p:cNvPr>
          <p:cNvCxnSpPr>
            <a:cxnSpLocks/>
          </p:cNvCxnSpPr>
          <p:nvPr/>
        </p:nvCxnSpPr>
        <p:spPr>
          <a:xfrm>
            <a:off x="2412764" y="2955833"/>
            <a:ext cx="0" cy="15659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E35DB65C-EFDF-E50B-8B4C-908598DEF9B0}"/>
              </a:ext>
            </a:extLst>
          </p:cNvPr>
          <p:cNvCxnSpPr>
            <a:cxnSpLocks/>
          </p:cNvCxnSpPr>
          <p:nvPr/>
        </p:nvCxnSpPr>
        <p:spPr>
          <a:xfrm>
            <a:off x="4015898" y="2955833"/>
            <a:ext cx="0" cy="15659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749F425-8DED-7D1E-845A-9783E9E89B28}"/>
              </a:ext>
            </a:extLst>
          </p:cNvPr>
          <p:cNvCxnSpPr>
            <a:cxnSpLocks/>
          </p:cNvCxnSpPr>
          <p:nvPr/>
        </p:nvCxnSpPr>
        <p:spPr>
          <a:xfrm>
            <a:off x="3935858" y="2955833"/>
            <a:ext cx="0" cy="15659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그림 32">
            <a:extLst>
              <a:ext uri="{FF2B5EF4-FFF2-40B4-BE49-F238E27FC236}">
                <a16:creationId xmlns:a16="http://schemas.microsoft.com/office/drawing/2014/main" id="{5256BBC7-5177-5421-8583-EA346EE8A5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9836">
            <a:off x="1375361" y="3247111"/>
            <a:ext cx="470300" cy="480589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B986334D-8DC7-9D95-FDFF-489CB6A42C92}"/>
              </a:ext>
            </a:extLst>
          </p:cNvPr>
          <p:cNvGrpSpPr/>
          <p:nvPr/>
        </p:nvGrpSpPr>
        <p:grpSpPr>
          <a:xfrm rot="10800000">
            <a:off x="1574750" y="3046704"/>
            <a:ext cx="190895" cy="276580"/>
            <a:chOff x="5474257" y="3397937"/>
            <a:chExt cx="1243486" cy="1801634"/>
          </a:xfrm>
        </p:grpSpPr>
        <p:pic>
          <p:nvPicPr>
            <p:cNvPr id="29" name="그림 28" descr="양초, 스크린샷, 블랙, 다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C03A6C3-559F-EDDE-09ED-C1AA9ED93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90" t="28273" r="44860" b="35582"/>
            <a:stretch>
              <a:fillRect/>
            </a:stretch>
          </p:blipFill>
          <p:spPr>
            <a:xfrm rot="60000">
              <a:off x="5599839" y="3397937"/>
              <a:ext cx="975154" cy="1472549"/>
            </a:xfrm>
            <a:prstGeom prst="rect">
              <a:avLst/>
            </a:prstGeom>
          </p:spPr>
        </p:pic>
        <p:pic>
          <p:nvPicPr>
            <p:cNvPr id="30" name="그림 29" descr="블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2D2466A-007C-2FC7-30D1-7D822F237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32" t="47390" r="44378" b="36867"/>
            <a:stretch>
              <a:fillRect/>
            </a:stretch>
          </p:blipFill>
          <p:spPr>
            <a:xfrm rot="120000">
              <a:off x="5474257" y="4558194"/>
              <a:ext cx="1243486" cy="641377"/>
            </a:xfrm>
            <a:custGeom>
              <a:avLst/>
              <a:gdLst>
                <a:gd name="connsiteX0" fmla="*/ 0 w 1243486"/>
                <a:gd name="connsiteY0" fmla="*/ 0 h 641377"/>
                <a:gd name="connsiteX1" fmla="*/ 254717 w 1243486"/>
                <a:gd name="connsiteY1" fmla="*/ 0 h 641377"/>
                <a:gd name="connsiteX2" fmla="*/ 257232 w 1243486"/>
                <a:gd name="connsiteY2" fmla="*/ 126272 h 641377"/>
                <a:gd name="connsiteX3" fmla="*/ 618480 w 1243486"/>
                <a:gd name="connsiteY3" fmla="*/ 227237 h 641377"/>
                <a:gd name="connsiteX4" fmla="*/ 981324 w 1243486"/>
                <a:gd name="connsiteY4" fmla="*/ 100986 h 641377"/>
                <a:gd name="connsiteX5" fmla="*/ 976281 w 1243486"/>
                <a:gd name="connsiteY5" fmla="*/ 0 h 641377"/>
                <a:gd name="connsiteX6" fmla="*/ 1243486 w 1243486"/>
                <a:gd name="connsiteY6" fmla="*/ 0 h 641377"/>
                <a:gd name="connsiteX7" fmla="*/ 1243486 w 1243486"/>
                <a:gd name="connsiteY7" fmla="*/ 641377 h 641377"/>
                <a:gd name="connsiteX8" fmla="*/ 0 w 1243486"/>
                <a:gd name="connsiteY8" fmla="*/ 641377 h 64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486" h="641377">
                  <a:moveTo>
                    <a:pt x="0" y="0"/>
                  </a:moveTo>
                  <a:lnTo>
                    <a:pt x="254717" y="0"/>
                  </a:lnTo>
                  <a:lnTo>
                    <a:pt x="257232" y="126272"/>
                  </a:lnTo>
                  <a:cubicBezTo>
                    <a:pt x="240118" y="179025"/>
                    <a:pt x="391970" y="225879"/>
                    <a:pt x="618480" y="227237"/>
                  </a:cubicBezTo>
                  <a:cubicBezTo>
                    <a:pt x="849813" y="207508"/>
                    <a:pt x="975603" y="167638"/>
                    <a:pt x="981324" y="100986"/>
                  </a:cubicBezTo>
                  <a:lnTo>
                    <a:pt x="976281" y="0"/>
                  </a:lnTo>
                  <a:lnTo>
                    <a:pt x="1243486" y="0"/>
                  </a:lnTo>
                  <a:lnTo>
                    <a:pt x="1243486" y="641377"/>
                  </a:lnTo>
                  <a:lnTo>
                    <a:pt x="0" y="641377"/>
                  </a:lnTo>
                  <a:close/>
                </a:path>
              </a:pathLst>
            </a:custGeom>
          </p:spPr>
        </p:pic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0B30B79-7B85-BB6C-492C-441E0ECCA8BE}"/>
              </a:ext>
            </a:extLst>
          </p:cNvPr>
          <p:cNvSpPr/>
          <p:nvPr/>
        </p:nvSpPr>
        <p:spPr>
          <a:xfrm rot="5400000">
            <a:off x="619071" y="4700050"/>
            <a:ext cx="2123617" cy="108000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0E810D81-9F80-EC8E-63B8-FC5F92445B6A}"/>
              </a:ext>
            </a:extLst>
          </p:cNvPr>
          <p:cNvGrpSpPr/>
          <p:nvPr/>
        </p:nvGrpSpPr>
        <p:grpSpPr>
          <a:xfrm>
            <a:off x="1610666" y="5815859"/>
            <a:ext cx="140426" cy="131092"/>
            <a:chOff x="4779752" y="5847125"/>
            <a:chExt cx="140426" cy="131092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102DF301-2CEA-897C-09C4-F55F409BA22B}"/>
                </a:ext>
              </a:extLst>
            </p:cNvPr>
            <p:cNvSpPr/>
            <p:nvPr/>
          </p:nvSpPr>
          <p:spPr>
            <a:xfrm>
              <a:off x="4795964" y="5847125"/>
              <a:ext cx="108001" cy="131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A91878D8-9A8B-E0A5-CA57-8D34E44C079C}"/>
                </a:ext>
              </a:extLst>
            </p:cNvPr>
            <p:cNvSpPr/>
            <p:nvPr/>
          </p:nvSpPr>
          <p:spPr>
            <a:xfrm>
              <a:off x="4779752" y="5889812"/>
              <a:ext cx="140426" cy="4571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8" name="사다리꼴 37">
            <a:extLst>
              <a:ext uri="{FF2B5EF4-FFF2-40B4-BE49-F238E27FC236}">
                <a16:creationId xmlns:a16="http://schemas.microsoft.com/office/drawing/2014/main" id="{359AEB1E-67B5-0032-532F-534C2FB44BE6}"/>
              </a:ext>
            </a:extLst>
          </p:cNvPr>
          <p:cNvSpPr/>
          <p:nvPr/>
        </p:nvSpPr>
        <p:spPr>
          <a:xfrm rot="10800000">
            <a:off x="1616195" y="5744458"/>
            <a:ext cx="132132" cy="45719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14E36877-A757-28AF-455F-2C6B1DF8A2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9836">
            <a:off x="7140320" y="3247112"/>
            <a:ext cx="470300" cy="480589"/>
          </a:xfrm>
          <a:prstGeom prst="rect">
            <a:avLst/>
          </a:prstGeom>
        </p:spPr>
      </p:pic>
      <p:grpSp>
        <p:nvGrpSpPr>
          <p:cNvPr id="56" name="그룹 55">
            <a:extLst>
              <a:ext uri="{FF2B5EF4-FFF2-40B4-BE49-F238E27FC236}">
                <a16:creationId xmlns:a16="http://schemas.microsoft.com/office/drawing/2014/main" id="{6053C84E-90A7-614B-30F4-10D38489B8B2}"/>
              </a:ext>
            </a:extLst>
          </p:cNvPr>
          <p:cNvGrpSpPr/>
          <p:nvPr/>
        </p:nvGrpSpPr>
        <p:grpSpPr>
          <a:xfrm rot="10800000">
            <a:off x="7339709" y="3046705"/>
            <a:ext cx="190895" cy="276580"/>
            <a:chOff x="5474257" y="3397937"/>
            <a:chExt cx="1243486" cy="1801634"/>
          </a:xfrm>
        </p:grpSpPr>
        <p:pic>
          <p:nvPicPr>
            <p:cNvPr id="57" name="그림 56" descr="양초, 스크린샷, 블랙, 다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4C2A86E-BE5A-9157-B2D9-BA32CD9E8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90" t="28273" r="44860" b="35582"/>
            <a:stretch>
              <a:fillRect/>
            </a:stretch>
          </p:blipFill>
          <p:spPr>
            <a:xfrm rot="60000">
              <a:off x="5599839" y="3397937"/>
              <a:ext cx="975154" cy="1472549"/>
            </a:xfrm>
            <a:prstGeom prst="rect">
              <a:avLst/>
            </a:prstGeom>
          </p:spPr>
        </p:pic>
        <p:pic>
          <p:nvPicPr>
            <p:cNvPr id="58" name="그림 57" descr="블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04E5EC3-2411-EA16-0C06-58717022B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32" t="47390" r="44378" b="36867"/>
            <a:stretch>
              <a:fillRect/>
            </a:stretch>
          </p:blipFill>
          <p:spPr>
            <a:xfrm rot="120000">
              <a:off x="5474257" y="4558194"/>
              <a:ext cx="1243486" cy="641377"/>
            </a:xfrm>
            <a:custGeom>
              <a:avLst/>
              <a:gdLst>
                <a:gd name="connsiteX0" fmla="*/ 0 w 1243486"/>
                <a:gd name="connsiteY0" fmla="*/ 0 h 641377"/>
                <a:gd name="connsiteX1" fmla="*/ 254717 w 1243486"/>
                <a:gd name="connsiteY1" fmla="*/ 0 h 641377"/>
                <a:gd name="connsiteX2" fmla="*/ 257232 w 1243486"/>
                <a:gd name="connsiteY2" fmla="*/ 126272 h 641377"/>
                <a:gd name="connsiteX3" fmla="*/ 618480 w 1243486"/>
                <a:gd name="connsiteY3" fmla="*/ 227237 h 641377"/>
                <a:gd name="connsiteX4" fmla="*/ 981324 w 1243486"/>
                <a:gd name="connsiteY4" fmla="*/ 100986 h 641377"/>
                <a:gd name="connsiteX5" fmla="*/ 976281 w 1243486"/>
                <a:gd name="connsiteY5" fmla="*/ 0 h 641377"/>
                <a:gd name="connsiteX6" fmla="*/ 1243486 w 1243486"/>
                <a:gd name="connsiteY6" fmla="*/ 0 h 641377"/>
                <a:gd name="connsiteX7" fmla="*/ 1243486 w 1243486"/>
                <a:gd name="connsiteY7" fmla="*/ 641377 h 641377"/>
                <a:gd name="connsiteX8" fmla="*/ 0 w 1243486"/>
                <a:gd name="connsiteY8" fmla="*/ 641377 h 64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486" h="641377">
                  <a:moveTo>
                    <a:pt x="0" y="0"/>
                  </a:moveTo>
                  <a:lnTo>
                    <a:pt x="254717" y="0"/>
                  </a:lnTo>
                  <a:lnTo>
                    <a:pt x="257232" y="126272"/>
                  </a:lnTo>
                  <a:cubicBezTo>
                    <a:pt x="240118" y="179025"/>
                    <a:pt x="391970" y="225879"/>
                    <a:pt x="618480" y="227237"/>
                  </a:cubicBezTo>
                  <a:cubicBezTo>
                    <a:pt x="849813" y="207508"/>
                    <a:pt x="975603" y="167638"/>
                    <a:pt x="981324" y="100986"/>
                  </a:cubicBezTo>
                  <a:lnTo>
                    <a:pt x="976281" y="0"/>
                  </a:lnTo>
                  <a:lnTo>
                    <a:pt x="1243486" y="0"/>
                  </a:lnTo>
                  <a:lnTo>
                    <a:pt x="1243486" y="641377"/>
                  </a:lnTo>
                  <a:lnTo>
                    <a:pt x="0" y="641377"/>
                  </a:lnTo>
                  <a:close/>
                </a:path>
              </a:pathLst>
            </a:custGeom>
          </p:spPr>
        </p:pic>
      </p:grp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C61C598-24B2-D385-A927-48200D7F6D7B}"/>
              </a:ext>
            </a:extLst>
          </p:cNvPr>
          <p:cNvSpPr/>
          <p:nvPr/>
        </p:nvSpPr>
        <p:spPr>
          <a:xfrm rot="5400000">
            <a:off x="6384030" y="4700051"/>
            <a:ext cx="2123617" cy="108000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6665AF66-940F-2631-D802-87311D3D60FC}"/>
              </a:ext>
            </a:extLst>
          </p:cNvPr>
          <p:cNvGrpSpPr/>
          <p:nvPr/>
        </p:nvGrpSpPr>
        <p:grpSpPr>
          <a:xfrm>
            <a:off x="7375625" y="5815860"/>
            <a:ext cx="140426" cy="131092"/>
            <a:chOff x="4779752" y="5847125"/>
            <a:chExt cx="140426" cy="131092"/>
          </a:xfrm>
        </p:grpSpPr>
        <p:sp>
          <p:nvSpPr>
            <p:cNvPr id="61" name="사각형: 둥근 모서리 60">
              <a:extLst>
                <a:ext uri="{FF2B5EF4-FFF2-40B4-BE49-F238E27FC236}">
                  <a16:creationId xmlns:a16="http://schemas.microsoft.com/office/drawing/2014/main" id="{30C88B9A-4A95-C339-94B8-E37C364A17A8}"/>
                </a:ext>
              </a:extLst>
            </p:cNvPr>
            <p:cNvSpPr/>
            <p:nvPr/>
          </p:nvSpPr>
          <p:spPr>
            <a:xfrm>
              <a:off x="4795964" y="5847125"/>
              <a:ext cx="108001" cy="131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9848AFED-E50B-914A-41C8-7C1B65EEFBFD}"/>
                </a:ext>
              </a:extLst>
            </p:cNvPr>
            <p:cNvSpPr/>
            <p:nvPr/>
          </p:nvSpPr>
          <p:spPr>
            <a:xfrm>
              <a:off x="4779752" y="5889812"/>
              <a:ext cx="140426" cy="4571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사다리꼴 62">
            <a:extLst>
              <a:ext uri="{FF2B5EF4-FFF2-40B4-BE49-F238E27FC236}">
                <a16:creationId xmlns:a16="http://schemas.microsoft.com/office/drawing/2014/main" id="{417F5175-02F8-02DA-4B27-3196A9D1E5D8}"/>
              </a:ext>
            </a:extLst>
          </p:cNvPr>
          <p:cNvSpPr/>
          <p:nvPr/>
        </p:nvSpPr>
        <p:spPr>
          <a:xfrm rot="10800000">
            <a:off x="7381154" y="5744459"/>
            <a:ext cx="132132" cy="45719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4" name="그림 1023">
            <a:extLst>
              <a:ext uri="{FF2B5EF4-FFF2-40B4-BE49-F238E27FC236}">
                <a16:creationId xmlns:a16="http://schemas.microsoft.com/office/drawing/2014/main" id="{30225C15-3003-4ADF-121F-F6C495F74B4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939836">
            <a:off x="9395920" y="3247113"/>
            <a:ext cx="470300" cy="480589"/>
          </a:xfrm>
          <a:prstGeom prst="rect">
            <a:avLst/>
          </a:prstGeom>
        </p:spPr>
      </p:pic>
      <p:grpSp>
        <p:nvGrpSpPr>
          <p:cNvPr id="1025" name="그룹 1024">
            <a:extLst>
              <a:ext uri="{FF2B5EF4-FFF2-40B4-BE49-F238E27FC236}">
                <a16:creationId xmlns:a16="http://schemas.microsoft.com/office/drawing/2014/main" id="{F54DC320-D1F6-A7B8-60F2-EEDE13F32DE3}"/>
              </a:ext>
            </a:extLst>
          </p:cNvPr>
          <p:cNvGrpSpPr/>
          <p:nvPr/>
        </p:nvGrpSpPr>
        <p:grpSpPr>
          <a:xfrm rot="10800000">
            <a:off x="9595309" y="3046706"/>
            <a:ext cx="190895" cy="276580"/>
            <a:chOff x="5474257" y="3397937"/>
            <a:chExt cx="1243486" cy="1801634"/>
          </a:xfrm>
        </p:grpSpPr>
        <p:pic>
          <p:nvPicPr>
            <p:cNvPr id="1027" name="그림 1026" descr="양초, 스크린샷, 블랙, 다크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0848D9E-52A1-6A03-8A32-79FDD4E3F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190" t="28273" r="44860" b="35582"/>
            <a:stretch>
              <a:fillRect/>
            </a:stretch>
          </p:blipFill>
          <p:spPr>
            <a:xfrm rot="60000">
              <a:off x="5599839" y="3397937"/>
              <a:ext cx="975154" cy="1472549"/>
            </a:xfrm>
            <a:prstGeom prst="rect">
              <a:avLst/>
            </a:prstGeom>
          </p:spPr>
        </p:pic>
        <p:pic>
          <p:nvPicPr>
            <p:cNvPr id="1028" name="그림 1027" descr="블랙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55B4F80-CD56-D198-61AE-5385AA1E5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32" t="47390" r="44378" b="36867"/>
            <a:stretch>
              <a:fillRect/>
            </a:stretch>
          </p:blipFill>
          <p:spPr>
            <a:xfrm rot="120000">
              <a:off x="5474257" y="4558194"/>
              <a:ext cx="1243486" cy="641377"/>
            </a:xfrm>
            <a:custGeom>
              <a:avLst/>
              <a:gdLst>
                <a:gd name="connsiteX0" fmla="*/ 0 w 1243486"/>
                <a:gd name="connsiteY0" fmla="*/ 0 h 641377"/>
                <a:gd name="connsiteX1" fmla="*/ 254717 w 1243486"/>
                <a:gd name="connsiteY1" fmla="*/ 0 h 641377"/>
                <a:gd name="connsiteX2" fmla="*/ 257232 w 1243486"/>
                <a:gd name="connsiteY2" fmla="*/ 126272 h 641377"/>
                <a:gd name="connsiteX3" fmla="*/ 618480 w 1243486"/>
                <a:gd name="connsiteY3" fmla="*/ 227237 h 641377"/>
                <a:gd name="connsiteX4" fmla="*/ 981324 w 1243486"/>
                <a:gd name="connsiteY4" fmla="*/ 100986 h 641377"/>
                <a:gd name="connsiteX5" fmla="*/ 976281 w 1243486"/>
                <a:gd name="connsiteY5" fmla="*/ 0 h 641377"/>
                <a:gd name="connsiteX6" fmla="*/ 1243486 w 1243486"/>
                <a:gd name="connsiteY6" fmla="*/ 0 h 641377"/>
                <a:gd name="connsiteX7" fmla="*/ 1243486 w 1243486"/>
                <a:gd name="connsiteY7" fmla="*/ 641377 h 641377"/>
                <a:gd name="connsiteX8" fmla="*/ 0 w 1243486"/>
                <a:gd name="connsiteY8" fmla="*/ 641377 h 641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3486" h="641377">
                  <a:moveTo>
                    <a:pt x="0" y="0"/>
                  </a:moveTo>
                  <a:lnTo>
                    <a:pt x="254717" y="0"/>
                  </a:lnTo>
                  <a:lnTo>
                    <a:pt x="257232" y="126272"/>
                  </a:lnTo>
                  <a:cubicBezTo>
                    <a:pt x="240118" y="179025"/>
                    <a:pt x="391970" y="225879"/>
                    <a:pt x="618480" y="227237"/>
                  </a:cubicBezTo>
                  <a:cubicBezTo>
                    <a:pt x="849813" y="207508"/>
                    <a:pt x="975603" y="167638"/>
                    <a:pt x="981324" y="100986"/>
                  </a:cubicBezTo>
                  <a:lnTo>
                    <a:pt x="976281" y="0"/>
                  </a:lnTo>
                  <a:lnTo>
                    <a:pt x="1243486" y="0"/>
                  </a:lnTo>
                  <a:lnTo>
                    <a:pt x="1243486" y="641377"/>
                  </a:lnTo>
                  <a:lnTo>
                    <a:pt x="0" y="641377"/>
                  </a:lnTo>
                  <a:close/>
                </a:path>
              </a:pathLst>
            </a:custGeom>
          </p:spPr>
        </p:pic>
      </p:grpSp>
      <p:sp>
        <p:nvSpPr>
          <p:cNvPr id="1029" name="직사각형 1028">
            <a:extLst>
              <a:ext uri="{FF2B5EF4-FFF2-40B4-BE49-F238E27FC236}">
                <a16:creationId xmlns:a16="http://schemas.microsoft.com/office/drawing/2014/main" id="{043972E0-9ABD-5E71-8AE7-598FA41F367E}"/>
              </a:ext>
            </a:extLst>
          </p:cNvPr>
          <p:cNvSpPr/>
          <p:nvPr/>
        </p:nvSpPr>
        <p:spPr>
          <a:xfrm rot="5400000">
            <a:off x="8639630" y="4700052"/>
            <a:ext cx="2123617" cy="108000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30" name="그룹 1029">
            <a:extLst>
              <a:ext uri="{FF2B5EF4-FFF2-40B4-BE49-F238E27FC236}">
                <a16:creationId xmlns:a16="http://schemas.microsoft.com/office/drawing/2014/main" id="{A712E493-3A95-4DFC-5A9B-765F548A0383}"/>
              </a:ext>
            </a:extLst>
          </p:cNvPr>
          <p:cNvGrpSpPr/>
          <p:nvPr/>
        </p:nvGrpSpPr>
        <p:grpSpPr>
          <a:xfrm>
            <a:off x="9631225" y="5815861"/>
            <a:ext cx="140426" cy="131092"/>
            <a:chOff x="4779752" y="5847125"/>
            <a:chExt cx="140426" cy="131092"/>
          </a:xfrm>
        </p:grpSpPr>
        <p:sp>
          <p:nvSpPr>
            <p:cNvPr id="1031" name="사각형: 둥근 모서리 1030">
              <a:extLst>
                <a:ext uri="{FF2B5EF4-FFF2-40B4-BE49-F238E27FC236}">
                  <a16:creationId xmlns:a16="http://schemas.microsoft.com/office/drawing/2014/main" id="{258A9F48-D0D9-703C-7268-E13028310091}"/>
                </a:ext>
              </a:extLst>
            </p:cNvPr>
            <p:cNvSpPr/>
            <p:nvPr/>
          </p:nvSpPr>
          <p:spPr>
            <a:xfrm>
              <a:off x="4795964" y="5847125"/>
              <a:ext cx="108001" cy="131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2" name="사각형: 둥근 모서리 1031">
              <a:extLst>
                <a:ext uri="{FF2B5EF4-FFF2-40B4-BE49-F238E27FC236}">
                  <a16:creationId xmlns:a16="http://schemas.microsoft.com/office/drawing/2014/main" id="{897B7386-9BE8-472C-DAB0-FB7D21C03AAA}"/>
                </a:ext>
              </a:extLst>
            </p:cNvPr>
            <p:cNvSpPr/>
            <p:nvPr/>
          </p:nvSpPr>
          <p:spPr>
            <a:xfrm>
              <a:off x="4779752" y="5889812"/>
              <a:ext cx="140426" cy="4571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33" name="사다리꼴 1032">
            <a:extLst>
              <a:ext uri="{FF2B5EF4-FFF2-40B4-BE49-F238E27FC236}">
                <a16:creationId xmlns:a16="http://schemas.microsoft.com/office/drawing/2014/main" id="{B6D22276-AA46-795B-9A72-698475A7524A}"/>
              </a:ext>
            </a:extLst>
          </p:cNvPr>
          <p:cNvSpPr/>
          <p:nvPr/>
        </p:nvSpPr>
        <p:spPr>
          <a:xfrm rot="10800000">
            <a:off x="9636754" y="5744460"/>
            <a:ext cx="132132" cy="45719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9" name="자유형: 도형 1048">
            <a:extLst>
              <a:ext uri="{FF2B5EF4-FFF2-40B4-BE49-F238E27FC236}">
                <a16:creationId xmlns:a16="http://schemas.microsoft.com/office/drawing/2014/main" id="{02CAD681-A15D-ABFA-5923-D54AD96B6298}"/>
              </a:ext>
            </a:extLst>
          </p:cNvPr>
          <p:cNvSpPr/>
          <p:nvPr/>
        </p:nvSpPr>
        <p:spPr>
          <a:xfrm>
            <a:off x="1574682" y="2955834"/>
            <a:ext cx="45719" cy="171131"/>
          </a:xfrm>
          <a:custGeom>
            <a:avLst/>
            <a:gdLst>
              <a:gd name="csX0" fmla="*/ 19719 w 19719"/>
              <a:gd name="csY0" fmla="*/ 165824 h 165824"/>
              <a:gd name="csX1" fmla="*/ 767 w 19719"/>
              <a:gd name="csY1" fmla="*/ 71067 h 165824"/>
              <a:gd name="csX2" fmla="*/ 5505 w 19719"/>
              <a:gd name="csY2" fmla="*/ 0 h 165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719" h="165824">
                <a:moveTo>
                  <a:pt x="19719" y="165824"/>
                </a:moveTo>
                <a:cubicBezTo>
                  <a:pt x="11427" y="132264"/>
                  <a:pt x="3136" y="98704"/>
                  <a:pt x="767" y="71067"/>
                </a:cubicBezTo>
                <a:cubicBezTo>
                  <a:pt x="-1602" y="43430"/>
                  <a:pt x="1951" y="21715"/>
                  <a:pt x="5505" y="0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0" name="자유형: 도형 1049">
            <a:extLst>
              <a:ext uri="{FF2B5EF4-FFF2-40B4-BE49-F238E27FC236}">
                <a16:creationId xmlns:a16="http://schemas.microsoft.com/office/drawing/2014/main" id="{2D64EF67-E425-D032-911C-B4C5DC864C9B}"/>
              </a:ext>
            </a:extLst>
          </p:cNvPr>
          <p:cNvSpPr/>
          <p:nvPr/>
        </p:nvSpPr>
        <p:spPr>
          <a:xfrm flipH="1">
            <a:off x="1706642" y="2955834"/>
            <a:ext cx="45719" cy="171131"/>
          </a:xfrm>
          <a:custGeom>
            <a:avLst/>
            <a:gdLst>
              <a:gd name="csX0" fmla="*/ 19719 w 19719"/>
              <a:gd name="csY0" fmla="*/ 165824 h 165824"/>
              <a:gd name="csX1" fmla="*/ 767 w 19719"/>
              <a:gd name="csY1" fmla="*/ 71067 h 165824"/>
              <a:gd name="csX2" fmla="*/ 5505 w 19719"/>
              <a:gd name="csY2" fmla="*/ 0 h 165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719" h="165824">
                <a:moveTo>
                  <a:pt x="19719" y="165824"/>
                </a:moveTo>
                <a:cubicBezTo>
                  <a:pt x="11427" y="132264"/>
                  <a:pt x="3136" y="98704"/>
                  <a:pt x="767" y="71067"/>
                </a:cubicBezTo>
                <a:cubicBezTo>
                  <a:pt x="-1602" y="43430"/>
                  <a:pt x="1951" y="21715"/>
                  <a:pt x="5505" y="0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1" name="자유형: 도형 1050">
            <a:extLst>
              <a:ext uri="{FF2B5EF4-FFF2-40B4-BE49-F238E27FC236}">
                <a16:creationId xmlns:a16="http://schemas.microsoft.com/office/drawing/2014/main" id="{B8C4B1C5-089C-6C26-5D4E-D04D89C2AD83}"/>
              </a:ext>
            </a:extLst>
          </p:cNvPr>
          <p:cNvSpPr/>
          <p:nvPr/>
        </p:nvSpPr>
        <p:spPr>
          <a:xfrm>
            <a:off x="7333820" y="2955834"/>
            <a:ext cx="45719" cy="171131"/>
          </a:xfrm>
          <a:custGeom>
            <a:avLst/>
            <a:gdLst>
              <a:gd name="csX0" fmla="*/ 19719 w 19719"/>
              <a:gd name="csY0" fmla="*/ 165824 h 165824"/>
              <a:gd name="csX1" fmla="*/ 767 w 19719"/>
              <a:gd name="csY1" fmla="*/ 71067 h 165824"/>
              <a:gd name="csX2" fmla="*/ 5505 w 19719"/>
              <a:gd name="csY2" fmla="*/ 0 h 165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719" h="165824">
                <a:moveTo>
                  <a:pt x="19719" y="165824"/>
                </a:moveTo>
                <a:cubicBezTo>
                  <a:pt x="11427" y="132264"/>
                  <a:pt x="3136" y="98704"/>
                  <a:pt x="767" y="71067"/>
                </a:cubicBezTo>
                <a:cubicBezTo>
                  <a:pt x="-1602" y="43430"/>
                  <a:pt x="1951" y="21715"/>
                  <a:pt x="5505" y="0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2" name="자유형: 도형 1051">
            <a:extLst>
              <a:ext uri="{FF2B5EF4-FFF2-40B4-BE49-F238E27FC236}">
                <a16:creationId xmlns:a16="http://schemas.microsoft.com/office/drawing/2014/main" id="{49C75221-3A67-4FA3-9249-60E9BC54EDFF}"/>
              </a:ext>
            </a:extLst>
          </p:cNvPr>
          <p:cNvSpPr/>
          <p:nvPr/>
        </p:nvSpPr>
        <p:spPr>
          <a:xfrm flipH="1">
            <a:off x="7465780" y="2955834"/>
            <a:ext cx="45719" cy="171131"/>
          </a:xfrm>
          <a:custGeom>
            <a:avLst/>
            <a:gdLst>
              <a:gd name="csX0" fmla="*/ 19719 w 19719"/>
              <a:gd name="csY0" fmla="*/ 165824 h 165824"/>
              <a:gd name="csX1" fmla="*/ 767 w 19719"/>
              <a:gd name="csY1" fmla="*/ 71067 h 165824"/>
              <a:gd name="csX2" fmla="*/ 5505 w 19719"/>
              <a:gd name="csY2" fmla="*/ 0 h 165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719" h="165824">
                <a:moveTo>
                  <a:pt x="19719" y="165824"/>
                </a:moveTo>
                <a:cubicBezTo>
                  <a:pt x="11427" y="132264"/>
                  <a:pt x="3136" y="98704"/>
                  <a:pt x="767" y="71067"/>
                </a:cubicBezTo>
                <a:cubicBezTo>
                  <a:pt x="-1602" y="43430"/>
                  <a:pt x="1951" y="21715"/>
                  <a:pt x="5505" y="0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3" name="자유형: 도형 1052">
            <a:extLst>
              <a:ext uri="{FF2B5EF4-FFF2-40B4-BE49-F238E27FC236}">
                <a16:creationId xmlns:a16="http://schemas.microsoft.com/office/drawing/2014/main" id="{5BA27E56-9CC3-6662-C5FF-315C423EE128}"/>
              </a:ext>
            </a:extLst>
          </p:cNvPr>
          <p:cNvSpPr/>
          <p:nvPr/>
        </p:nvSpPr>
        <p:spPr>
          <a:xfrm>
            <a:off x="9593959" y="2955834"/>
            <a:ext cx="45719" cy="171131"/>
          </a:xfrm>
          <a:custGeom>
            <a:avLst/>
            <a:gdLst>
              <a:gd name="csX0" fmla="*/ 19719 w 19719"/>
              <a:gd name="csY0" fmla="*/ 165824 h 165824"/>
              <a:gd name="csX1" fmla="*/ 767 w 19719"/>
              <a:gd name="csY1" fmla="*/ 71067 h 165824"/>
              <a:gd name="csX2" fmla="*/ 5505 w 19719"/>
              <a:gd name="csY2" fmla="*/ 0 h 165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719" h="165824">
                <a:moveTo>
                  <a:pt x="19719" y="165824"/>
                </a:moveTo>
                <a:cubicBezTo>
                  <a:pt x="11427" y="132264"/>
                  <a:pt x="3136" y="98704"/>
                  <a:pt x="767" y="71067"/>
                </a:cubicBezTo>
                <a:cubicBezTo>
                  <a:pt x="-1602" y="43430"/>
                  <a:pt x="1951" y="21715"/>
                  <a:pt x="5505" y="0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54" name="자유형: 도형 1053">
            <a:extLst>
              <a:ext uri="{FF2B5EF4-FFF2-40B4-BE49-F238E27FC236}">
                <a16:creationId xmlns:a16="http://schemas.microsoft.com/office/drawing/2014/main" id="{6C9A7A56-95A6-9189-799B-2DBF8AB34F3D}"/>
              </a:ext>
            </a:extLst>
          </p:cNvPr>
          <p:cNvSpPr/>
          <p:nvPr/>
        </p:nvSpPr>
        <p:spPr>
          <a:xfrm flipH="1">
            <a:off x="9725919" y="2955834"/>
            <a:ext cx="45719" cy="171131"/>
          </a:xfrm>
          <a:custGeom>
            <a:avLst/>
            <a:gdLst>
              <a:gd name="csX0" fmla="*/ 19719 w 19719"/>
              <a:gd name="csY0" fmla="*/ 165824 h 165824"/>
              <a:gd name="csX1" fmla="*/ 767 w 19719"/>
              <a:gd name="csY1" fmla="*/ 71067 h 165824"/>
              <a:gd name="csX2" fmla="*/ 5505 w 19719"/>
              <a:gd name="csY2" fmla="*/ 0 h 165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9719" h="165824">
                <a:moveTo>
                  <a:pt x="19719" y="165824"/>
                </a:moveTo>
                <a:cubicBezTo>
                  <a:pt x="11427" y="132264"/>
                  <a:pt x="3136" y="98704"/>
                  <a:pt x="767" y="71067"/>
                </a:cubicBezTo>
                <a:cubicBezTo>
                  <a:pt x="-1602" y="43430"/>
                  <a:pt x="1951" y="21715"/>
                  <a:pt x="5505" y="0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75" name="직선 화살표 연결선 1074">
            <a:extLst>
              <a:ext uri="{FF2B5EF4-FFF2-40B4-BE49-F238E27FC236}">
                <a16:creationId xmlns:a16="http://schemas.microsoft.com/office/drawing/2014/main" id="{495648D4-9134-8E39-4E19-293CE347505C}"/>
              </a:ext>
            </a:extLst>
          </p:cNvPr>
          <p:cNvCxnSpPr>
            <a:cxnSpLocks/>
          </p:cNvCxnSpPr>
          <p:nvPr/>
        </p:nvCxnSpPr>
        <p:spPr>
          <a:xfrm flipH="1">
            <a:off x="1872541" y="4654303"/>
            <a:ext cx="329714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9" name="그룹 1088">
            <a:extLst>
              <a:ext uri="{FF2B5EF4-FFF2-40B4-BE49-F238E27FC236}">
                <a16:creationId xmlns:a16="http://schemas.microsoft.com/office/drawing/2014/main" id="{4256C6BD-9255-F19C-00E4-B76172D4C461}"/>
              </a:ext>
            </a:extLst>
          </p:cNvPr>
          <p:cNvGrpSpPr/>
          <p:nvPr/>
        </p:nvGrpSpPr>
        <p:grpSpPr>
          <a:xfrm>
            <a:off x="2197199" y="3535957"/>
            <a:ext cx="1726656" cy="1999201"/>
            <a:chOff x="5369049" y="3790973"/>
            <a:chExt cx="1726656" cy="1999201"/>
          </a:xfrm>
        </p:grpSpPr>
        <p:sp>
          <p:nvSpPr>
            <p:cNvPr id="1076" name="직사각형 1075">
              <a:extLst>
                <a:ext uri="{FF2B5EF4-FFF2-40B4-BE49-F238E27FC236}">
                  <a16:creationId xmlns:a16="http://schemas.microsoft.com/office/drawing/2014/main" id="{9C8A821E-E36A-F876-1492-D695D1DF28B1}"/>
                </a:ext>
              </a:extLst>
            </p:cNvPr>
            <p:cNvSpPr/>
            <p:nvPr/>
          </p:nvSpPr>
          <p:spPr>
            <a:xfrm>
              <a:off x="5369049" y="3790973"/>
              <a:ext cx="1726656" cy="1999201"/>
            </a:xfrm>
            <a:prstGeom prst="rect">
              <a:avLst/>
            </a:prstGeom>
            <a:solidFill>
              <a:srgbClr val="F8DE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77" name="그룹화">
              <a:extLst>
                <a:ext uri="{FF2B5EF4-FFF2-40B4-BE49-F238E27FC236}">
                  <a16:creationId xmlns:a16="http://schemas.microsoft.com/office/drawing/2014/main" id="{D644994F-7500-E42B-882F-118B1DA13F03}"/>
                </a:ext>
              </a:extLst>
            </p:cNvPr>
            <p:cNvGrpSpPr/>
            <p:nvPr/>
          </p:nvGrpSpPr>
          <p:grpSpPr>
            <a:xfrm>
              <a:off x="5735301" y="3866723"/>
              <a:ext cx="994152" cy="183155"/>
              <a:chOff x="0" y="0"/>
              <a:chExt cx="7600425" cy="1400237"/>
            </a:xfrm>
          </p:grpSpPr>
          <p:sp>
            <p:nvSpPr>
              <p:cNvPr id="1078" name="도형">
                <a:extLst>
                  <a:ext uri="{FF2B5EF4-FFF2-40B4-BE49-F238E27FC236}">
                    <a16:creationId xmlns:a16="http://schemas.microsoft.com/office/drawing/2014/main" id="{3E60600D-DE5F-93FE-386D-2E8EB2E8EB74}"/>
                  </a:ext>
                </a:extLst>
              </p:cNvPr>
              <p:cNvSpPr/>
              <p:nvPr/>
            </p:nvSpPr>
            <p:spPr>
              <a:xfrm>
                <a:off x="0" y="0"/>
                <a:ext cx="799992" cy="1100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02" y="16685"/>
                    </a:moveTo>
                    <a:lnTo>
                      <a:pt x="5402" y="0"/>
                    </a:lnTo>
                    <a:lnTo>
                      <a:pt x="0" y="0"/>
                    </a:lnTo>
                    <a:lnTo>
                      <a:pt x="0" y="18652"/>
                    </a:lnTo>
                    <a:lnTo>
                      <a:pt x="4054" y="21600"/>
                    </a:lnTo>
                    <a:lnTo>
                      <a:pt x="21600" y="21600"/>
                    </a:lnTo>
                    <a:lnTo>
                      <a:pt x="21600" y="17672"/>
                    </a:lnTo>
                    <a:lnTo>
                      <a:pt x="6751" y="17672"/>
                    </a:lnTo>
                    <a:cubicBezTo>
                      <a:pt x="6009" y="17672"/>
                      <a:pt x="5402" y="17231"/>
                      <a:pt x="5402" y="166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079" name="도형">
                <a:extLst>
                  <a:ext uri="{FF2B5EF4-FFF2-40B4-BE49-F238E27FC236}">
                    <a16:creationId xmlns:a16="http://schemas.microsoft.com/office/drawing/2014/main" id="{69AE53AF-8E70-2F84-0705-58C31AC9137D}"/>
                  </a:ext>
                </a:extLst>
              </p:cNvPr>
              <p:cNvSpPr/>
              <p:nvPr/>
            </p:nvSpPr>
            <p:spPr>
              <a:xfrm>
                <a:off x="4499996" y="299955"/>
                <a:ext cx="600246" cy="799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00" y="6751"/>
                    </a:moveTo>
                    <a:lnTo>
                      <a:pt x="7200" y="21600"/>
                    </a:lnTo>
                    <a:lnTo>
                      <a:pt x="0" y="21600"/>
                    </a:lnTo>
                    <a:lnTo>
                      <a:pt x="0" y="4054"/>
                    </a:lnTo>
                    <a:cubicBezTo>
                      <a:pt x="2111" y="2470"/>
                      <a:pt x="3292" y="1584"/>
                      <a:pt x="5403" y="0"/>
                    </a:cubicBezTo>
                    <a:lnTo>
                      <a:pt x="21600" y="0"/>
                    </a:lnTo>
                    <a:lnTo>
                      <a:pt x="21600" y="5402"/>
                    </a:lnTo>
                    <a:lnTo>
                      <a:pt x="9009" y="5402"/>
                    </a:lnTo>
                    <a:cubicBezTo>
                      <a:pt x="8020" y="5402"/>
                      <a:pt x="7212" y="6009"/>
                      <a:pt x="7212" y="67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080" name="도형">
                <a:extLst>
                  <a:ext uri="{FF2B5EF4-FFF2-40B4-BE49-F238E27FC236}">
                    <a16:creationId xmlns:a16="http://schemas.microsoft.com/office/drawing/2014/main" id="{0FC51B5B-FD09-CFCF-1208-A62073A28317}"/>
                  </a:ext>
                </a:extLst>
              </p:cNvPr>
              <p:cNvSpPr/>
              <p:nvPr/>
            </p:nvSpPr>
            <p:spPr>
              <a:xfrm>
                <a:off x="899865" y="299955"/>
                <a:ext cx="800328" cy="800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48" y="0"/>
                    </a:moveTo>
                    <a:lnTo>
                      <a:pt x="4052" y="0"/>
                    </a:lnTo>
                    <a:cubicBezTo>
                      <a:pt x="2469" y="1583"/>
                      <a:pt x="1583" y="2469"/>
                      <a:pt x="0" y="4052"/>
                    </a:cubicBezTo>
                    <a:lnTo>
                      <a:pt x="0" y="17548"/>
                    </a:lnTo>
                    <a:cubicBezTo>
                      <a:pt x="1583" y="19131"/>
                      <a:pt x="2469" y="20017"/>
                      <a:pt x="4052" y="21600"/>
                    </a:cubicBezTo>
                    <a:lnTo>
                      <a:pt x="17548" y="21600"/>
                    </a:lnTo>
                    <a:cubicBezTo>
                      <a:pt x="19131" y="20017"/>
                      <a:pt x="20017" y="19131"/>
                      <a:pt x="21600" y="17548"/>
                    </a:cubicBezTo>
                    <a:lnTo>
                      <a:pt x="21600" y="4052"/>
                    </a:lnTo>
                    <a:cubicBezTo>
                      <a:pt x="20017" y="2469"/>
                      <a:pt x="19131" y="1583"/>
                      <a:pt x="17548" y="0"/>
                    </a:cubicBezTo>
                    <a:close/>
                    <a:moveTo>
                      <a:pt x="16200" y="14843"/>
                    </a:moveTo>
                    <a:cubicBezTo>
                      <a:pt x="16200" y="15585"/>
                      <a:pt x="15594" y="16191"/>
                      <a:pt x="14852" y="16191"/>
                    </a:cubicBezTo>
                    <a:lnTo>
                      <a:pt x="6757" y="16191"/>
                    </a:lnTo>
                    <a:cubicBezTo>
                      <a:pt x="6015" y="16191"/>
                      <a:pt x="5409" y="15585"/>
                      <a:pt x="5409" y="14843"/>
                    </a:cubicBezTo>
                    <a:lnTo>
                      <a:pt x="5409" y="6748"/>
                    </a:lnTo>
                    <a:cubicBezTo>
                      <a:pt x="5409" y="6006"/>
                      <a:pt x="6015" y="5400"/>
                      <a:pt x="6757" y="5400"/>
                    </a:cubicBezTo>
                    <a:lnTo>
                      <a:pt x="14852" y="5400"/>
                    </a:lnTo>
                    <a:cubicBezTo>
                      <a:pt x="15594" y="5400"/>
                      <a:pt x="16200" y="6006"/>
                      <a:pt x="16200" y="6748"/>
                    </a:cubicBezTo>
                    <a:lnTo>
                      <a:pt x="16200" y="1484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081" name="도형">
                <a:extLst>
                  <a:ext uri="{FF2B5EF4-FFF2-40B4-BE49-F238E27FC236}">
                    <a16:creationId xmlns:a16="http://schemas.microsoft.com/office/drawing/2014/main" id="{F6FC367F-26DC-6B7A-67CF-33D8488AB330}"/>
                  </a:ext>
                </a:extLst>
              </p:cNvPr>
              <p:cNvSpPr/>
              <p:nvPr/>
            </p:nvSpPr>
            <p:spPr>
              <a:xfrm>
                <a:off x="1799730" y="299955"/>
                <a:ext cx="800328" cy="800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48" y="0"/>
                    </a:moveTo>
                    <a:lnTo>
                      <a:pt x="4052" y="0"/>
                    </a:lnTo>
                    <a:cubicBezTo>
                      <a:pt x="2469" y="1583"/>
                      <a:pt x="1583" y="2469"/>
                      <a:pt x="0" y="4052"/>
                    </a:cubicBezTo>
                    <a:lnTo>
                      <a:pt x="0" y="17548"/>
                    </a:lnTo>
                    <a:cubicBezTo>
                      <a:pt x="1583" y="19131"/>
                      <a:pt x="2469" y="20017"/>
                      <a:pt x="4052" y="21600"/>
                    </a:cubicBezTo>
                    <a:lnTo>
                      <a:pt x="17548" y="21600"/>
                    </a:lnTo>
                    <a:cubicBezTo>
                      <a:pt x="19131" y="20017"/>
                      <a:pt x="20017" y="19131"/>
                      <a:pt x="21600" y="17548"/>
                    </a:cubicBezTo>
                    <a:lnTo>
                      <a:pt x="21600" y="4052"/>
                    </a:lnTo>
                    <a:cubicBezTo>
                      <a:pt x="20017" y="2469"/>
                      <a:pt x="19131" y="1583"/>
                      <a:pt x="17548" y="0"/>
                    </a:cubicBezTo>
                    <a:close/>
                    <a:moveTo>
                      <a:pt x="16200" y="14843"/>
                    </a:moveTo>
                    <a:cubicBezTo>
                      <a:pt x="16200" y="15585"/>
                      <a:pt x="15594" y="16191"/>
                      <a:pt x="14852" y="16191"/>
                    </a:cubicBezTo>
                    <a:lnTo>
                      <a:pt x="6757" y="16191"/>
                    </a:lnTo>
                    <a:cubicBezTo>
                      <a:pt x="6015" y="16191"/>
                      <a:pt x="5409" y="15585"/>
                      <a:pt x="5409" y="14843"/>
                    </a:cubicBezTo>
                    <a:lnTo>
                      <a:pt x="5409" y="6748"/>
                    </a:lnTo>
                    <a:cubicBezTo>
                      <a:pt x="5409" y="6006"/>
                      <a:pt x="6015" y="5400"/>
                      <a:pt x="6757" y="5400"/>
                    </a:cubicBezTo>
                    <a:lnTo>
                      <a:pt x="14852" y="5400"/>
                    </a:lnTo>
                    <a:cubicBezTo>
                      <a:pt x="15594" y="5400"/>
                      <a:pt x="16200" y="6006"/>
                      <a:pt x="16200" y="6748"/>
                    </a:cubicBezTo>
                    <a:lnTo>
                      <a:pt x="16200" y="1484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082" name="도형">
                <a:extLst>
                  <a:ext uri="{FF2B5EF4-FFF2-40B4-BE49-F238E27FC236}">
                    <a16:creationId xmlns:a16="http://schemas.microsoft.com/office/drawing/2014/main" id="{A9C34F47-0E17-4420-939E-2019259E2C94}"/>
                  </a:ext>
                </a:extLst>
              </p:cNvPr>
              <p:cNvSpPr/>
              <p:nvPr/>
            </p:nvSpPr>
            <p:spPr>
              <a:xfrm>
                <a:off x="2699930" y="299955"/>
                <a:ext cx="799993" cy="1100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55" y="0"/>
                    </a:moveTo>
                    <a:lnTo>
                      <a:pt x="4054" y="0"/>
                    </a:lnTo>
                    <a:cubicBezTo>
                      <a:pt x="2470" y="1151"/>
                      <a:pt x="1584" y="1796"/>
                      <a:pt x="0" y="2948"/>
                    </a:cubicBezTo>
                    <a:lnTo>
                      <a:pt x="0" y="21600"/>
                    </a:lnTo>
                    <a:lnTo>
                      <a:pt x="5402" y="21600"/>
                    </a:lnTo>
                    <a:lnTo>
                      <a:pt x="5402" y="4915"/>
                    </a:lnTo>
                    <a:cubicBezTo>
                      <a:pt x="5402" y="4375"/>
                      <a:pt x="6009" y="3934"/>
                      <a:pt x="6751" y="3934"/>
                    </a:cubicBezTo>
                    <a:lnTo>
                      <a:pt x="14849" y="3934"/>
                    </a:lnTo>
                    <a:cubicBezTo>
                      <a:pt x="15591" y="3934"/>
                      <a:pt x="16198" y="4375"/>
                      <a:pt x="16198" y="4915"/>
                    </a:cubicBezTo>
                    <a:lnTo>
                      <a:pt x="16198" y="10803"/>
                    </a:lnTo>
                    <a:cubicBezTo>
                      <a:pt x="16198" y="11343"/>
                      <a:pt x="15591" y="11784"/>
                      <a:pt x="14849" y="11784"/>
                    </a:cubicBezTo>
                    <a:lnTo>
                      <a:pt x="8099" y="11784"/>
                    </a:lnTo>
                    <a:lnTo>
                      <a:pt x="8099" y="15711"/>
                    </a:lnTo>
                    <a:lnTo>
                      <a:pt x="17546" y="15711"/>
                    </a:lnTo>
                    <a:cubicBezTo>
                      <a:pt x="19130" y="14560"/>
                      <a:pt x="20016" y="13915"/>
                      <a:pt x="21600" y="12764"/>
                    </a:cubicBezTo>
                    <a:lnTo>
                      <a:pt x="21600" y="2948"/>
                    </a:lnTo>
                    <a:cubicBezTo>
                      <a:pt x="20016" y="1796"/>
                      <a:pt x="19130" y="1151"/>
                      <a:pt x="1754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083" name="도형">
                <a:extLst>
                  <a:ext uri="{FF2B5EF4-FFF2-40B4-BE49-F238E27FC236}">
                    <a16:creationId xmlns:a16="http://schemas.microsoft.com/office/drawing/2014/main" id="{3150C6FE-E375-43DA-9F68-1D0442D58A34}"/>
                  </a:ext>
                </a:extLst>
              </p:cNvPr>
              <p:cNvSpPr/>
              <p:nvPr/>
            </p:nvSpPr>
            <p:spPr>
              <a:xfrm>
                <a:off x="3599796" y="299955"/>
                <a:ext cx="799993" cy="800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55" y="0"/>
                    </a:moveTo>
                    <a:lnTo>
                      <a:pt x="4054" y="0"/>
                    </a:lnTo>
                    <a:cubicBezTo>
                      <a:pt x="2470" y="1583"/>
                      <a:pt x="1584" y="2469"/>
                      <a:pt x="0" y="4052"/>
                    </a:cubicBezTo>
                    <a:lnTo>
                      <a:pt x="0" y="17548"/>
                    </a:lnTo>
                    <a:cubicBezTo>
                      <a:pt x="1584" y="19131"/>
                      <a:pt x="2470" y="20017"/>
                      <a:pt x="4054" y="21600"/>
                    </a:cubicBezTo>
                    <a:lnTo>
                      <a:pt x="21600" y="21600"/>
                    </a:lnTo>
                    <a:lnTo>
                      <a:pt x="21600" y="16200"/>
                    </a:lnTo>
                    <a:lnTo>
                      <a:pt x="13022" y="16200"/>
                    </a:lnTo>
                    <a:cubicBezTo>
                      <a:pt x="13022" y="16200"/>
                      <a:pt x="6751" y="16200"/>
                      <a:pt x="6751" y="16200"/>
                    </a:cubicBezTo>
                    <a:cubicBezTo>
                      <a:pt x="6009" y="16200"/>
                      <a:pt x="5402" y="15594"/>
                      <a:pt x="5402" y="14852"/>
                    </a:cubicBezTo>
                    <a:lnTo>
                      <a:pt x="5402" y="6757"/>
                    </a:lnTo>
                    <a:cubicBezTo>
                      <a:pt x="5402" y="6015"/>
                      <a:pt x="6009" y="5409"/>
                      <a:pt x="6751" y="5409"/>
                    </a:cubicBezTo>
                    <a:lnTo>
                      <a:pt x="14849" y="5409"/>
                    </a:lnTo>
                    <a:cubicBezTo>
                      <a:pt x="15591" y="5409"/>
                      <a:pt x="16198" y="6015"/>
                      <a:pt x="16198" y="6757"/>
                    </a:cubicBezTo>
                    <a:lnTo>
                      <a:pt x="16198" y="6757"/>
                    </a:lnTo>
                    <a:cubicBezTo>
                      <a:pt x="16198" y="7498"/>
                      <a:pt x="15591" y="8105"/>
                      <a:pt x="14849" y="8105"/>
                    </a:cubicBezTo>
                    <a:lnTo>
                      <a:pt x="8099" y="8105"/>
                    </a:lnTo>
                    <a:lnTo>
                      <a:pt x="8099" y="13505"/>
                    </a:lnTo>
                    <a:lnTo>
                      <a:pt x="17546" y="13505"/>
                    </a:lnTo>
                    <a:cubicBezTo>
                      <a:pt x="19130" y="11922"/>
                      <a:pt x="20016" y="11035"/>
                      <a:pt x="21600" y="9452"/>
                    </a:cubicBezTo>
                    <a:lnTo>
                      <a:pt x="21600" y="4052"/>
                    </a:lnTo>
                    <a:cubicBezTo>
                      <a:pt x="20016" y="2469"/>
                      <a:pt x="19130" y="1583"/>
                      <a:pt x="1754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084" name="도형">
                <a:extLst>
                  <a:ext uri="{FF2B5EF4-FFF2-40B4-BE49-F238E27FC236}">
                    <a16:creationId xmlns:a16="http://schemas.microsoft.com/office/drawing/2014/main" id="{CB5A5273-7244-C901-CF52-FF18FA4DF0EB}"/>
                  </a:ext>
                </a:extLst>
              </p:cNvPr>
              <p:cNvSpPr/>
              <p:nvPr/>
            </p:nvSpPr>
            <p:spPr>
              <a:xfrm>
                <a:off x="6099980" y="299955"/>
                <a:ext cx="799993" cy="800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55" y="0"/>
                    </a:moveTo>
                    <a:lnTo>
                      <a:pt x="4054" y="0"/>
                    </a:lnTo>
                    <a:lnTo>
                      <a:pt x="0" y="4052"/>
                    </a:lnTo>
                    <a:lnTo>
                      <a:pt x="0" y="17548"/>
                    </a:lnTo>
                    <a:cubicBezTo>
                      <a:pt x="1584" y="19131"/>
                      <a:pt x="2470" y="20017"/>
                      <a:pt x="4054" y="21600"/>
                    </a:cubicBezTo>
                    <a:lnTo>
                      <a:pt x="21600" y="21600"/>
                    </a:lnTo>
                    <a:lnTo>
                      <a:pt x="21600" y="16200"/>
                    </a:lnTo>
                    <a:lnTo>
                      <a:pt x="13022" y="16200"/>
                    </a:lnTo>
                    <a:cubicBezTo>
                      <a:pt x="13022" y="16200"/>
                      <a:pt x="6751" y="16200"/>
                      <a:pt x="6751" y="16200"/>
                    </a:cubicBezTo>
                    <a:cubicBezTo>
                      <a:pt x="6009" y="16200"/>
                      <a:pt x="5402" y="15594"/>
                      <a:pt x="5402" y="14852"/>
                    </a:cubicBezTo>
                    <a:lnTo>
                      <a:pt x="5402" y="6757"/>
                    </a:lnTo>
                    <a:cubicBezTo>
                      <a:pt x="5402" y="6015"/>
                      <a:pt x="6009" y="5409"/>
                      <a:pt x="6751" y="5409"/>
                    </a:cubicBezTo>
                    <a:lnTo>
                      <a:pt x="14849" y="5409"/>
                    </a:lnTo>
                    <a:cubicBezTo>
                      <a:pt x="15591" y="5409"/>
                      <a:pt x="16198" y="6015"/>
                      <a:pt x="16198" y="6757"/>
                    </a:cubicBezTo>
                    <a:lnTo>
                      <a:pt x="16198" y="6757"/>
                    </a:lnTo>
                    <a:cubicBezTo>
                      <a:pt x="16198" y="7498"/>
                      <a:pt x="15591" y="8105"/>
                      <a:pt x="14849" y="8105"/>
                    </a:cubicBezTo>
                    <a:lnTo>
                      <a:pt x="8099" y="8105"/>
                    </a:lnTo>
                    <a:cubicBezTo>
                      <a:pt x="8099" y="8105"/>
                      <a:pt x="8099" y="13505"/>
                      <a:pt x="8099" y="13505"/>
                    </a:cubicBezTo>
                    <a:lnTo>
                      <a:pt x="17546" y="13505"/>
                    </a:lnTo>
                    <a:cubicBezTo>
                      <a:pt x="19130" y="11922"/>
                      <a:pt x="20016" y="11035"/>
                      <a:pt x="21600" y="9452"/>
                    </a:cubicBezTo>
                    <a:lnTo>
                      <a:pt x="21600" y="4052"/>
                    </a:lnTo>
                    <a:lnTo>
                      <a:pt x="1754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085" name="도형">
                <a:extLst>
                  <a:ext uri="{FF2B5EF4-FFF2-40B4-BE49-F238E27FC236}">
                    <a16:creationId xmlns:a16="http://schemas.microsoft.com/office/drawing/2014/main" id="{C27C0E2F-F65D-E98D-DF70-264195C9F621}"/>
                  </a:ext>
                </a:extLst>
              </p:cNvPr>
              <p:cNvSpPr/>
              <p:nvPr/>
            </p:nvSpPr>
            <p:spPr>
              <a:xfrm>
                <a:off x="5199779" y="299955"/>
                <a:ext cx="800328" cy="1100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48" y="0"/>
                    </a:moveTo>
                    <a:lnTo>
                      <a:pt x="4052" y="0"/>
                    </a:lnTo>
                    <a:lnTo>
                      <a:pt x="0" y="2948"/>
                    </a:lnTo>
                    <a:lnTo>
                      <a:pt x="0" y="12764"/>
                    </a:lnTo>
                    <a:lnTo>
                      <a:pt x="4052" y="15711"/>
                    </a:lnTo>
                    <a:lnTo>
                      <a:pt x="13495" y="15711"/>
                    </a:lnTo>
                    <a:lnTo>
                      <a:pt x="13495" y="11784"/>
                    </a:lnTo>
                    <a:lnTo>
                      <a:pt x="6748" y="11784"/>
                    </a:lnTo>
                    <a:cubicBezTo>
                      <a:pt x="6006" y="11784"/>
                      <a:pt x="5400" y="11343"/>
                      <a:pt x="5400" y="10803"/>
                    </a:cubicBezTo>
                    <a:lnTo>
                      <a:pt x="5400" y="4915"/>
                    </a:lnTo>
                    <a:cubicBezTo>
                      <a:pt x="5400" y="4375"/>
                      <a:pt x="6006" y="3934"/>
                      <a:pt x="6748" y="3934"/>
                    </a:cubicBezTo>
                    <a:lnTo>
                      <a:pt x="14843" y="3934"/>
                    </a:lnTo>
                    <a:cubicBezTo>
                      <a:pt x="15585" y="3934"/>
                      <a:pt x="16191" y="4375"/>
                      <a:pt x="16191" y="4915"/>
                    </a:cubicBezTo>
                    <a:lnTo>
                      <a:pt x="16191" y="16692"/>
                    </a:lnTo>
                    <a:cubicBezTo>
                      <a:pt x="16191" y="17231"/>
                      <a:pt x="15585" y="17672"/>
                      <a:pt x="14843" y="17672"/>
                    </a:cubicBezTo>
                    <a:lnTo>
                      <a:pt x="5400" y="17672"/>
                    </a:lnTo>
                    <a:lnTo>
                      <a:pt x="5400" y="21600"/>
                    </a:lnTo>
                    <a:lnTo>
                      <a:pt x="17548" y="21600"/>
                    </a:lnTo>
                    <a:lnTo>
                      <a:pt x="21600" y="18652"/>
                    </a:lnTo>
                    <a:lnTo>
                      <a:pt x="21600" y="2948"/>
                    </a:lnTo>
                    <a:lnTo>
                      <a:pt x="1754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1086" name="도형">
                <a:extLst>
                  <a:ext uri="{FF2B5EF4-FFF2-40B4-BE49-F238E27FC236}">
                    <a16:creationId xmlns:a16="http://schemas.microsoft.com/office/drawing/2014/main" id="{DB88B32D-CAC0-B703-7598-66DD4AB7EE9F}"/>
                  </a:ext>
                </a:extLst>
              </p:cNvPr>
              <p:cNvSpPr/>
              <p:nvPr/>
            </p:nvSpPr>
            <p:spPr>
              <a:xfrm>
                <a:off x="7000180" y="0"/>
                <a:ext cx="600246" cy="1100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88" y="9816"/>
                    </a:moveTo>
                    <a:lnTo>
                      <a:pt x="21588" y="5889"/>
                    </a:lnTo>
                    <a:lnTo>
                      <a:pt x="8997" y="5889"/>
                    </a:lnTo>
                    <a:cubicBezTo>
                      <a:pt x="8008" y="5889"/>
                      <a:pt x="7200" y="5448"/>
                      <a:pt x="7200" y="4908"/>
                    </a:cubicBezTo>
                    <a:lnTo>
                      <a:pt x="7200" y="0"/>
                    </a:lnTo>
                    <a:lnTo>
                      <a:pt x="0" y="0"/>
                    </a:lnTo>
                    <a:lnTo>
                      <a:pt x="0" y="18652"/>
                    </a:lnTo>
                    <a:lnTo>
                      <a:pt x="5403" y="21600"/>
                    </a:lnTo>
                    <a:lnTo>
                      <a:pt x="21600" y="21600"/>
                    </a:lnTo>
                    <a:lnTo>
                      <a:pt x="21600" y="17672"/>
                    </a:lnTo>
                    <a:lnTo>
                      <a:pt x="9009" y="17672"/>
                    </a:lnTo>
                    <a:cubicBezTo>
                      <a:pt x="8020" y="17672"/>
                      <a:pt x="7212" y="17231"/>
                      <a:pt x="7212" y="16692"/>
                    </a:cubicBezTo>
                    <a:lnTo>
                      <a:pt x="7212" y="10803"/>
                    </a:lnTo>
                    <a:cubicBezTo>
                      <a:pt x="7212" y="10264"/>
                      <a:pt x="8020" y="9823"/>
                      <a:pt x="9009" y="9823"/>
                    </a:cubicBezTo>
                    <a:lnTo>
                      <a:pt x="21600" y="982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</p:grpSp>
        <p:pic>
          <p:nvPicPr>
            <p:cNvPr id="1088" name="그림 1087">
              <a:extLst>
                <a:ext uri="{FF2B5EF4-FFF2-40B4-BE49-F238E27FC236}">
                  <a16:creationId xmlns:a16="http://schemas.microsoft.com/office/drawing/2014/main" id="{5B9A1321-9C8C-F6F3-FE10-7E86C5E8D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9" t="34017" r="69360" b="37482"/>
            <a:stretch>
              <a:fillRect/>
            </a:stretch>
          </p:blipFill>
          <p:spPr>
            <a:xfrm>
              <a:off x="5405709" y="4091231"/>
              <a:ext cx="1662538" cy="1662538"/>
            </a:xfrm>
            <a:prstGeom prst="rect">
              <a:avLst/>
            </a:prstGeom>
          </p:spPr>
        </p:pic>
      </p:grpSp>
      <p:sp>
        <p:nvSpPr>
          <p:cNvPr id="1090" name="TextBox 1089">
            <a:extLst>
              <a:ext uri="{FF2B5EF4-FFF2-40B4-BE49-F238E27FC236}">
                <a16:creationId xmlns:a16="http://schemas.microsoft.com/office/drawing/2014/main" id="{D9AC89B7-83A0-FAA4-2CA1-CC0DAC960010}"/>
              </a:ext>
            </a:extLst>
          </p:cNvPr>
          <p:cNvSpPr txBox="1"/>
          <p:nvPr/>
        </p:nvSpPr>
        <p:spPr>
          <a:xfrm>
            <a:off x="2222070" y="5534025"/>
            <a:ext cx="167385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 err="1"/>
              <a:t>루퍼젯</a:t>
            </a:r>
            <a:r>
              <a:rPr lang="en-US" altLang="ko-KR" sz="1050" dirty="0"/>
              <a:t>+ </a:t>
            </a:r>
            <a:r>
              <a:rPr lang="ko-KR" altLang="en-US" sz="1050" dirty="0"/>
              <a:t>스프링클러세트</a:t>
            </a:r>
            <a:endParaRPr lang="en-US" altLang="ko-KR" sz="1050" dirty="0"/>
          </a:p>
          <a:p>
            <a:pPr algn="ctr"/>
            <a:r>
              <a:rPr lang="ko-KR" altLang="en-US" sz="1050" dirty="0"/>
              <a:t>간격 최대 </a:t>
            </a:r>
            <a:r>
              <a:rPr lang="en-US" altLang="ko-KR" sz="1050" dirty="0"/>
              <a:t>14m</a:t>
            </a:r>
            <a:endParaRPr lang="ko-KR" altLang="en-US" sz="1050" dirty="0"/>
          </a:p>
        </p:txBody>
      </p:sp>
      <p:cxnSp>
        <p:nvCxnSpPr>
          <p:cNvPr id="1092" name="직선 화살표 연결선 1091">
            <a:extLst>
              <a:ext uri="{FF2B5EF4-FFF2-40B4-BE49-F238E27FC236}">
                <a16:creationId xmlns:a16="http://schemas.microsoft.com/office/drawing/2014/main" id="{A27579E7-F235-BBA2-8FCF-967C078C5959}"/>
              </a:ext>
            </a:extLst>
          </p:cNvPr>
          <p:cNvCxnSpPr/>
          <p:nvPr/>
        </p:nvCxnSpPr>
        <p:spPr>
          <a:xfrm>
            <a:off x="7615805" y="3692241"/>
            <a:ext cx="0" cy="2147283"/>
          </a:xfrm>
          <a:prstGeom prst="straightConnector1">
            <a:avLst/>
          </a:prstGeom>
          <a:ln w="3175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3" name="TextBox 1092">
            <a:extLst>
              <a:ext uri="{FF2B5EF4-FFF2-40B4-BE49-F238E27FC236}">
                <a16:creationId xmlns:a16="http://schemas.microsoft.com/office/drawing/2014/main" id="{4AAECA77-262E-7A3E-60C8-4F19F6136901}"/>
              </a:ext>
            </a:extLst>
          </p:cNvPr>
          <p:cNvSpPr txBox="1"/>
          <p:nvPr/>
        </p:nvSpPr>
        <p:spPr>
          <a:xfrm>
            <a:off x="7615805" y="4644992"/>
            <a:ext cx="7713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dirty="0"/>
              <a:t>최대 길이</a:t>
            </a:r>
            <a:endParaRPr lang="en-US" altLang="ko-KR" sz="1050" dirty="0"/>
          </a:p>
          <a:p>
            <a:pPr algn="ctr"/>
            <a:r>
              <a:rPr lang="en-US" altLang="ko-KR" sz="1050" dirty="0"/>
              <a:t>100m</a:t>
            </a:r>
            <a:endParaRPr lang="ko-KR" altLang="en-US" sz="1050" dirty="0"/>
          </a:p>
        </p:txBody>
      </p:sp>
      <p:grpSp>
        <p:nvGrpSpPr>
          <p:cNvPr id="1094" name="그룹 1093">
            <a:extLst>
              <a:ext uri="{FF2B5EF4-FFF2-40B4-BE49-F238E27FC236}">
                <a16:creationId xmlns:a16="http://schemas.microsoft.com/office/drawing/2014/main" id="{75E3C6E6-1179-F63D-6830-89C7255D870E}"/>
              </a:ext>
            </a:extLst>
          </p:cNvPr>
          <p:cNvGrpSpPr/>
          <p:nvPr/>
        </p:nvGrpSpPr>
        <p:grpSpPr>
          <a:xfrm>
            <a:off x="9631225" y="4644992"/>
            <a:ext cx="140426" cy="131092"/>
            <a:chOff x="4779752" y="5847125"/>
            <a:chExt cx="140426" cy="131092"/>
          </a:xfrm>
        </p:grpSpPr>
        <p:sp>
          <p:nvSpPr>
            <p:cNvPr id="1095" name="사각형: 둥근 모서리 1094">
              <a:extLst>
                <a:ext uri="{FF2B5EF4-FFF2-40B4-BE49-F238E27FC236}">
                  <a16:creationId xmlns:a16="http://schemas.microsoft.com/office/drawing/2014/main" id="{7BA72CB7-5FA7-41C8-D792-1674CC985FE5}"/>
                </a:ext>
              </a:extLst>
            </p:cNvPr>
            <p:cNvSpPr/>
            <p:nvPr/>
          </p:nvSpPr>
          <p:spPr>
            <a:xfrm>
              <a:off x="4795964" y="5847125"/>
              <a:ext cx="108001" cy="131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6" name="사각형: 둥근 모서리 1095">
              <a:extLst>
                <a:ext uri="{FF2B5EF4-FFF2-40B4-BE49-F238E27FC236}">
                  <a16:creationId xmlns:a16="http://schemas.microsoft.com/office/drawing/2014/main" id="{C96E33BC-13B6-71CA-6E72-A1755174AF9E}"/>
                </a:ext>
              </a:extLst>
            </p:cNvPr>
            <p:cNvSpPr/>
            <p:nvPr/>
          </p:nvSpPr>
          <p:spPr>
            <a:xfrm>
              <a:off x="4779752" y="5889812"/>
              <a:ext cx="140426" cy="4571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97" name="사다리꼴 1096">
            <a:extLst>
              <a:ext uri="{FF2B5EF4-FFF2-40B4-BE49-F238E27FC236}">
                <a16:creationId xmlns:a16="http://schemas.microsoft.com/office/drawing/2014/main" id="{89572CCA-6B69-2C85-D284-1F57137F852A}"/>
              </a:ext>
            </a:extLst>
          </p:cNvPr>
          <p:cNvSpPr/>
          <p:nvPr/>
        </p:nvSpPr>
        <p:spPr>
          <a:xfrm rot="10800000">
            <a:off x="9636754" y="4570142"/>
            <a:ext cx="132132" cy="45719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8" name="사다리꼴 1097">
            <a:extLst>
              <a:ext uri="{FF2B5EF4-FFF2-40B4-BE49-F238E27FC236}">
                <a16:creationId xmlns:a16="http://schemas.microsoft.com/office/drawing/2014/main" id="{0F672B48-8557-32BC-F99D-30A38D51D118}"/>
              </a:ext>
            </a:extLst>
          </p:cNvPr>
          <p:cNvSpPr/>
          <p:nvPr/>
        </p:nvSpPr>
        <p:spPr>
          <a:xfrm rot="10800000" flipV="1">
            <a:off x="9636754" y="4811198"/>
            <a:ext cx="132132" cy="45719"/>
          </a:xfrm>
          <a:prstGeom prst="trapezoi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99" name="직선 화살표 연결선 1098">
            <a:extLst>
              <a:ext uri="{FF2B5EF4-FFF2-40B4-BE49-F238E27FC236}">
                <a16:creationId xmlns:a16="http://schemas.microsoft.com/office/drawing/2014/main" id="{7AAFEF22-9409-33B8-1CE9-831C59D0EBB9}"/>
              </a:ext>
            </a:extLst>
          </p:cNvPr>
          <p:cNvCxnSpPr>
            <a:cxnSpLocks/>
          </p:cNvCxnSpPr>
          <p:nvPr/>
        </p:nvCxnSpPr>
        <p:spPr>
          <a:xfrm flipH="1">
            <a:off x="9852617" y="4711216"/>
            <a:ext cx="329714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" name="TextBox 1099">
            <a:extLst>
              <a:ext uri="{FF2B5EF4-FFF2-40B4-BE49-F238E27FC236}">
                <a16:creationId xmlns:a16="http://schemas.microsoft.com/office/drawing/2014/main" id="{492A0E56-A57D-A050-5299-7DE45F4D67F2}"/>
              </a:ext>
            </a:extLst>
          </p:cNvPr>
          <p:cNvSpPr txBox="1"/>
          <p:nvPr/>
        </p:nvSpPr>
        <p:spPr>
          <a:xfrm>
            <a:off x="10148725" y="4588706"/>
            <a:ext cx="992579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err="1"/>
              <a:t>스마트카플러</a:t>
            </a:r>
            <a:endParaRPr lang="en-US" altLang="ko-KR" sz="1050" dirty="0"/>
          </a:p>
          <a:p>
            <a:r>
              <a:rPr lang="ko-KR" altLang="en-US" sz="1050" dirty="0"/>
              <a:t>연장세트</a:t>
            </a:r>
          </a:p>
        </p:txBody>
      </p:sp>
      <p:grpSp>
        <p:nvGrpSpPr>
          <p:cNvPr id="1119" name="그룹 1118">
            <a:extLst>
              <a:ext uri="{FF2B5EF4-FFF2-40B4-BE49-F238E27FC236}">
                <a16:creationId xmlns:a16="http://schemas.microsoft.com/office/drawing/2014/main" id="{186B2044-5CAC-58BC-C456-A18DEB958A06}"/>
              </a:ext>
            </a:extLst>
          </p:cNvPr>
          <p:cNvGrpSpPr/>
          <p:nvPr/>
        </p:nvGrpSpPr>
        <p:grpSpPr>
          <a:xfrm>
            <a:off x="4312321" y="2352285"/>
            <a:ext cx="2659605" cy="3622850"/>
            <a:chOff x="8839303" y="2352285"/>
            <a:chExt cx="2659605" cy="3622850"/>
          </a:xfrm>
        </p:grpSpPr>
        <p:sp>
          <p:nvSpPr>
            <p:cNvPr id="1047" name="타원 1046">
              <a:extLst>
                <a:ext uri="{FF2B5EF4-FFF2-40B4-BE49-F238E27FC236}">
                  <a16:creationId xmlns:a16="http://schemas.microsoft.com/office/drawing/2014/main" id="{35E4E990-A095-C179-2F9F-EA69EDEDAB97}"/>
                </a:ext>
              </a:extLst>
            </p:cNvPr>
            <p:cNvSpPr/>
            <p:nvPr/>
          </p:nvSpPr>
          <p:spPr>
            <a:xfrm>
              <a:off x="9423751" y="3075821"/>
              <a:ext cx="71632" cy="716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55" name="Picture 2" descr="케이블타이 전선 케이블정리 흑색200x4.5mm1000개입 케이블타이건 전선정리 선정리 2W0E7D8E05 : 비타맘">
              <a:extLst>
                <a:ext uri="{FF2B5EF4-FFF2-40B4-BE49-F238E27FC236}">
                  <a16:creationId xmlns:a16="http://schemas.microsoft.com/office/drawing/2014/main" id="{C42FC363-F45D-DC74-EBCF-865772D9250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34706" b="57647" l="6765" r="94118">
                          <a14:foregroundMark x1="6765" y1="55882" x2="11176" y2="55294"/>
                          <a14:foregroundMark x1="89412" y1="42353" x2="91471" y2="41765"/>
                          <a14:foregroundMark x1="92353" y1="35588" x2="92941" y2="36765"/>
                          <a14:foregroundMark x1="93529" y1="40882" x2="94118" y2="42353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2142" b="38249"/>
            <a:stretch>
              <a:fillRect/>
            </a:stretch>
          </p:blipFill>
          <p:spPr bwMode="auto">
            <a:xfrm rot="6636577">
              <a:off x="9177142" y="2486954"/>
              <a:ext cx="586275" cy="3169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그림 1033">
              <a:extLst>
                <a:ext uri="{FF2B5EF4-FFF2-40B4-BE49-F238E27FC236}">
                  <a16:creationId xmlns:a16="http://schemas.microsoft.com/office/drawing/2014/main" id="{1F252CA5-BDC3-8AB9-ED01-23408DB79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939836">
              <a:off x="9164640" y="3607453"/>
              <a:ext cx="470300" cy="480589"/>
            </a:xfrm>
            <a:prstGeom prst="rect">
              <a:avLst/>
            </a:prstGeom>
          </p:spPr>
        </p:pic>
        <p:grpSp>
          <p:nvGrpSpPr>
            <p:cNvPr id="1045" name="그룹 1044">
              <a:extLst>
                <a:ext uri="{FF2B5EF4-FFF2-40B4-BE49-F238E27FC236}">
                  <a16:creationId xmlns:a16="http://schemas.microsoft.com/office/drawing/2014/main" id="{D6A1FDBA-C6A0-0B71-5553-D39F536F2A89}"/>
                </a:ext>
              </a:extLst>
            </p:cNvPr>
            <p:cNvGrpSpPr/>
            <p:nvPr/>
          </p:nvGrpSpPr>
          <p:grpSpPr>
            <a:xfrm>
              <a:off x="9356990" y="3183181"/>
              <a:ext cx="197934" cy="353452"/>
              <a:chOff x="2148877" y="3090491"/>
              <a:chExt cx="197934" cy="353452"/>
            </a:xfrm>
          </p:grpSpPr>
          <p:pic>
            <p:nvPicPr>
              <p:cNvPr id="1044" name="그림 1043">
                <a:extLst>
                  <a:ext uri="{FF2B5EF4-FFF2-40B4-BE49-F238E27FC236}">
                    <a16:creationId xmlns:a16="http://schemas.microsoft.com/office/drawing/2014/main" id="{1E97B4D1-A568-D773-3E78-91524BF504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10800000">
                <a:off x="2148877" y="3090491"/>
                <a:ext cx="194215" cy="268738"/>
              </a:xfrm>
              <a:prstGeom prst="rect">
                <a:avLst/>
              </a:prstGeom>
            </p:spPr>
          </p:pic>
          <p:grpSp>
            <p:nvGrpSpPr>
              <p:cNvPr id="1035" name="그룹 1034">
                <a:extLst>
                  <a:ext uri="{FF2B5EF4-FFF2-40B4-BE49-F238E27FC236}">
                    <a16:creationId xmlns:a16="http://schemas.microsoft.com/office/drawing/2014/main" id="{CE889DDE-C51F-D39D-B7C1-71B6543B4ABF}"/>
                  </a:ext>
                </a:extLst>
              </p:cNvPr>
              <p:cNvGrpSpPr/>
              <p:nvPr/>
            </p:nvGrpSpPr>
            <p:grpSpPr>
              <a:xfrm rot="10800000">
                <a:off x="2155916" y="3167363"/>
                <a:ext cx="190895" cy="276580"/>
                <a:chOff x="5474257" y="3397937"/>
                <a:chExt cx="1243486" cy="1801634"/>
              </a:xfrm>
            </p:grpSpPr>
            <p:pic>
              <p:nvPicPr>
                <p:cNvPr id="1036" name="그림 1035" descr="양초, 스크린샷, 블랙, 다크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DC695A89-E4C9-BD3D-FAA8-7A12335C5A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7190" t="28273" r="44860" b="35582"/>
                <a:stretch>
                  <a:fillRect/>
                </a:stretch>
              </p:blipFill>
              <p:spPr>
                <a:xfrm rot="60000">
                  <a:off x="5599839" y="3397937"/>
                  <a:ext cx="975154" cy="1472549"/>
                </a:xfrm>
                <a:prstGeom prst="rect">
                  <a:avLst/>
                </a:prstGeom>
              </p:spPr>
            </p:pic>
            <p:pic>
              <p:nvPicPr>
                <p:cNvPr id="1037" name="그림 1036" descr="블랙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31405F62-A4F8-B070-CC57-951E14F289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alphaModFix/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2732" t="47390" r="44378" b="36867"/>
                <a:stretch>
                  <a:fillRect/>
                </a:stretch>
              </p:blipFill>
              <p:spPr>
                <a:xfrm rot="120000">
                  <a:off x="5474257" y="4558194"/>
                  <a:ext cx="1243486" cy="641377"/>
                </a:xfrm>
                <a:custGeom>
                  <a:avLst/>
                  <a:gdLst>
                    <a:gd name="connsiteX0" fmla="*/ 0 w 1243486"/>
                    <a:gd name="connsiteY0" fmla="*/ 0 h 641377"/>
                    <a:gd name="connsiteX1" fmla="*/ 254717 w 1243486"/>
                    <a:gd name="connsiteY1" fmla="*/ 0 h 641377"/>
                    <a:gd name="connsiteX2" fmla="*/ 257232 w 1243486"/>
                    <a:gd name="connsiteY2" fmla="*/ 126272 h 641377"/>
                    <a:gd name="connsiteX3" fmla="*/ 618480 w 1243486"/>
                    <a:gd name="connsiteY3" fmla="*/ 227237 h 641377"/>
                    <a:gd name="connsiteX4" fmla="*/ 981324 w 1243486"/>
                    <a:gd name="connsiteY4" fmla="*/ 100986 h 641377"/>
                    <a:gd name="connsiteX5" fmla="*/ 976281 w 1243486"/>
                    <a:gd name="connsiteY5" fmla="*/ 0 h 641377"/>
                    <a:gd name="connsiteX6" fmla="*/ 1243486 w 1243486"/>
                    <a:gd name="connsiteY6" fmla="*/ 0 h 641377"/>
                    <a:gd name="connsiteX7" fmla="*/ 1243486 w 1243486"/>
                    <a:gd name="connsiteY7" fmla="*/ 641377 h 641377"/>
                    <a:gd name="connsiteX8" fmla="*/ 0 w 1243486"/>
                    <a:gd name="connsiteY8" fmla="*/ 641377 h 641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43486" h="641377">
                      <a:moveTo>
                        <a:pt x="0" y="0"/>
                      </a:moveTo>
                      <a:lnTo>
                        <a:pt x="254717" y="0"/>
                      </a:lnTo>
                      <a:lnTo>
                        <a:pt x="257232" y="126272"/>
                      </a:lnTo>
                      <a:cubicBezTo>
                        <a:pt x="240118" y="179025"/>
                        <a:pt x="391970" y="225879"/>
                        <a:pt x="618480" y="227237"/>
                      </a:cubicBezTo>
                      <a:cubicBezTo>
                        <a:pt x="849813" y="207508"/>
                        <a:pt x="975603" y="167638"/>
                        <a:pt x="981324" y="100986"/>
                      </a:cubicBezTo>
                      <a:lnTo>
                        <a:pt x="976281" y="0"/>
                      </a:lnTo>
                      <a:lnTo>
                        <a:pt x="1243486" y="0"/>
                      </a:lnTo>
                      <a:lnTo>
                        <a:pt x="1243486" y="641377"/>
                      </a:lnTo>
                      <a:lnTo>
                        <a:pt x="0" y="641377"/>
                      </a:lnTo>
                      <a:close/>
                    </a:path>
                  </a:pathLst>
                </a:custGeom>
              </p:spPr>
            </p:pic>
          </p:grpSp>
        </p:grpSp>
        <p:sp>
          <p:nvSpPr>
            <p:cNvPr id="1038" name="직사각형 1037">
              <a:extLst>
                <a:ext uri="{FF2B5EF4-FFF2-40B4-BE49-F238E27FC236}">
                  <a16:creationId xmlns:a16="http://schemas.microsoft.com/office/drawing/2014/main" id="{43986D6F-E17C-1963-EBFA-52D0C1461E80}"/>
                </a:ext>
              </a:extLst>
            </p:cNvPr>
            <p:cNvSpPr/>
            <p:nvPr/>
          </p:nvSpPr>
          <p:spPr>
            <a:xfrm rot="5400000">
              <a:off x="8856548" y="4788372"/>
              <a:ext cx="1227222" cy="108000"/>
            </a:xfrm>
            <a:prstGeom prst="rect">
              <a:avLst/>
            </a:prstGeom>
            <a:solidFill>
              <a:srgbClr val="F8DE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40" name="사각형: 둥근 모서리 1039">
              <a:extLst>
                <a:ext uri="{FF2B5EF4-FFF2-40B4-BE49-F238E27FC236}">
                  <a16:creationId xmlns:a16="http://schemas.microsoft.com/office/drawing/2014/main" id="{521018DF-3A53-330E-6244-6A7960E0510B}"/>
                </a:ext>
              </a:extLst>
            </p:cNvPr>
            <p:cNvSpPr/>
            <p:nvPr/>
          </p:nvSpPr>
          <p:spPr>
            <a:xfrm>
              <a:off x="9416157" y="5805490"/>
              <a:ext cx="108001" cy="131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1" name="사각형: 둥근 모서리 1040">
              <a:extLst>
                <a:ext uri="{FF2B5EF4-FFF2-40B4-BE49-F238E27FC236}">
                  <a16:creationId xmlns:a16="http://schemas.microsoft.com/office/drawing/2014/main" id="{926DE667-FF2A-A663-3F26-1CD9C1679EA9}"/>
                </a:ext>
              </a:extLst>
            </p:cNvPr>
            <p:cNvSpPr/>
            <p:nvPr/>
          </p:nvSpPr>
          <p:spPr>
            <a:xfrm>
              <a:off x="9399945" y="5848177"/>
              <a:ext cx="140426" cy="45719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2" name="사다리꼴 1041">
              <a:extLst>
                <a:ext uri="{FF2B5EF4-FFF2-40B4-BE49-F238E27FC236}">
                  <a16:creationId xmlns:a16="http://schemas.microsoft.com/office/drawing/2014/main" id="{46C9DFCF-DD31-9A83-E3F0-322404FA7559}"/>
                </a:ext>
              </a:extLst>
            </p:cNvPr>
            <p:cNvSpPr/>
            <p:nvPr/>
          </p:nvSpPr>
          <p:spPr>
            <a:xfrm rot="10800000">
              <a:off x="9405474" y="5554163"/>
              <a:ext cx="132132" cy="45719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6" name="사각형: 둥근 모서리 1045">
              <a:extLst>
                <a:ext uri="{FF2B5EF4-FFF2-40B4-BE49-F238E27FC236}">
                  <a16:creationId xmlns:a16="http://schemas.microsoft.com/office/drawing/2014/main" id="{12B1D91A-0760-7EBE-CF1F-864B38434F10}"/>
                </a:ext>
              </a:extLst>
            </p:cNvPr>
            <p:cNvSpPr/>
            <p:nvPr/>
          </p:nvSpPr>
          <p:spPr>
            <a:xfrm>
              <a:off x="9430649" y="5698063"/>
              <a:ext cx="82182" cy="131092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7" name="직선 화살표 연결선 1056">
              <a:extLst>
                <a:ext uri="{FF2B5EF4-FFF2-40B4-BE49-F238E27FC236}">
                  <a16:creationId xmlns:a16="http://schemas.microsoft.com/office/drawing/2014/main" id="{2EC184CB-0430-4628-93A8-1F02087A81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22241" y="3126595"/>
              <a:ext cx="305320" cy="16262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58" name="TextBox 1057">
              <a:extLst>
                <a:ext uri="{FF2B5EF4-FFF2-40B4-BE49-F238E27FC236}">
                  <a16:creationId xmlns:a16="http://schemas.microsoft.com/office/drawing/2014/main" id="{4A46FB86-BF5F-7834-9715-F575211E0A01}"/>
                </a:ext>
              </a:extLst>
            </p:cNvPr>
            <p:cNvSpPr txBox="1"/>
            <p:nvPr/>
          </p:nvSpPr>
          <p:spPr>
            <a:xfrm>
              <a:off x="8839303" y="3275775"/>
              <a:ext cx="46679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50" dirty="0" err="1"/>
                <a:t>타공</a:t>
              </a:r>
              <a:endParaRPr lang="ko-KR" altLang="en-US" sz="1050" dirty="0"/>
            </a:p>
          </p:txBody>
        </p:sp>
        <p:cxnSp>
          <p:nvCxnSpPr>
            <p:cNvPr id="1060" name="직선 화살표 연결선 1059">
              <a:extLst>
                <a:ext uri="{FF2B5EF4-FFF2-40B4-BE49-F238E27FC236}">
                  <a16:creationId xmlns:a16="http://schemas.microsoft.com/office/drawing/2014/main" id="{646B881E-95EB-7EC5-55FC-E33E1DC6A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4038" y="3398874"/>
              <a:ext cx="329714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TextBox 1064">
              <a:extLst>
                <a:ext uri="{FF2B5EF4-FFF2-40B4-BE49-F238E27FC236}">
                  <a16:creationId xmlns:a16="http://schemas.microsoft.com/office/drawing/2014/main" id="{B2B41FBA-3C4E-F214-D77B-F5ECF86A783F}"/>
                </a:ext>
              </a:extLst>
            </p:cNvPr>
            <p:cNvSpPr txBox="1"/>
            <p:nvPr/>
          </p:nvSpPr>
          <p:spPr>
            <a:xfrm>
              <a:off x="9919630" y="3276313"/>
              <a:ext cx="83388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 err="1"/>
                <a:t>루퍼젯</a:t>
              </a:r>
              <a:r>
                <a:rPr lang="en-US" altLang="ko-KR" sz="1050" dirty="0"/>
                <a:t>H25</a:t>
              </a:r>
              <a:endParaRPr lang="ko-KR" altLang="en-US" sz="1050" dirty="0"/>
            </a:p>
          </p:txBody>
        </p:sp>
        <p:cxnSp>
          <p:nvCxnSpPr>
            <p:cNvPr id="1066" name="직선 화살표 연결선 1065">
              <a:extLst>
                <a:ext uri="{FF2B5EF4-FFF2-40B4-BE49-F238E27FC236}">
                  <a16:creationId xmlns:a16="http://schemas.microsoft.com/office/drawing/2014/main" id="{EDB2A6DF-92A5-F938-1F71-26568EDEE5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4038" y="3847747"/>
              <a:ext cx="329714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8" name="TextBox 1067">
              <a:extLst>
                <a:ext uri="{FF2B5EF4-FFF2-40B4-BE49-F238E27FC236}">
                  <a16:creationId xmlns:a16="http://schemas.microsoft.com/office/drawing/2014/main" id="{C78ED7F6-796B-9EC6-9AD4-903484BA4BDB}"/>
                </a:ext>
              </a:extLst>
            </p:cNvPr>
            <p:cNvSpPr txBox="1"/>
            <p:nvPr/>
          </p:nvSpPr>
          <p:spPr>
            <a:xfrm>
              <a:off x="9919630" y="3720833"/>
              <a:ext cx="857927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/>
                <a:t>송수용밸브</a:t>
              </a:r>
            </a:p>
          </p:txBody>
        </p:sp>
        <p:cxnSp>
          <p:nvCxnSpPr>
            <p:cNvPr id="1069" name="직선 화살표 연결선 1068">
              <a:extLst>
                <a:ext uri="{FF2B5EF4-FFF2-40B4-BE49-F238E27FC236}">
                  <a16:creationId xmlns:a16="http://schemas.microsoft.com/office/drawing/2014/main" id="{7B309F12-69B7-8140-4002-E61901766D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4038" y="4873404"/>
              <a:ext cx="329714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28CA90F9-20C5-F96C-BA9A-B54DB9ADF97E}"/>
                </a:ext>
              </a:extLst>
            </p:cNvPr>
            <p:cNvSpPr txBox="1"/>
            <p:nvPr/>
          </p:nvSpPr>
          <p:spPr>
            <a:xfrm>
              <a:off x="9919630" y="4743681"/>
              <a:ext cx="91884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/>
                <a:t>송수호스 </a:t>
              </a:r>
              <a:r>
                <a:rPr lang="en-US" altLang="ko-KR" sz="1050" dirty="0"/>
                <a:t>25</a:t>
              </a:r>
              <a:endParaRPr lang="ko-KR" altLang="en-US" sz="1050" dirty="0"/>
            </a:p>
          </p:txBody>
        </p:sp>
        <p:cxnSp>
          <p:nvCxnSpPr>
            <p:cNvPr id="1071" name="직선 화살표 연결선 1070">
              <a:extLst>
                <a:ext uri="{FF2B5EF4-FFF2-40B4-BE49-F238E27FC236}">
                  <a16:creationId xmlns:a16="http://schemas.microsoft.com/office/drawing/2014/main" id="{D6376C81-E654-569C-097F-BD8FC1A84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4038" y="5577360"/>
              <a:ext cx="329714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직선 화살표 연결선 1071">
              <a:extLst>
                <a:ext uri="{FF2B5EF4-FFF2-40B4-BE49-F238E27FC236}">
                  <a16:creationId xmlns:a16="http://schemas.microsoft.com/office/drawing/2014/main" id="{D2B488FC-EEAD-121D-57AC-542C69A740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24038" y="5848177"/>
              <a:ext cx="329714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73" name="TextBox 1072">
              <a:extLst>
                <a:ext uri="{FF2B5EF4-FFF2-40B4-BE49-F238E27FC236}">
                  <a16:creationId xmlns:a16="http://schemas.microsoft.com/office/drawing/2014/main" id="{0A95A97A-7222-AA15-5476-9D81A2CC6640}"/>
                </a:ext>
              </a:extLst>
            </p:cNvPr>
            <p:cNvSpPr txBox="1"/>
            <p:nvPr/>
          </p:nvSpPr>
          <p:spPr>
            <a:xfrm>
              <a:off x="9919630" y="5449944"/>
              <a:ext cx="588623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/>
                <a:t>링밴드</a:t>
              </a:r>
              <a:endParaRPr lang="ko-KR" altLang="en-US" sz="1050" dirty="0"/>
            </a:p>
          </p:txBody>
        </p:sp>
        <p:sp>
          <p:nvSpPr>
            <p:cNvPr id="1074" name="TextBox 1073">
              <a:extLst>
                <a:ext uri="{FF2B5EF4-FFF2-40B4-BE49-F238E27FC236}">
                  <a16:creationId xmlns:a16="http://schemas.microsoft.com/office/drawing/2014/main" id="{CE413AB1-58D7-F2D6-9357-51CA59E5695D}"/>
                </a:ext>
              </a:extLst>
            </p:cNvPr>
            <p:cNvSpPr txBox="1"/>
            <p:nvPr/>
          </p:nvSpPr>
          <p:spPr>
            <a:xfrm>
              <a:off x="9919630" y="5721219"/>
              <a:ext cx="1579278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 err="1"/>
                <a:t>스마트카플러</a:t>
              </a:r>
              <a:r>
                <a:rPr lang="ko-KR" altLang="en-US" sz="1050" dirty="0"/>
                <a:t> 마감세트</a:t>
              </a:r>
            </a:p>
          </p:txBody>
        </p:sp>
        <p:cxnSp>
          <p:nvCxnSpPr>
            <p:cNvPr id="1101" name="직선 화살표 연결선 1100">
              <a:extLst>
                <a:ext uri="{FF2B5EF4-FFF2-40B4-BE49-F238E27FC236}">
                  <a16:creationId xmlns:a16="http://schemas.microsoft.com/office/drawing/2014/main" id="{CB7CAD3A-E21B-0E62-096F-EB892A0028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1290" y="2597082"/>
              <a:ext cx="329714" cy="0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2" name="TextBox 1101">
              <a:extLst>
                <a:ext uri="{FF2B5EF4-FFF2-40B4-BE49-F238E27FC236}">
                  <a16:creationId xmlns:a16="http://schemas.microsoft.com/office/drawing/2014/main" id="{B5C38816-E365-2702-F291-3E4B271C097E}"/>
                </a:ext>
              </a:extLst>
            </p:cNvPr>
            <p:cNvSpPr txBox="1"/>
            <p:nvPr/>
          </p:nvSpPr>
          <p:spPr>
            <a:xfrm>
              <a:off x="9946882" y="2404926"/>
              <a:ext cx="1364476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dirty="0" err="1"/>
                <a:t>케이블타이</a:t>
              </a:r>
              <a:r>
                <a:rPr lang="ko-KR" altLang="en-US" sz="1050" dirty="0"/>
                <a:t> </a:t>
              </a:r>
              <a:r>
                <a:rPr lang="en-US" altLang="ko-KR" sz="1050" dirty="0"/>
                <a:t>270mm</a:t>
              </a:r>
            </a:p>
            <a:p>
              <a:r>
                <a:rPr lang="en-US" altLang="ko-KR" sz="1050" dirty="0"/>
                <a:t>(</a:t>
              </a:r>
              <a:r>
                <a:rPr lang="ko-KR" altLang="en-US" sz="1050" dirty="0"/>
                <a:t>내후성</a:t>
              </a:r>
              <a:r>
                <a:rPr lang="en-US" altLang="ko-KR" sz="1050" dirty="0"/>
                <a:t>)</a:t>
              </a:r>
              <a:endParaRPr lang="ko-KR" altLang="en-US" sz="1050" dirty="0"/>
            </a:p>
          </p:txBody>
        </p:sp>
      </p:grpSp>
      <p:grpSp>
        <p:nvGrpSpPr>
          <p:cNvPr id="1121" name="그룹 1120">
            <a:extLst>
              <a:ext uri="{FF2B5EF4-FFF2-40B4-BE49-F238E27FC236}">
                <a16:creationId xmlns:a16="http://schemas.microsoft.com/office/drawing/2014/main" id="{1146C222-0674-0F50-990C-D373E676A07B}"/>
              </a:ext>
            </a:extLst>
          </p:cNvPr>
          <p:cNvGrpSpPr/>
          <p:nvPr/>
        </p:nvGrpSpPr>
        <p:grpSpPr>
          <a:xfrm>
            <a:off x="7875930" y="1029714"/>
            <a:ext cx="3265374" cy="1691763"/>
            <a:chOff x="5771800" y="1204227"/>
            <a:chExt cx="3265374" cy="1691763"/>
          </a:xfrm>
        </p:grpSpPr>
        <p:grpSp>
          <p:nvGrpSpPr>
            <p:cNvPr id="1117" name="그룹 1116">
              <a:extLst>
                <a:ext uri="{FF2B5EF4-FFF2-40B4-BE49-F238E27FC236}">
                  <a16:creationId xmlns:a16="http://schemas.microsoft.com/office/drawing/2014/main" id="{2F1CF09C-9A65-2436-B75E-AC29C9F0533B}"/>
                </a:ext>
              </a:extLst>
            </p:cNvPr>
            <p:cNvGrpSpPr/>
            <p:nvPr/>
          </p:nvGrpSpPr>
          <p:grpSpPr>
            <a:xfrm>
              <a:off x="5771800" y="1204227"/>
              <a:ext cx="3265374" cy="1691763"/>
              <a:chOff x="5425621" y="1050521"/>
              <a:chExt cx="3265374" cy="1691763"/>
            </a:xfrm>
          </p:grpSpPr>
          <p:pic>
            <p:nvPicPr>
              <p:cNvPr id="1109" name="그림 1108">
                <a:extLst>
                  <a:ext uri="{FF2B5EF4-FFF2-40B4-BE49-F238E27FC236}">
                    <a16:creationId xmlns:a16="http://schemas.microsoft.com/office/drawing/2014/main" id="{B7925F52-13F9-00CE-3E66-3DDF86BCBB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00658" y="1250982"/>
                <a:ext cx="1366186" cy="1156871"/>
              </a:xfrm>
              <a:prstGeom prst="rect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</p:pic>
          <p:pic>
            <p:nvPicPr>
              <p:cNvPr id="1110" name="그림 1109">
                <a:extLst>
                  <a:ext uri="{FF2B5EF4-FFF2-40B4-BE49-F238E27FC236}">
                    <a16:creationId xmlns:a16="http://schemas.microsoft.com/office/drawing/2014/main" id="{91E5B59D-B020-F62F-C2FC-D3BCBB0CE9E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33952" y="1250568"/>
                <a:ext cx="1330569" cy="1158308"/>
              </a:xfrm>
              <a:prstGeom prst="rect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</p:pic>
          <p:sp>
            <p:nvSpPr>
              <p:cNvPr id="1112" name="TextBox 1111">
                <a:extLst>
                  <a:ext uri="{FF2B5EF4-FFF2-40B4-BE49-F238E27FC236}">
                    <a16:creationId xmlns:a16="http://schemas.microsoft.com/office/drawing/2014/main" id="{D6AA062F-A1B8-92CA-9837-B1D1F4FFCABB}"/>
                  </a:ext>
                </a:extLst>
              </p:cNvPr>
              <p:cNvSpPr txBox="1"/>
              <p:nvPr/>
            </p:nvSpPr>
            <p:spPr>
              <a:xfrm>
                <a:off x="5713209" y="2403730"/>
                <a:ext cx="15207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/>
                  <a:t>1.</a:t>
                </a:r>
                <a:r>
                  <a:rPr lang="ko-KR" altLang="en-US" sz="800" dirty="0" err="1"/>
                  <a:t>케이블타이를</a:t>
                </a:r>
                <a:r>
                  <a:rPr lang="ko-KR" altLang="en-US" sz="800" dirty="0"/>
                  <a:t> </a:t>
                </a:r>
                <a:r>
                  <a:rPr lang="ko-KR" altLang="en-US" sz="800" dirty="0" err="1"/>
                  <a:t>와셔의</a:t>
                </a:r>
                <a:r>
                  <a:rPr lang="ko-KR" altLang="en-US" sz="800" dirty="0"/>
                  <a:t> 양쪽 손잡이 홈에 걸고 정량 당김</a:t>
                </a:r>
                <a:r>
                  <a:rPr lang="en-US" altLang="ko-KR" sz="800" dirty="0"/>
                  <a:t>.</a:t>
                </a:r>
                <a:endParaRPr lang="ko-KR" altLang="en-US" sz="800" dirty="0"/>
              </a:p>
            </p:txBody>
          </p:sp>
          <p:sp>
            <p:nvSpPr>
              <p:cNvPr id="1113" name="TextBox 1112">
                <a:extLst>
                  <a:ext uri="{FF2B5EF4-FFF2-40B4-BE49-F238E27FC236}">
                    <a16:creationId xmlns:a16="http://schemas.microsoft.com/office/drawing/2014/main" id="{36772C23-B2D5-781B-B93F-8C27FF92DD2B}"/>
                  </a:ext>
                </a:extLst>
              </p:cNvPr>
              <p:cNvSpPr txBox="1"/>
              <p:nvPr/>
            </p:nvSpPr>
            <p:spPr>
              <a:xfrm>
                <a:off x="7170252" y="2403730"/>
                <a:ext cx="1520743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dirty="0"/>
                  <a:t>2.</a:t>
                </a:r>
                <a:r>
                  <a:rPr lang="ko-KR" altLang="en-US" sz="800" dirty="0"/>
                  <a:t>두 타이가 서로 평행하고</a:t>
                </a:r>
                <a:r>
                  <a:rPr lang="en-US" altLang="ko-KR" sz="800" dirty="0"/>
                  <a:t>, </a:t>
                </a:r>
                <a:r>
                  <a:rPr lang="ko-KR" altLang="en-US" sz="800" dirty="0"/>
                  <a:t>호스와 수직을 이루도록 위치</a:t>
                </a:r>
                <a:r>
                  <a:rPr lang="en-US" altLang="ko-KR" sz="800" dirty="0"/>
                  <a:t>.</a:t>
                </a:r>
                <a:endParaRPr lang="ko-KR" altLang="en-US" sz="800" dirty="0"/>
              </a:p>
            </p:txBody>
          </p:sp>
          <p:sp>
            <p:nvSpPr>
              <p:cNvPr id="1114" name="사각형: 둥근 모서리 1113">
                <a:extLst>
                  <a:ext uri="{FF2B5EF4-FFF2-40B4-BE49-F238E27FC236}">
                    <a16:creationId xmlns:a16="http://schemas.microsoft.com/office/drawing/2014/main" id="{480E4A44-8FD4-A775-7969-BFA898FDA653}"/>
                  </a:ext>
                </a:extLst>
              </p:cNvPr>
              <p:cNvSpPr/>
              <p:nvPr/>
            </p:nvSpPr>
            <p:spPr>
              <a:xfrm>
                <a:off x="5473901" y="1050521"/>
                <a:ext cx="3167431" cy="1684574"/>
              </a:xfrm>
              <a:prstGeom prst="roundRect">
                <a:avLst>
                  <a:gd name="adj" fmla="val 6733"/>
                </a:avLst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D76A9450-0CD3-2D47-2F13-DF489F9C71CA}"/>
                  </a:ext>
                </a:extLst>
              </p:cNvPr>
              <p:cNvSpPr txBox="1"/>
              <p:nvPr/>
            </p:nvSpPr>
            <p:spPr>
              <a:xfrm>
                <a:off x="5425621" y="1122328"/>
                <a:ext cx="353943" cy="1547860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pPr algn="ctr"/>
                <a:r>
                  <a:rPr lang="ko-KR" altLang="en-US" sz="1100" b="1" dirty="0" err="1"/>
                  <a:t>케이블타이</a:t>
                </a:r>
                <a:r>
                  <a:rPr lang="ko-KR" altLang="en-US" sz="1100" b="1" dirty="0"/>
                  <a:t> 체결 방법</a:t>
                </a:r>
              </a:p>
            </p:txBody>
          </p:sp>
          <p:sp>
            <p:nvSpPr>
              <p:cNvPr id="1116" name="TextBox 1115">
                <a:extLst>
                  <a:ext uri="{FF2B5EF4-FFF2-40B4-BE49-F238E27FC236}">
                    <a16:creationId xmlns:a16="http://schemas.microsoft.com/office/drawing/2014/main" id="{EB1016D0-1EC1-2D35-6914-1DC4948AAB05}"/>
                  </a:ext>
                </a:extLst>
              </p:cNvPr>
              <p:cNvSpPr txBox="1"/>
              <p:nvPr/>
            </p:nvSpPr>
            <p:spPr>
              <a:xfrm>
                <a:off x="5738044" y="1064738"/>
                <a:ext cx="283763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  <a:cs typeface="Gothic A1 Black" pitchFamily="2" charset="-127"/>
                  </a:rPr>
                  <a:t>※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  <a:cs typeface="Gothic A1 Black" pitchFamily="2" charset="-127"/>
                  </a:rPr>
                  <a:t>필수</a:t>
                </a:r>
                <a:r>
                  <a:rPr lang="en-US" altLang="ko-KR" sz="800" dirty="0">
                    <a:latin typeface="페이퍼로지 7 Bold" pitchFamily="2" charset="-127"/>
                    <a:ea typeface="페이퍼로지 7 Bold" pitchFamily="2" charset="-127"/>
                    <a:cs typeface="Gothic A1 Black" pitchFamily="2" charset="-127"/>
                  </a:rPr>
                  <a:t>※</a:t>
                </a:r>
                <a:r>
                  <a:rPr lang="ko-KR" altLang="en-US" sz="800" dirty="0">
                    <a:latin typeface="페이퍼로지 7 Bold" pitchFamily="2" charset="-127"/>
                    <a:ea typeface="페이퍼로지 7 Bold" pitchFamily="2" charset="-127"/>
                    <a:cs typeface="Gothic A1 Black" pitchFamily="2" charset="-127"/>
                  </a:rPr>
                  <a:t> </a:t>
                </a:r>
                <a:r>
                  <a:rPr lang="ko-KR" altLang="en-US" sz="800" dirty="0">
                    <a:latin typeface="+mn-ea"/>
                  </a:rPr>
                  <a:t>스프링클러용 </a:t>
                </a:r>
                <a:r>
                  <a:rPr lang="ko-KR" altLang="en-US" sz="800" dirty="0" err="1">
                    <a:latin typeface="+mn-ea"/>
                  </a:rPr>
                  <a:t>주배관</a:t>
                </a:r>
                <a:r>
                  <a:rPr lang="en-US" altLang="ko-KR" sz="800" dirty="0">
                    <a:latin typeface="+mn-ea"/>
                  </a:rPr>
                  <a:t>(40mm</a:t>
                </a:r>
                <a:r>
                  <a:rPr lang="ko-KR" altLang="en-US" sz="800" dirty="0">
                    <a:latin typeface="+mn-ea"/>
                  </a:rPr>
                  <a:t>이상</a:t>
                </a:r>
                <a:r>
                  <a:rPr lang="en-US" altLang="ko-KR" sz="800" dirty="0">
                    <a:latin typeface="+mn-ea"/>
                  </a:rPr>
                  <a:t>)</a:t>
                </a:r>
                <a:r>
                  <a:rPr lang="ko-KR" altLang="en-US" sz="800" dirty="0">
                    <a:latin typeface="+mn-ea"/>
                  </a:rPr>
                  <a:t>에 반드시 체결</a:t>
                </a:r>
              </a:p>
            </p:txBody>
          </p:sp>
        </p:grpSp>
        <p:sp>
          <p:nvSpPr>
            <p:cNvPr id="1118" name="TextBox 1117">
              <a:extLst>
                <a:ext uri="{FF2B5EF4-FFF2-40B4-BE49-F238E27FC236}">
                  <a16:creationId xmlns:a16="http://schemas.microsoft.com/office/drawing/2014/main" id="{9ED91B53-EB18-ABCE-0E3C-A3B2818F47D8}"/>
                </a:ext>
              </a:extLst>
            </p:cNvPr>
            <p:cNvSpPr txBox="1"/>
            <p:nvPr/>
          </p:nvSpPr>
          <p:spPr>
            <a:xfrm>
              <a:off x="6785417" y="2267768"/>
              <a:ext cx="81144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b="1" dirty="0"/>
                <a:t>40mm = 11cm</a:t>
              </a:r>
            </a:p>
            <a:p>
              <a:r>
                <a:rPr lang="en-US" altLang="ko-KR" sz="700" b="1" dirty="0"/>
                <a:t>50mm = 7cm</a:t>
              </a:r>
            </a:p>
          </p:txBody>
        </p:sp>
      </p:grpSp>
      <p:cxnSp>
        <p:nvCxnSpPr>
          <p:cNvPr id="1120" name="직선 연결선 1119">
            <a:extLst>
              <a:ext uri="{FF2B5EF4-FFF2-40B4-BE49-F238E27FC236}">
                <a16:creationId xmlns:a16="http://schemas.microsoft.com/office/drawing/2014/main" id="{00A7972F-D850-27C1-BC3A-3BC408D97EFD}"/>
              </a:ext>
            </a:extLst>
          </p:cNvPr>
          <p:cNvCxnSpPr>
            <a:cxnSpLocks/>
          </p:cNvCxnSpPr>
          <p:nvPr/>
        </p:nvCxnSpPr>
        <p:spPr>
          <a:xfrm flipH="1">
            <a:off x="10545252" y="2955833"/>
            <a:ext cx="0" cy="156595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24" name="그림 1123">
            <a:extLst>
              <a:ext uri="{FF2B5EF4-FFF2-40B4-BE49-F238E27FC236}">
                <a16:creationId xmlns:a16="http://schemas.microsoft.com/office/drawing/2014/main" id="{979A6192-E6ED-E099-FED2-655E9EABAB3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207" b="92440" l="8840" r="99669">
                        <a14:foregroundMark x1="90939" y1="28981" x2="96133" y2="14089"/>
                        <a14:foregroundMark x1="98122" y1="8362" x2="98785" y2="5269"/>
                        <a14:foregroundMark x1="31602" y1="69416" x2="34254" y2="69759"/>
                        <a14:foregroundMark x1="16685" y1="89691" x2="22541" y2="92440"/>
                        <a14:foregroundMark x1="10497" y1="82589" x2="8840" y2="81329"/>
                        <a14:foregroundMark x1="97459" y1="5613" x2="99669" y2="32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4663" y="5305204"/>
            <a:ext cx="667937" cy="644319"/>
          </a:xfrm>
          <a:prstGeom prst="rect">
            <a:avLst/>
          </a:prstGeom>
        </p:spPr>
      </p:pic>
      <p:pic>
        <p:nvPicPr>
          <p:cNvPr id="1126" name="그림 1125">
            <a:extLst>
              <a:ext uri="{FF2B5EF4-FFF2-40B4-BE49-F238E27FC236}">
                <a16:creationId xmlns:a16="http://schemas.microsoft.com/office/drawing/2014/main" id="{C2534112-3E59-3CBD-04BE-730AAD066A4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4043" b="97128" l="3194" r="97206">
                        <a14:foregroundMark x1="7784" y1="70319" x2="3393" y2="85745"/>
                        <a14:foregroundMark x1="3393" y1="85745" x2="3393" y2="85745"/>
                        <a14:foregroundMark x1="8882" y1="93298" x2="3792" y2="97128"/>
                        <a14:foregroundMark x1="47904" y1="60957" x2="46906" y2="63617"/>
                        <a14:foregroundMark x1="90220" y1="49681" x2="93014" y2="50638"/>
                        <a14:foregroundMark x1="78942" y1="14362" x2="83034" y2="6809"/>
                        <a14:foregroundMark x1="83034" y1="6809" x2="89621" y2="4468"/>
                        <a14:foregroundMark x1="92914" y1="4468" x2="97206" y2="40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01129" y="5169694"/>
            <a:ext cx="776723" cy="728662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40555C4-5AC8-3DBB-F193-FB23E764A5A0}"/>
              </a:ext>
            </a:extLst>
          </p:cNvPr>
          <p:cNvGrpSpPr/>
          <p:nvPr/>
        </p:nvGrpSpPr>
        <p:grpSpPr>
          <a:xfrm rot="10800000">
            <a:off x="1706219" y="2341434"/>
            <a:ext cx="480589" cy="766722"/>
            <a:chOff x="1786612" y="1831434"/>
            <a:chExt cx="480589" cy="76672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D8593420-A96E-5D85-19C9-1891FD593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7939836">
              <a:off x="1791757" y="2122711"/>
              <a:ext cx="470300" cy="480589"/>
            </a:xfrm>
            <a:prstGeom prst="rect">
              <a:avLst/>
            </a:prstGeom>
          </p:spPr>
        </p:pic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0E69CB9-0D9F-664B-4CFD-9BFC62DBF460}"/>
                </a:ext>
              </a:extLst>
            </p:cNvPr>
            <p:cNvGrpSpPr/>
            <p:nvPr/>
          </p:nvGrpSpPr>
          <p:grpSpPr>
            <a:xfrm rot="10800000">
              <a:off x="1991146" y="1922304"/>
              <a:ext cx="190895" cy="276580"/>
              <a:chOff x="5474257" y="3397937"/>
              <a:chExt cx="1243486" cy="1801634"/>
            </a:xfrm>
          </p:grpSpPr>
          <p:pic>
            <p:nvPicPr>
              <p:cNvPr id="10" name="그림 9" descr="양초, 스크린샷, 블랙, 다크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A57664C-5B62-D35A-54AF-57B356040E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190" t="28273" r="44860" b="35582"/>
              <a:stretch>
                <a:fillRect/>
              </a:stretch>
            </p:blipFill>
            <p:spPr>
              <a:xfrm rot="60000">
                <a:off x="5599839" y="3397937"/>
                <a:ext cx="975154" cy="1472549"/>
              </a:xfrm>
              <a:prstGeom prst="rect">
                <a:avLst/>
              </a:prstGeom>
            </p:spPr>
          </p:pic>
          <p:pic>
            <p:nvPicPr>
              <p:cNvPr id="14" name="그림 13" descr="블랙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A85DBFA-CC29-B3DF-0D6A-548643388C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alphaModFix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732" t="47390" r="44378" b="36867"/>
              <a:stretch>
                <a:fillRect/>
              </a:stretch>
            </p:blipFill>
            <p:spPr>
              <a:xfrm rot="120000">
                <a:off x="5474257" y="4558194"/>
                <a:ext cx="1243486" cy="641377"/>
              </a:xfrm>
              <a:custGeom>
                <a:avLst/>
                <a:gdLst>
                  <a:gd name="connsiteX0" fmla="*/ 0 w 1243486"/>
                  <a:gd name="connsiteY0" fmla="*/ 0 h 641377"/>
                  <a:gd name="connsiteX1" fmla="*/ 254717 w 1243486"/>
                  <a:gd name="connsiteY1" fmla="*/ 0 h 641377"/>
                  <a:gd name="connsiteX2" fmla="*/ 257232 w 1243486"/>
                  <a:gd name="connsiteY2" fmla="*/ 126272 h 641377"/>
                  <a:gd name="connsiteX3" fmla="*/ 618480 w 1243486"/>
                  <a:gd name="connsiteY3" fmla="*/ 227237 h 641377"/>
                  <a:gd name="connsiteX4" fmla="*/ 981324 w 1243486"/>
                  <a:gd name="connsiteY4" fmla="*/ 100986 h 641377"/>
                  <a:gd name="connsiteX5" fmla="*/ 976281 w 1243486"/>
                  <a:gd name="connsiteY5" fmla="*/ 0 h 641377"/>
                  <a:gd name="connsiteX6" fmla="*/ 1243486 w 1243486"/>
                  <a:gd name="connsiteY6" fmla="*/ 0 h 641377"/>
                  <a:gd name="connsiteX7" fmla="*/ 1243486 w 1243486"/>
                  <a:gd name="connsiteY7" fmla="*/ 641377 h 641377"/>
                  <a:gd name="connsiteX8" fmla="*/ 0 w 1243486"/>
                  <a:gd name="connsiteY8" fmla="*/ 641377 h 641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3486" h="641377">
                    <a:moveTo>
                      <a:pt x="0" y="0"/>
                    </a:moveTo>
                    <a:lnTo>
                      <a:pt x="254717" y="0"/>
                    </a:lnTo>
                    <a:lnTo>
                      <a:pt x="257232" y="126272"/>
                    </a:lnTo>
                    <a:cubicBezTo>
                      <a:pt x="240118" y="179025"/>
                      <a:pt x="391970" y="225879"/>
                      <a:pt x="618480" y="227237"/>
                    </a:cubicBezTo>
                    <a:cubicBezTo>
                      <a:pt x="849813" y="207508"/>
                      <a:pt x="975603" y="167638"/>
                      <a:pt x="981324" y="100986"/>
                    </a:cubicBezTo>
                    <a:lnTo>
                      <a:pt x="976281" y="0"/>
                    </a:lnTo>
                    <a:lnTo>
                      <a:pt x="1243486" y="0"/>
                    </a:lnTo>
                    <a:lnTo>
                      <a:pt x="1243486" y="641377"/>
                    </a:lnTo>
                    <a:lnTo>
                      <a:pt x="0" y="641377"/>
                    </a:lnTo>
                    <a:close/>
                  </a:path>
                </a:pathLst>
              </a:custGeom>
            </p:spPr>
          </p:pic>
        </p:grpSp>
        <p:sp>
          <p:nvSpPr>
            <p:cNvPr id="15" name="자유형: 도형 14">
              <a:extLst>
                <a:ext uri="{FF2B5EF4-FFF2-40B4-BE49-F238E27FC236}">
                  <a16:creationId xmlns:a16="http://schemas.microsoft.com/office/drawing/2014/main" id="{D60802CC-DD05-0D8A-008D-0943DC0181BB}"/>
                </a:ext>
              </a:extLst>
            </p:cNvPr>
            <p:cNvSpPr/>
            <p:nvPr/>
          </p:nvSpPr>
          <p:spPr>
            <a:xfrm>
              <a:off x="1991078" y="1831434"/>
              <a:ext cx="45719" cy="171131"/>
            </a:xfrm>
            <a:custGeom>
              <a:avLst/>
              <a:gdLst>
                <a:gd name="csX0" fmla="*/ 19719 w 19719"/>
                <a:gd name="csY0" fmla="*/ 165824 h 165824"/>
                <a:gd name="csX1" fmla="*/ 767 w 19719"/>
                <a:gd name="csY1" fmla="*/ 71067 h 165824"/>
                <a:gd name="csX2" fmla="*/ 5505 w 19719"/>
                <a:gd name="csY2" fmla="*/ 0 h 165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719" h="165824">
                  <a:moveTo>
                    <a:pt x="19719" y="165824"/>
                  </a:moveTo>
                  <a:cubicBezTo>
                    <a:pt x="11427" y="132264"/>
                    <a:pt x="3136" y="98704"/>
                    <a:pt x="767" y="71067"/>
                  </a:cubicBezTo>
                  <a:cubicBezTo>
                    <a:pt x="-1602" y="43430"/>
                    <a:pt x="1951" y="21715"/>
                    <a:pt x="5505" y="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7F885AEF-F27C-B228-A722-803CDE1F659D}"/>
                </a:ext>
              </a:extLst>
            </p:cNvPr>
            <p:cNvSpPr/>
            <p:nvPr/>
          </p:nvSpPr>
          <p:spPr>
            <a:xfrm flipH="1">
              <a:off x="2123038" y="1831434"/>
              <a:ext cx="45719" cy="171131"/>
            </a:xfrm>
            <a:custGeom>
              <a:avLst/>
              <a:gdLst>
                <a:gd name="csX0" fmla="*/ 19719 w 19719"/>
                <a:gd name="csY0" fmla="*/ 165824 h 165824"/>
                <a:gd name="csX1" fmla="*/ 767 w 19719"/>
                <a:gd name="csY1" fmla="*/ 71067 h 165824"/>
                <a:gd name="csX2" fmla="*/ 5505 w 19719"/>
                <a:gd name="csY2" fmla="*/ 0 h 165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19719" h="165824">
                  <a:moveTo>
                    <a:pt x="19719" y="165824"/>
                  </a:moveTo>
                  <a:cubicBezTo>
                    <a:pt x="11427" y="132264"/>
                    <a:pt x="3136" y="98704"/>
                    <a:pt x="767" y="71067"/>
                  </a:cubicBezTo>
                  <a:cubicBezTo>
                    <a:pt x="-1602" y="43430"/>
                    <a:pt x="1951" y="21715"/>
                    <a:pt x="5505" y="0"/>
                  </a:cubicBezTo>
                </a:path>
              </a:pathLst>
            </a:custGeom>
            <a:noFill/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5A99B9F-199E-6231-8715-6EBC7856263D}"/>
              </a:ext>
            </a:extLst>
          </p:cNvPr>
          <p:cNvSpPr/>
          <p:nvPr/>
        </p:nvSpPr>
        <p:spPr>
          <a:xfrm rot="5400000">
            <a:off x="1300650" y="1752048"/>
            <a:ext cx="1151388" cy="108000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3B735FE6-AA8C-9E68-AFB5-AB48372680E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354" b="92875" l="9504" r="89256">
                        <a14:foregroundMark x1="16942" y1="14251" x2="42975" y2="8354"/>
                        <a14:foregroundMark x1="42975" y1="8354" x2="66116" y2="8354"/>
                        <a14:foregroundMark x1="66116" y1="8354" x2="76860" y2="12039"/>
                        <a14:foregroundMark x1="26033" y1="82310" x2="48760" y2="92875"/>
                        <a14:foregroundMark x1="48760" y1="92875" x2="68182" y2="87224"/>
                        <a14:foregroundMark x1="68182" y1="87224" x2="68182" y2="8697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0800000" flipH="1">
            <a:off x="3085980" y="2337301"/>
            <a:ext cx="275915" cy="46404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1FBE7C85-68C9-6A36-003D-01068E4A5E3D}"/>
              </a:ext>
            </a:extLst>
          </p:cNvPr>
          <p:cNvSpPr/>
          <p:nvPr/>
        </p:nvSpPr>
        <p:spPr>
          <a:xfrm rot="5400000">
            <a:off x="2549964" y="1820270"/>
            <a:ext cx="1329573" cy="156595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9B1598F-8DFC-7E52-CF7B-1A9E179F73A6}"/>
              </a:ext>
            </a:extLst>
          </p:cNvPr>
          <p:cNvCxnSpPr>
            <a:cxnSpLocks/>
          </p:cNvCxnSpPr>
          <p:nvPr/>
        </p:nvCxnSpPr>
        <p:spPr>
          <a:xfrm flipH="1">
            <a:off x="3130015" y="2491078"/>
            <a:ext cx="156595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F0745ED6-E234-928C-2B27-C5E408BDD933}"/>
              </a:ext>
            </a:extLst>
          </p:cNvPr>
          <p:cNvCxnSpPr>
            <a:cxnSpLocks/>
          </p:cNvCxnSpPr>
          <p:nvPr/>
        </p:nvCxnSpPr>
        <p:spPr>
          <a:xfrm flipH="1">
            <a:off x="3130015" y="2431314"/>
            <a:ext cx="156595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타원 31">
            <a:extLst>
              <a:ext uri="{FF2B5EF4-FFF2-40B4-BE49-F238E27FC236}">
                <a16:creationId xmlns:a16="http://schemas.microsoft.com/office/drawing/2014/main" id="{42107267-E453-1477-88D9-A4FA9B370CB5}"/>
              </a:ext>
            </a:extLst>
          </p:cNvPr>
          <p:cNvSpPr/>
          <p:nvPr/>
        </p:nvSpPr>
        <p:spPr>
          <a:xfrm>
            <a:off x="4272591" y="3551666"/>
            <a:ext cx="327043" cy="3270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a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61536237-03C4-EF69-97AB-C3DC34ECDE90}"/>
              </a:ext>
            </a:extLst>
          </p:cNvPr>
          <p:cNvSpPr/>
          <p:nvPr/>
        </p:nvSpPr>
        <p:spPr>
          <a:xfrm>
            <a:off x="9223217" y="4551774"/>
            <a:ext cx="327043" cy="3270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b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F83F1CAD-2C04-D4A1-6A4A-0E0CCED4B62D}"/>
              </a:ext>
            </a:extLst>
          </p:cNvPr>
          <p:cNvSpPr/>
          <p:nvPr/>
        </p:nvSpPr>
        <p:spPr>
          <a:xfrm>
            <a:off x="4272591" y="5613728"/>
            <a:ext cx="327043" cy="3270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c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1346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8CDAA-AFAD-001C-7E64-06822964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E94C7D-73D1-35AE-0EB1-F23C09187859}"/>
              </a:ext>
            </a:extLst>
          </p:cNvPr>
          <p:cNvSpPr txBox="1"/>
          <p:nvPr/>
        </p:nvSpPr>
        <p:spPr>
          <a:xfrm>
            <a:off x="534257" y="575353"/>
            <a:ext cx="2148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스프링클러 연결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37CC2F8-709E-55A3-C40E-AD1EDC164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422" y="984365"/>
            <a:ext cx="9365155" cy="5008537"/>
          </a:xfrm>
          <a:prstGeom prst="rect">
            <a:avLst/>
          </a:prstGeom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1293E12-6131-6AE3-53E4-426CA90C31E3}"/>
              </a:ext>
            </a:extLst>
          </p:cNvPr>
          <p:cNvCxnSpPr>
            <a:cxnSpLocks/>
          </p:cNvCxnSpPr>
          <p:nvPr/>
        </p:nvCxnSpPr>
        <p:spPr>
          <a:xfrm>
            <a:off x="6424922" y="3845610"/>
            <a:ext cx="1816" cy="195338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8118C8-2C2A-793F-8318-6BAA0BB19B60}"/>
              </a:ext>
            </a:extLst>
          </p:cNvPr>
          <p:cNvSpPr/>
          <p:nvPr/>
        </p:nvSpPr>
        <p:spPr>
          <a:xfrm>
            <a:off x="6458520" y="3867688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7.5</a:t>
            </a:r>
            <a:endParaRPr lang="ko-KR" altLang="en-US" sz="8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087252D-A584-6454-8CE7-1C5EEB301730}"/>
              </a:ext>
            </a:extLst>
          </p:cNvPr>
          <p:cNvCxnSpPr>
            <a:cxnSpLocks/>
          </p:cNvCxnSpPr>
          <p:nvPr/>
        </p:nvCxnSpPr>
        <p:spPr>
          <a:xfrm flipV="1">
            <a:off x="6104763" y="4040948"/>
            <a:ext cx="0" cy="1773542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95F1F48-6E7D-13AC-FAE8-B2FA7131E45A}"/>
              </a:ext>
            </a:extLst>
          </p:cNvPr>
          <p:cNvCxnSpPr>
            <a:cxnSpLocks/>
          </p:cNvCxnSpPr>
          <p:nvPr/>
        </p:nvCxnSpPr>
        <p:spPr>
          <a:xfrm>
            <a:off x="6424922" y="4040948"/>
            <a:ext cx="1816" cy="195338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27189DB-093F-96A7-56B0-AEAD381798E4}"/>
              </a:ext>
            </a:extLst>
          </p:cNvPr>
          <p:cNvSpPr/>
          <p:nvPr/>
        </p:nvSpPr>
        <p:spPr>
          <a:xfrm>
            <a:off x="6458520" y="4063026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7.5</a:t>
            </a:r>
            <a:endParaRPr lang="ko-KR" altLang="en-US" sz="8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5DDC5A3-FB45-DF7F-3B64-97B7803DD7B4}"/>
              </a:ext>
            </a:extLst>
          </p:cNvPr>
          <p:cNvCxnSpPr>
            <a:cxnSpLocks/>
          </p:cNvCxnSpPr>
          <p:nvPr/>
        </p:nvCxnSpPr>
        <p:spPr>
          <a:xfrm>
            <a:off x="6426738" y="3426722"/>
            <a:ext cx="0" cy="440966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7FA1023-4D50-CBDD-24C8-20299D8F7841}"/>
              </a:ext>
            </a:extLst>
          </p:cNvPr>
          <p:cNvSpPr/>
          <p:nvPr/>
        </p:nvSpPr>
        <p:spPr>
          <a:xfrm>
            <a:off x="6458520" y="3571614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034E793A-36CD-1666-9C00-56748773616C}"/>
              </a:ext>
            </a:extLst>
          </p:cNvPr>
          <p:cNvCxnSpPr>
            <a:cxnSpLocks/>
          </p:cNvCxnSpPr>
          <p:nvPr/>
        </p:nvCxnSpPr>
        <p:spPr>
          <a:xfrm>
            <a:off x="6426738" y="3025723"/>
            <a:ext cx="0" cy="440966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D4146A6-7DA0-F7F3-0412-C99231571ADD}"/>
              </a:ext>
            </a:extLst>
          </p:cNvPr>
          <p:cNvSpPr/>
          <p:nvPr/>
        </p:nvSpPr>
        <p:spPr>
          <a:xfrm>
            <a:off x="6458520" y="3170615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BE11926-0C5D-D63C-2770-2DD7C096CBFD}"/>
              </a:ext>
            </a:extLst>
          </p:cNvPr>
          <p:cNvCxnSpPr>
            <a:cxnSpLocks/>
          </p:cNvCxnSpPr>
          <p:nvPr/>
        </p:nvCxnSpPr>
        <p:spPr>
          <a:xfrm>
            <a:off x="6426738" y="2624724"/>
            <a:ext cx="0" cy="440966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E52B34B-E5E1-E951-7445-41B3B4BD6821}"/>
              </a:ext>
            </a:extLst>
          </p:cNvPr>
          <p:cNvSpPr/>
          <p:nvPr/>
        </p:nvSpPr>
        <p:spPr>
          <a:xfrm>
            <a:off x="6458520" y="2769616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D423048-4483-099D-72D8-3BDD22F4E367}"/>
              </a:ext>
            </a:extLst>
          </p:cNvPr>
          <p:cNvCxnSpPr>
            <a:cxnSpLocks/>
          </p:cNvCxnSpPr>
          <p:nvPr/>
        </p:nvCxnSpPr>
        <p:spPr>
          <a:xfrm>
            <a:off x="6426738" y="2223725"/>
            <a:ext cx="0" cy="440966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E7397E-4540-27CB-EFF7-17696765541D}"/>
              </a:ext>
            </a:extLst>
          </p:cNvPr>
          <p:cNvSpPr/>
          <p:nvPr/>
        </p:nvSpPr>
        <p:spPr>
          <a:xfrm>
            <a:off x="6458520" y="2368617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12106E2-30DC-FBDF-9FF7-C349AF7BC398}"/>
              </a:ext>
            </a:extLst>
          </p:cNvPr>
          <p:cNvCxnSpPr>
            <a:cxnSpLocks/>
          </p:cNvCxnSpPr>
          <p:nvPr/>
        </p:nvCxnSpPr>
        <p:spPr>
          <a:xfrm>
            <a:off x="6426738" y="1822726"/>
            <a:ext cx="0" cy="440966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9DC25FF-616B-D8AD-DAAD-617E191D4C50}"/>
              </a:ext>
            </a:extLst>
          </p:cNvPr>
          <p:cNvSpPr/>
          <p:nvPr/>
        </p:nvSpPr>
        <p:spPr>
          <a:xfrm>
            <a:off x="6458520" y="1967618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6558C13-2DDE-E378-2741-4A69D96ED9B6}"/>
              </a:ext>
            </a:extLst>
          </p:cNvPr>
          <p:cNvCxnSpPr>
            <a:cxnSpLocks/>
          </p:cNvCxnSpPr>
          <p:nvPr/>
        </p:nvCxnSpPr>
        <p:spPr>
          <a:xfrm>
            <a:off x="6426738" y="4207399"/>
            <a:ext cx="0" cy="440966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0EF588-304C-A7B3-B57B-9227811D3864}"/>
              </a:ext>
            </a:extLst>
          </p:cNvPr>
          <p:cNvSpPr/>
          <p:nvPr/>
        </p:nvSpPr>
        <p:spPr>
          <a:xfrm>
            <a:off x="6458520" y="4352291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C6948CB-CC0B-5881-7BDF-DB51584D2B62}"/>
              </a:ext>
            </a:extLst>
          </p:cNvPr>
          <p:cNvCxnSpPr>
            <a:cxnSpLocks/>
          </p:cNvCxnSpPr>
          <p:nvPr/>
        </p:nvCxnSpPr>
        <p:spPr>
          <a:xfrm>
            <a:off x="6426738" y="4616411"/>
            <a:ext cx="0" cy="440966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713C23-DFC7-A4E1-6702-231904387E37}"/>
              </a:ext>
            </a:extLst>
          </p:cNvPr>
          <p:cNvSpPr/>
          <p:nvPr/>
        </p:nvSpPr>
        <p:spPr>
          <a:xfrm>
            <a:off x="6458520" y="4761303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5E82F338-40BC-DDBD-C2A5-516538287653}"/>
              </a:ext>
            </a:extLst>
          </p:cNvPr>
          <p:cNvCxnSpPr>
            <a:cxnSpLocks/>
          </p:cNvCxnSpPr>
          <p:nvPr/>
        </p:nvCxnSpPr>
        <p:spPr>
          <a:xfrm>
            <a:off x="6426738" y="5025423"/>
            <a:ext cx="0" cy="440966"/>
          </a:xfrm>
          <a:prstGeom prst="straightConnector1">
            <a:avLst/>
          </a:prstGeom>
          <a:ln w="9525">
            <a:solidFill>
              <a:srgbClr val="FF000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FC90CF-7189-0A4A-0517-9A2F5E89C26A}"/>
              </a:ext>
            </a:extLst>
          </p:cNvPr>
          <p:cNvSpPr/>
          <p:nvPr/>
        </p:nvSpPr>
        <p:spPr>
          <a:xfrm>
            <a:off x="6458520" y="5170315"/>
            <a:ext cx="218546" cy="15118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800" dirty="0"/>
              <a:t>15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90392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751191-5CA1-45CC-968B-3577B4FF1CC2}"/>
              </a:ext>
            </a:extLst>
          </p:cNvPr>
          <p:cNvSpPr txBox="1"/>
          <p:nvPr/>
        </p:nvSpPr>
        <p:spPr>
          <a:xfrm>
            <a:off x="534257" y="575353"/>
            <a:ext cx="37224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스프링클러 연결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, </a:t>
            </a:r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연결부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상세</a:t>
            </a:r>
          </a:p>
        </p:txBody>
      </p:sp>
      <p:pic>
        <p:nvPicPr>
          <p:cNvPr id="4" name="그림 3" descr="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7E9CBD-954C-1B34-C7F8-F2DD9C16A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98" b="90584" l="4202" r="98079">
                        <a14:foregroundMark x1="26891" y1="10734" x2="53661" y2="8098"/>
                        <a14:foregroundMark x1="53661" y1="8098" x2="61104" y2="9605"/>
                        <a14:foregroundMark x1="10204" y1="49906" x2="5522" y2="57439"/>
                        <a14:foregroundMark x1="5522" y1="57439" x2="8043" y2="71563"/>
                        <a14:foregroundMark x1="8043" y1="71563" x2="8523" y2="71751"/>
                        <a14:foregroundMark x1="4922" y1="54991" x2="4202" y2="66478"/>
                        <a14:foregroundMark x1="12365" y1="45009" x2="34934" y2="41243"/>
                        <a14:foregroundMark x1="22689" y1="45386" x2="23409" y2="44068"/>
                        <a14:foregroundMark x1="27971" y1="53296" x2="24850" y2="51789"/>
                        <a14:foregroundMark x1="11164" y1="44068" x2="10204" y2="44068"/>
                        <a14:foregroundMark x1="46459" y1="91337" x2="54982" y2="90960"/>
                        <a14:foregroundMark x1="54982" y1="90960" x2="64706" y2="90960"/>
                        <a14:foregroundMark x1="64706" y1="90960" x2="66747" y2="90584"/>
                        <a14:foregroundMark x1="32293" y1="88324" x2="31333" y2="89454"/>
                        <a14:foregroundMark x1="49580" y1="40113" x2="62665" y2="40678"/>
                        <a14:foregroundMark x1="68067" y1="39925" x2="69148" y2="39925"/>
                        <a14:foregroundMark x1="88715" y1="52542" x2="94838" y2="60075"/>
                        <a14:foregroundMark x1="94838" y1="60075" x2="94118" y2="74765"/>
                        <a14:foregroundMark x1="94118" y1="74765" x2="93277" y2="77401"/>
                        <a14:foregroundMark x1="97959" y1="62524" x2="98079" y2="69115"/>
                        <a14:foregroundMark x1="77071" y1="49906" x2="83073" y2="49718"/>
                        <a14:foregroundMark x1="83073" y1="49718" x2="83073" y2="49718"/>
                        <a14:foregroundMark x1="75150" y1="49153" x2="84634" y2="48964"/>
                        <a14:foregroundMark x1="84634" y1="48964" x2="86194" y2="489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695417">
            <a:off x="1649934" y="4308602"/>
            <a:ext cx="661554" cy="421710"/>
          </a:xfrm>
          <a:prstGeom prst="rect">
            <a:avLst/>
          </a:prstGeom>
        </p:spPr>
      </p:pic>
      <p:pic>
        <p:nvPicPr>
          <p:cNvPr id="6" name="그림 5" descr="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D730E5-458D-616D-7CA6-A73E76F2E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98" b="90584" l="4202" r="98079">
                        <a14:foregroundMark x1="26891" y1="10734" x2="53661" y2="8098"/>
                        <a14:foregroundMark x1="53661" y1="8098" x2="61104" y2="9605"/>
                        <a14:foregroundMark x1="10204" y1="49906" x2="5522" y2="57439"/>
                        <a14:foregroundMark x1="5522" y1="57439" x2="8043" y2="71563"/>
                        <a14:foregroundMark x1="8043" y1="71563" x2="8523" y2="71751"/>
                        <a14:foregroundMark x1="4922" y1="54991" x2="4202" y2="66478"/>
                        <a14:foregroundMark x1="12365" y1="45009" x2="34934" y2="41243"/>
                        <a14:foregroundMark x1="22689" y1="45386" x2="23409" y2="44068"/>
                        <a14:foregroundMark x1="27971" y1="53296" x2="24850" y2="51789"/>
                        <a14:foregroundMark x1="11164" y1="44068" x2="10204" y2="44068"/>
                        <a14:foregroundMark x1="46459" y1="91337" x2="54982" y2="90960"/>
                        <a14:foregroundMark x1="54982" y1="90960" x2="64706" y2="90960"/>
                        <a14:foregroundMark x1="64706" y1="90960" x2="66747" y2="90584"/>
                        <a14:foregroundMark x1="32293" y1="88324" x2="31333" y2="89454"/>
                        <a14:foregroundMark x1="49580" y1="40113" x2="62665" y2="40678"/>
                        <a14:foregroundMark x1="68067" y1="39925" x2="69148" y2="39925"/>
                        <a14:foregroundMark x1="88715" y1="52542" x2="94838" y2="60075"/>
                        <a14:foregroundMark x1="94838" y1="60075" x2="94118" y2="74765"/>
                        <a14:foregroundMark x1="94118" y1="74765" x2="93277" y2="77401"/>
                        <a14:foregroundMark x1="97959" y1="62524" x2="98079" y2="69115"/>
                        <a14:foregroundMark x1="77071" y1="49906" x2="83073" y2="49718"/>
                        <a14:foregroundMark x1="83073" y1="49718" x2="83073" y2="49718"/>
                        <a14:foregroundMark x1="75150" y1="49153" x2="84634" y2="48964"/>
                        <a14:foregroundMark x1="84634" y1="48964" x2="86194" y2="489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870265" flipH="1">
            <a:off x="3708539" y="2193381"/>
            <a:ext cx="661554" cy="42171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C8B4326B-C6C0-0BF2-C252-8DEEF9C63D3A}"/>
              </a:ext>
            </a:extLst>
          </p:cNvPr>
          <p:cNvSpPr/>
          <p:nvPr/>
        </p:nvSpPr>
        <p:spPr>
          <a:xfrm rot="8074097">
            <a:off x="1770049" y="3420639"/>
            <a:ext cx="2552479" cy="175676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42DB90-6767-9130-4916-A85F63D2886E}"/>
              </a:ext>
            </a:extLst>
          </p:cNvPr>
          <p:cNvSpPr/>
          <p:nvPr/>
        </p:nvSpPr>
        <p:spPr>
          <a:xfrm rot="10800000">
            <a:off x="6013394" y="3449182"/>
            <a:ext cx="3721327" cy="11859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691843B-3616-D749-2BA2-86B516904D94}"/>
              </a:ext>
            </a:extLst>
          </p:cNvPr>
          <p:cNvGrpSpPr/>
          <p:nvPr/>
        </p:nvGrpSpPr>
        <p:grpSpPr>
          <a:xfrm rot="16200000">
            <a:off x="9687797" y="3402108"/>
            <a:ext cx="144968" cy="209042"/>
            <a:chOff x="8969866" y="4137294"/>
            <a:chExt cx="140426" cy="202493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052875F-1A60-A043-A607-DE2ECB32648E}"/>
                </a:ext>
              </a:extLst>
            </p:cNvPr>
            <p:cNvGrpSpPr/>
            <p:nvPr/>
          </p:nvGrpSpPr>
          <p:grpSpPr>
            <a:xfrm>
              <a:off x="8969866" y="4208695"/>
              <a:ext cx="140426" cy="131092"/>
              <a:chOff x="4779752" y="5847125"/>
              <a:chExt cx="140426" cy="131092"/>
            </a:xfrm>
          </p:grpSpPr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ED9DF0D5-3EA6-2D7E-6356-F459BD401383}"/>
                  </a:ext>
                </a:extLst>
              </p:cNvPr>
              <p:cNvSpPr/>
              <p:nvPr/>
            </p:nvSpPr>
            <p:spPr>
              <a:xfrm>
                <a:off x="4795964" y="5847125"/>
                <a:ext cx="108001" cy="131092"/>
              </a:xfrm>
              <a:prstGeom prst="roundRect">
                <a:avLst>
                  <a:gd name="adj" fmla="val 0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252F7F9E-E848-6FD2-456A-0AA5CE361638}"/>
                  </a:ext>
                </a:extLst>
              </p:cNvPr>
              <p:cNvSpPr/>
              <p:nvPr/>
            </p:nvSpPr>
            <p:spPr>
              <a:xfrm>
                <a:off x="4779752" y="5889812"/>
                <a:ext cx="140426" cy="4571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1" name="사다리꼴 10">
              <a:extLst>
                <a:ext uri="{FF2B5EF4-FFF2-40B4-BE49-F238E27FC236}">
                  <a16:creationId xmlns:a16="http://schemas.microsoft.com/office/drawing/2014/main" id="{AEFAA3C0-617C-155A-92CF-D8DC4E936F1F}"/>
                </a:ext>
              </a:extLst>
            </p:cNvPr>
            <p:cNvSpPr/>
            <p:nvPr/>
          </p:nvSpPr>
          <p:spPr>
            <a:xfrm rot="10800000">
              <a:off x="8975395" y="4137294"/>
              <a:ext cx="132132" cy="45719"/>
            </a:xfrm>
            <a:prstGeom prst="trapezoi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타원 12">
            <a:extLst>
              <a:ext uri="{FF2B5EF4-FFF2-40B4-BE49-F238E27FC236}">
                <a16:creationId xmlns:a16="http://schemas.microsoft.com/office/drawing/2014/main" id="{8A43CE80-8B8E-2090-6E50-3DE1DEE3A94F}"/>
              </a:ext>
            </a:extLst>
          </p:cNvPr>
          <p:cNvSpPr/>
          <p:nvPr/>
        </p:nvSpPr>
        <p:spPr>
          <a:xfrm rot="19092575">
            <a:off x="3074585" y="3446837"/>
            <a:ext cx="67081" cy="64497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실린더, 정물 사진, 흑백, 모노크롬이(가) 표시된 사진&#10;&#10;자동 생성된 설명">
            <a:extLst>
              <a:ext uri="{FF2B5EF4-FFF2-40B4-BE49-F238E27FC236}">
                <a16:creationId xmlns:a16="http://schemas.microsoft.com/office/drawing/2014/main" id="{B720ABA3-A7D9-C204-25AB-A5782B4341A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3951438" y="3290185"/>
            <a:ext cx="208136" cy="40016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6F08C4C-72E0-10E7-AF48-2F271E2081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130648" flipV="1">
            <a:off x="4817818" y="3112181"/>
            <a:ext cx="575206" cy="587790"/>
          </a:xfrm>
          <a:prstGeom prst="rect">
            <a:avLst/>
          </a:prstGeom>
        </p:spPr>
      </p:pic>
      <p:pic>
        <p:nvPicPr>
          <p:cNvPr id="16" name="Picture 2" descr="케이블타이 전선 케이블정리 흑색200x4.5mm1000개입 케이블타이건 전선정리 선정리 2W0E7D8E05 : 비타맘">
            <a:extLst>
              <a:ext uri="{FF2B5EF4-FFF2-40B4-BE49-F238E27FC236}">
                <a16:creationId xmlns:a16="http://schemas.microsoft.com/office/drawing/2014/main" id="{DF7C8022-7423-ACB0-4129-0772167A53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706" b="57647" l="6765" r="94118">
                        <a14:foregroundMark x1="6765" y1="55882" x2="11176" y2="55294"/>
                        <a14:foregroundMark x1="89412" y1="42353" x2="91471" y2="41765"/>
                        <a14:foregroundMark x1="92353" y1="35588" x2="92941" y2="36765"/>
                        <a14:foregroundMark x1="93529" y1="40882" x2="94118" y2="423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142" b="38249"/>
          <a:stretch>
            <a:fillRect/>
          </a:stretch>
        </p:blipFill>
        <p:spPr bwMode="auto">
          <a:xfrm rot="1009871">
            <a:off x="2121878" y="3320616"/>
            <a:ext cx="586275" cy="316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61B98A99-56B5-D53B-FDA3-D28206A62A73}"/>
              </a:ext>
            </a:extLst>
          </p:cNvPr>
          <p:cNvSpPr/>
          <p:nvPr/>
        </p:nvSpPr>
        <p:spPr>
          <a:xfrm>
            <a:off x="7838241" y="3407735"/>
            <a:ext cx="71632" cy="7163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597BF12F-7068-4F02-FF70-C71CA7F852AB}"/>
              </a:ext>
            </a:extLst>
          </p:cNvPr>
          <p:cNvCxnSpPr/>
          <p:nvPr/>
        </p:nvCxnSpPr>
        <p:spPr>
          <a:xfrm flipH="1">
            <a:off x="5577042" y="3505604"/>
            <a:ext cx="337930" cy="0"/>
          </a:xfrm>
          <a:prstGeom prst="straightConnector1">
            <a:avLst/>
          </a:prstGeom>
          <a:ln>
            <a:solidFill>
              <a:srgbClr val="F8DE05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F5FD30A-21F8-7E47-37FC-696B831DDAE5}"/>
              </a:ext>
            </a:extLst>
          </p:cNvPr>
          <p:cNvCxnSpPr/>
          <p:nvPr/>
        </p:nvCxnSpPr>
        <p:spPr>
          <a:xfrm flipH="1">
            <a:off x="4375964" y="3505604"/>
            <a:ext cx="337930" cy="0"/>
          </a:xfrm>
          <a:prstGeom prst="straightConnector1">
            <a:avLst/>
          </a:prstGeom>
          <a:ln>
            <a:solidFill>
              <a:srgbClr val="F8DE05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BC420BD-9071-2655-26E9-AE758B30E02B}"/>
              </a:ext>
            </a:extLst>
          </p:cNvPr>
          <p:cNvCxnSpPr/>
          <p:nvPr/>
        </p:nvCxnSpPr>
        <p:spPr>
          <a:xfrm flipH="1">
            <a:off x="3439968" y="3505604"/>
            <a:ext cx="337930" cy="0"/>
          </a:xfrm>
          <a:prstGeom prst="straightConnector1">
            <a:avLst/>
          </a:prstGeom>
          <a:ln>
            <a:solidFill>
              <a:srgbClr val="F8DE05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그림 22" descr="실린더, 정물 사진, 흑백, 모노크롬이(가) 표시된 사진&#10;&#10;자동 생성된 설명">
            <a:extLst>
              <a:ext uri="{FF2B5EF4-FFF2-40B4-BE49-F238E27FC236}">
                <a16:creationId xmlns:a16="http://schemas.microsoft.com/office/drawing/2014/main" id="{7C4D85C1-61C8-8B1A-09B5-4BD66B01A2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6424" y="2804191"/>
            <a:ext cx="155266" cy="298516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FBFE6322-6105-3309-E7CA-E4AF1D298F6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4884" y="2255607"/>
            <a:ext cx="156806" cy="21330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F2E8951-522F-6BA7-9CF0-5972CF07318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0" t="23478" r="21498" b="22464"/>
          <a:stretch>
            <a:fillRect/>
          </a:stretch>
        </p:blipFill>
        <p:spPr>
          <a:xfrm>
            <a:off x="7706929" y="1242107"/>
            <a:ext cx="405887" cy="386214"/>
          </a:xfrm>
          <a:prstGeom prst="rect">
            <a:avLst/>
          </a:prstGeom>
        </p:spPr>
      </p:pic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69002692-C4DC-3BEE-183C-0C1A252AFA67}"/>
              </a:ext>
            </a:extLst>
          </p:cNvPr>
          <p:cNvCxnSpPr>
            <a:cxnSpLocks/>
          </p:cNvCxnSpPr>
          <p:nvPr/>
        </p:nvCxnSpPr>
        <p:spPr>
          <a:xfrm>
            <a:off x="7874908" y="3272688"/>
            <a:ext cx="0" cy="133388"/>
          </a:xfrm>
          <a:prstGeom prst="straightConnector1">
            <a:avLst/>
          </a:prstGeom>
          <a:ln>
            <a:solidFill>
              <a:srgbClr val="F8DE05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AAFA888-BEF7-9FF8-553F-DD51557FC11B}"/>
              </a:ext>
            </a:extLst>
          </p:cNvPr>
          <p:cNvCxnSpPr>
            <a:cxnSpLocks/>
          </p:cNvCxnSpPr>
          <p:nvPr/>
        </p:nvCxnSpPr>
        <p:spPr>
          <a:xfrm>
            <a:off x="7874908" y="2624395"/>
            <a:ext cx="0" cy="133388"/>
          </a:xfrm>
          <a:prstGeom prst="straightConnector1">
            <a:avLst/>
          </a:prstGeom>
          <a:ln>
            <a:solidFill>
              <a:srgbClr val="F8DE05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EAE8C585-2BFC-A59C-4D93-6716DE7B01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613006" y="1197333"/>
            <a:ext cx="717290" cy="2159888"/>
          </a:xfrm>
          <a:prstGeom prst="rect">
            <a:avLst/>
          </a:prstGeom>
        </p:spPr>
      </p:pic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5E73AF85-C023-DC01-50F8-FAB565A9FBD6}"/>
              </a:ext>
            </a:extLst>
          </p:cNvPr>
          <p:cNvSpPr/>
          <p:nvPr/>
        </p:nvSpPr>
        <p:spPr>
          <a:xfrm flipH="1">
            <a:off x="7859562" y="1913138"/>
            <a:ext cx="917785" cy="1147710"/>
          </a:xfrm>
          <a:custGeom>
            <a:avLst/>
            <a:gdLst>
              <a:gd name="csX0" fmla="*/ 0 w 440405"/>
              <a:gd name="csY0" fmla="*/ 732730 h 732730"/>
              <a:gd name="csX1" fmla="*/ 347099 w 440405"/>
              <a:gd name="csY1" fmla="*/ 38533 h 732730"/>
              <a:gd name="csX2" fmla="*/ 440405 w 440405"/>
              <a:gd name="csY2" fmla="*/ 150500 h 732730"/>
              <a:gd name="csX0" fmla="*/ 0 w 440405"/>
              <a:gd name="csY0" fmla="*/ 732730 h 732730"/>
              <a:gd name="csX1" fmla="*/ 347099 w 440405"/>
              <a:gd name="csY1" fmla="*/ 38533 h 732730"/>
              <a:gd name="csX2" fmla="*/ 440405 w 440405"/>
              <a:gd name="csY2" fmla="*/ 150500 h 732730"/>
              <a:gd name="csX0" fmla="*/ 0 w 440405"/>
              <a:gd name="csY0" fmla="*/ 732730 h 732730"/>
              <a:gd name="csX1" fmla="*/ 347099 w 440405"/>
              <a:gd name="csY1" fmla="*/ 38533 h 732730"/>
              <a:gd name="csX2" fmla="*/ 440405 w 440405"/>
              <a:gd name="csY2" fmla="*/ 150500 h 732730"/>
              <a:gd name="csX0" fmla="*/ 0 w 440405"/>
              <a:gd name="csY0" fmla="*/ 732730 h 732730"/>
              <a:gd name="csX1" fmla="*/ 306044 w 440405"/>
              <a:gd name="csY1" fmla="*/ 38533 h 732730"/>
              <a:gd name="csX2" fmla="*/ 440405 w 440405"/>
              <a:gd name="csY2" fmla="*/ 150500 h 732730"/>
              <a:gd name="csX0" fmla="*/ 0 w 440405"/>
              <a:gd name="csY0" fmla="*/ 732730 h 733322"/>
              <a:gd name="csX1" fmla="*/ 306044 w 440405"/>
              <a:gd name="csY1" fmla="*/ 38533 h 733322"/>
              <a:gd name="csX2" fmla="*/ 440405 w 440405"/>
              <a:gd name="csY2" fmla="*/ 150500 h 7333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40405" h="733322">
                <a:moveTo>
                  <a:pt x="0" y="732730"/>
                </a:moveTo>
                <a:cubicBezTo>
                  <a:pt x="301067" y="755122"/>
                  <a:pt x="232643" y="135571"/>
                  <a:pt x="306044" y="38533"/>
                </a:cubicBezTo>
                <a:cubicBezTo>
                  <a:pt x="379445" y="-58505"/>
                  <a:pt x="430452" y="45997"/>
                  <a:pt x="440405" y="150500"/>
                </a:cubicBezTo>
              </a:path>
            </a:pathLst>
          </a:custGeom>
          <a:noFill/>
          <a:ln>
            <a:solidFill>
              <a:srgbClr val="F8DE05"/>
            </a:solidFill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A76D3126-DDA3-DDC2-B92E-D5E27945427F}"/>
              </a:ext>
            </a:extLst>
          </p:cNvPr>
          <p:cNvSpPr/>
          <p:nvPr/>
        </p:nvSpPr>
        <p:spPr>
          <a:xfrm flipH="1">
            <a:off x="7885689" y="1019631"/>
            <a:ext cx="1333130" cy="633937"/>
          </a:xfrm>
          <a:custGeom>
            <a:avLst/>
            <a:gdLst>
              <a:gd name="csX0" fmla="*/ 907833 w 907833"/>
              <a:gd name="csY0" fmla="*/ 593276 h 593276"/>
              <a:gd name="csX1" fmla="*/ 90471 w 907833"/>
              <a:gd name="csY1" fmla="*/ 37171 h 593276"/>
              <a:gd name="csX2" fmla="*/ 56881 w 907833"/>
              <a:gd name="csY2" fmla="*/ 96887 h 593276"/>
              <a:gd name="csX0" fmla="*/ 886277 w 886277"/>
              <a:gd name="csY0" fmla="*/ 639091 h 639091"/>
              <a:gd name="csX1" fmla="*/ 117434 w 886277"/>
              <a:gd name="csY1" fmla="*/ 27002 h 639091"/>
              <a:gd name="csX2" fmla="*/ 35325 w 886277"/>
              <a:gd name="csY2" fmla="*/ 142702 h 639091"/>
              <a:gd name="csX0" fmla="*/ 874271 w 874271"/>
              <a:gd name="csY0" fmla="*/ 639091 h 639091"/>
              <a:gd name="csX1" fmla="*/ 150215 w 874271"/>
              <a:gd name="csY1" fmla="*/ 27002 h 639091"/>
              <a:gd name="csX2" fmla="*/ 23319 w 874271"/>
              <a:gd name="csY2" fmla="*/ 142702 h 639091"/>
              <a:gd name="csX0" fmla="*/ 861325 w 861325"/>
              <a:gd name="csY0" fmla="*/ 641033 h 641033"/>
              <a:gd name="csX1" fmla="*/ 137269 w 861325"/>
              <a:gd name="csY1" fmla="*/ 28944 h 641033"/>
              <a:gd name="csX2" fmla="*/ 10373 w 861325"/>
              <a:gd name="csY2" fmla="*/ 144644 h 641033"/>
              <a:gd name="csX0" fmla="*/ 861325 w 861325"/>
              <a:gd name="csY0" fmla="*/ 641033 h 662935"/>
              <a:gd name="csX1" fmla="*/ 137269 w 861325"/>
              <a:gd name="csY1" fmla="*/ 28944 h 662935"/>
              <a:gd name="csX2" fmla="*/ 10373 w 861325"/>
              <a:gd name="csY2" fmla="*/ 144644 h 662935"/>
              <a:gd name="csX0" fmla="*/ 838932 w 838932"/>
              <a:gd name="csY0" fmla="*/ 611175 h 633937"/>
              <a:gd name="csX1" fmla="*/ 137269 w 838932"/>
              <a:gd name="csY1" fmla="*/ 28944 h 633937"/>
              <a:gd name="csX2" fmla="*/ 10373 w 838932"/>
              <a:gd name="csY2" fmla="*/ 144644 h 6339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38932" h="633937">
                <a:moveTo>
                  <a:pt x="838932" y="611175"/>
                </a:moveTo>
                <a:cubicBezTo>
                  <a:pt x="579540" y="762642"/>
                  <a:pt x="279094" y="111675"/>
                  <a:pt x="137269" y="28944"/>
                </a:cubicBezTo>
                <a:cubicBezTo>
                  <a:pt x="-4556" y="-53787"/>
                  <a:pt x="-13887" y="58491"/>
                  <a:pt x="10373" y="144644"/>
                </a:cubicBezTo>
              </a:path>
            </a:pathLst>
          </a:custGeom>
          <a:noFill/>
          <a:ln>
            <a:solidFill>
              <a:srgbClr val="F8DE05"/>
            </a:solidFill>
            <a:tailEnd type="triangle" w="lg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57D88000-E45B-E262-10B8-C4BAD8C0D5B7}"/>
              </a:ext>
            </a:extLst>
          </p:cNvPr>
          <p:cNvGrpSpPr/>
          <p:nvPr/>
        </p:nvGrpSpPr>
        <p:grpSpPr>
          <a:xfrm>
            <a:off x="6336680" y="2020525"/>
            <a:ext cx="1128773" cy="1306945"/>
            <a:chOff x="5369049" y="3790973"/>
            <a:chExt cx="1726656" cy="1999201"/>
          </a:xfrm>
        </p:grpSpPr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48ED65B9-6D0E-BA05-07C1-3DB7813FE892}"/>
                </a:ext>
              </a:extLst>
            </p:cNvPr>
            <p:cNvSpPr/>
            <p:nvPr/>
          </p:nvSpPr>
          <p:spPr>
            <a:xfrm>
              <a:off x="5369049" y="3790973"/>
              <a:ext cx="1726656" cy="1999201"/>
            </a:xfrm>
            <a:prstGeom prst="rect">
              <a:avLst/>
            </a:prstGeom>
            <a:solidFill>
              <a:srgbClr val="F8DE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화">
              <a:extLst>
                <a:ext uri="{FF2B5EF4-FFF2-40B4-BE49-F238E27FC236}">
                  <a16:creationId xmlns:a16="http://schemas.microsoft.com/office/drawing/2014/main" id="{85F90ADC-F83F-F31A-B8E8-B4D37D2C4DA1}"/>
                </a:ext>
              </a:extLst>
            </p:cNvPr>
            <p:cNvGrpSpPr/>
            <p:nvPr/>
          </p:nvGrpSpPr>
          <p:grpSpPr>
            <a:xfrm>
              <a:off x="5735301" y="3866723"/>
              <a:ext cx="994152" cy="183155"/>
              <a:chOff x="0" y="0"/>
              <a:chExt cx="7600425" cy="1400237"/>
            </a:xfrm>
          </p:grpSpPr>
          <p:sp>
            <p:nvSpPr>
              <p:cNvPr id="42" name="도형">
                <a:extLst>
                  <a:ext uri="{FF2B5EF4-FFF2-40B4-BE49-F238E27FC236}">
                    <a16:creationId xmlns:a16="http://schemas.microsoft.com/office/drawing/2014/main" id="{AD7C3267-9F12-027A-22EC-987CF448339D}"/>
                  </a:ext>
                </a:extLst>
              </p:cNvPr>
              <p:cNvSpPr/>
              <p:nvPr/>
            </p:nvSpPr>
            <p:spPr>
              <a:xfrm>
                <a:off x="0" y="0"/>
                <a:ext cx="799992" cy="1100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5402" y="16685"/>
                    </a:moveTo>
                    <a:lnTo>
                      <a:pt x="5402" y="0"/>
                    </a:lnTo>
                    <a:lnTo>
                      <a:pt x="0" y="0"/>
                    </a:lnTo>
                    <a:lnTo>
                      <a:pt x="0" y="18652"/>
                    </a:lnTo>
                    <a:lnTo>
                      <a:pt x="4054" y="21600"/>
                    </a:lnTo>
                    <a:lnTo>
                      <a:pt x="21600" y="21600"/>
                    </a:lnTo>
                    <a:lnTo>
                      <a:pt x="21600" y="17672"/>
                    </a:lnTo>
                    <a:lnTo>
                      <a:pt x="6751" y="17672"/>
                    </a:lnTo>
                    <a:cubicBezTo>
                      <a:pt x="6009" y="17672"/>
                      <a:pt x="5402" y="17231"/>
                      <a:pt x="5402" y="16692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3" name="도형">
                <a:extLst>
                  <a:ext uri="{FF2B5EF4-FFF2-40B4-BE49-F238E27FC236}">
                    <a16:creationId xmlns:a16="http://schemas.microsoft.com/office/drawing/2014/main" id="{85CA2F12-2F0F-8F1C-909C-34A00F7985F5}"/>
                  </a:ext>
                </a:extLst>
              </p:cNvPr>
              <p:cNvSpPr/>
              <p:nvPr/>
            </p:nvSpPr>
            <p:spPr>
              <a:xfrm>
                <a:off x="4499996" y="299955"/>
                <a:ext cx="600246" cy="79999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7200" y="6751"/>
                    </a:moveTo>
                    <a:lnTo>
                      <a:pt x="7200" y="21600"/>
                    </a:lnTo>
                    <a:lnTo>
                      <a:pt x="0" y="21600"/>
                    </a:lnTo>
                    <a:lnTo>
                      <a:pt x="0" y="4054"/>
                    </a:lnTo>
                    <a:cubicBezTo>
                      <a:pt x="2111" y="2470"/>
                      <a:pt x="3292" y="1584"/>
                      <a:pt x="5403" y="0"/>
                    </a:cubicBezTo>
                    <a:lnTo>
                      <a:pt x="21600" y="0"/>
                    </a:lnTo>
                    <a:lnTo>
                      <a:pt x="21600" y="5402"/>
                    </a:lnTo>
                    <a:lnTo>
                      <a:pt x="9009" y="5402"/>
                    </a:lnTo>
                    <a:cubicBezTo>
                      <a:pt x="8020" y="5402"/>
                      <a:pt x="7212" y="6009"/>
                      <a:pt x="7212" y="67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4" name="도형">
                <a:extLst>
                  <a:ext uri="{FF2B5EF4-FFF2-40B4-BE49-F238E27FC236}">
                    <a16:creationId xmlns:a16="http://schemas.microsoft.com/office/drawing/2014/main" id="{CA8D9C1F-AE02-E0E9-4FA1-4BFA8CBBD687}"/>
                  </a:ext>
                </a:extLst>
              </p:cNvPr>
              <p:cNvSpPr/>
              <p:nvPr/>
            </p:nvSpPr>
            <p:spPr>
              <a:xfrm>
                <a:off x="899865" y="299955"/>
                <a:ext cx="800328" cy="800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48" y="0"/>
                    </a:moveTo>
                    <a:lnTo>
                      <a:pt x="4052" y="0"/>
                    </a:lnTo>
                    <a:cubicBezTo>
                      <a:pt x="2469" y="1583"/>
                      <a:pt x="1583" y="2469"/>
                      <a:pt x="0" y="4052"/>
                    </a:cubicBezTo>
                    <a:lnTo>
                      <a:pt x="0" y="17548"/>
                    </a:lnTo>
                    <a:cubicBezTo>
                      <a:pt x="1583" y="19131"/>
                      <a:pt x="2469" y="20017"/>
                      <a:pt x="4052" y="21600"/>
                    </a:cubicBezTo>
                    <a:lnTo>
                      <a:pt x="17548" y="21600"/>
                    </a:lnTo>
                    <a:cubicBezTo>
                      <a:pt x="19131" y="20017"/>
                      <a:pt x="20017" y="19131"/>
                      <a:pt x="21600" y="17548"/>
                    </a:cubicBezTo>
                    <a:lnTo>
                      <a:pt x="21600" y="4052"/>
                    </a:lnTo>
                    <a:cubicBezTo>
                      <a:pt x="20017" y="2469"/>
                      <a:pt x="19131" y="1583"/>
                      <a:pt x="17548" y="0"/>
                    </a:cubicBezTo>
                    <a:close/>
                    <a:moveTo>
                      <a:pt x="16200" y="14843"/>
                    </a:moveTo>
                    <a:cubicBezTo>
                      <a:pt x="16200" y="15585"/>
                      <a:pt x="15594" y="16191"/>
                      <a:pt x="14852" y="16191"/>
                    </a:cubicBezTo>
                    <a:lnTo>
                      <a:pt x="6757" y="16191"/>
                    </a:lnTo>
                    <a:cubicBezTo>
                      <a:pt x="6015" y="16191"/>
                      <a:pt x="5409" y="15585"/>
                      <a:pt x="5409" y="14843"/>
                    </a:cubicBezTo>
                    <a:lnTo>
                      <a:pt x="5409" y="6748"/>
                    </a:lnTo>
                    <a:cubicBezTo>
                      <a:pt x="5409" y="6006"/>
                      <a:pt x="6015" y="5400"/>
                      <a:pt x="6757" y="5400"/>
                    </a:cubicBezTo>
                    <a:lnTo>
                      <a:pt x="14852" y="5400"/>
                    </a:lnTo>
                    <a:cubicBezTo>
                      <a:pt x="15594" y="5400"/>
                      <a:pt x="16200" y="6006"/>
                      <a:pt x="16200" y="6748"/>
                    </a:cubicBezTo>
                    <a:lnTo>
                      <a:pt x="16200" y="1484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5" name="도형">
                <a:extLst>
                  <a:ext uri="{FF2B5EF4-FFF2-40B4-BE49-F238E27FC236}">
                    <a16:creationId xmlns:a16="http://schemas.microsoft.com/office/drawing/2014/main" id="{754029E2-BB1B-7330-E649-8A6000444352}"/>
                  </a:ext>
                </a:extLst>
              </p:cNvPr>
              <p:cNvSpPr/>
              <p:nvPr/>
            </p:nvSpPr>
            <p:spPr>
              <a:xfrm>
                <a:off x="1799730" y="299955"/>
                <a:ext cx="800328" cy="800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48" y="0"/>
                    </a:moveTo>
                    <a:lnTo>
                      <a:pt x="4052" y="0"/>
                    </a:lnTo>
                    <a:cubicBezTo>
                      <a:pt x="2469" y="1583"/>
                      <a:pt x="1583" y="2469"/>
                      <a:pt x="0" y="4052"/>
                    </a:cubicBezTo>
                    <a:lnTo>
                      <a:pt x="0" y="17548"/>
                    </a:lnTo>
                    <a:cubicBezTo>
                      <a:pt x="1583" y="19131"/>
                      <a:pt x="2469" y="20017"/>
                      <a:pt x="4052" y="21600"/>
                    </a:cubicBezTo>
                    <a:lnTo>
                      <a:pt x="17548" y="21600"/>
                    </a:lnTo>
                    <a:cubicBezTo>
                      <a:pt x="19131" y="20017"/>
                      <a:pt x="20017" y="19131"/>
                      <a:pt x="21600" y="17548"/>
                    </a:cubicBezTo>
                    <a:lnTo>
                      <a:pt x="21600" y="4052"/>
                    </a:lnTo>
                    <a:cubicBezTo>
                      <a:pt x="20017" y="2469"/>
                      <a:pt x="19131" y="1583"/>
                      <a:pt x="17548" y="0"/>
                    </a:cubicBezTo>
                    <a:close/>
                    <a:moveTo>
                      <a:pt x="16200" y="14843"/>
                    </a:moveTo>
                    <a:cubicBezTo>
                      <a:pt x="16200" y="15585"/>
                      <a:pt x="15594" y="16191"/>
                      <a:pt x="14852" y="16191"/>
                    </a:cubicBezTo>
                    <a:lnTo>
                      <a:pt x="6757" y="16191"/>
                    </a:lnTo>
                    <a:cubicBezTo>
                      <a:pt x="6015" y="16191"/>
                      <a:pt x="5409" y="15585"/>
                      <a:pt x="5409" y="14843"/>
                    </a:cubicBezTo>
                    <a:lnTo>
                      <a:pt x="5409" y="6748"/>
                    </a:lnTo>
                    <a:cubicBezTo>
                      <a:pt x="5409" y="6006"/>
                      <a:pt x="6015" y="5400"/>
                      <a:pt x="6757" y="5400"/>
                    </a:cubicBezTo>
                    <a:lnTo>
                      <a:pt x="14852" y="5400"/>
                    </a:lnTo>
                    <a:cubicBezTo>
                      <a:pt x="15594" y="5400"/>
                      <a:pt x="16200" y="6006"/>
                      <a:pt x="16200" y="6748"/>
                    </a:cubicBezTo>
                    <a:lnTo>
                      <a:pt x="16200" y="1484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6" name="도형">
                <a:extLst>
                  <a:ext uri="{FF2B5EF4-FFF2-40B4-BE49-F238E27FC236}">
                    <a16:creationId xmlns:a16="http://schemas.microsoft.com/office/drawing/2014/main" id="{6071C71D-80DB-7B3D-EC98-91C5EE59DE2B}"/>
                  </a:ext>
                </a:extLst>
              </p:cNvPr>
              <p:cNvSpPr/>
              <p:nvPr/>
            </p:nvSpPr>
            <p:spPr>
              <a:xfrm>
                <a:off x="2699930" y="299955"/>
                <a:ext cx="799993" cy="1100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55" y="0"/>
                    </a:moveTo>
                    <a:lnTo>
                      <a:pt x="4054" y="0"/>
                    </a:lnTo>
                    <a:cubicBezTo>
                      <a:pt x="2470" y="1151"/>
                      <a:pt x="1584" y="1796"/>
                      <a:pt x="0" y="2948"/>
                    </a:cubicBezTo>
                    <a:lnTo>
                      <a:pt x="0" y="21600"/>
                    </a:lnTo>
                    <a:lnTo>
                      <a:pt x="5402" y="21600"/>
                    </a:lnTo>
                    <a:lnTo>
                      <a:pt x="5402" y="4915"/>
                    </a:lnTo>
                    <a:cubicBezTo>
                      <a:pt x="5402" y="4375"/>
                      <a:pt x="6009" y="3934"/>
                      <a:pt x="6751" y="3934"/>
                    </a:cubicBezTo>
                    <a:lnTo>
                      <a:pt x="14849" y="3934"/>
                    </a:lnTo>
                    <a:cubicBezTo>
                      <a:pt x="15591" y="3934"/>
                      <a:pt x="16198" y="4375"/>
                      <a:pt x="16198" y="4915"/>
                    </a:cubicBezTo>
                    <a:lnTo>
                      <a:pt x="16198" y="10803"/>
                    </a:lnTo>
                    <a:cubicBezTo>
                      <a:pt x="16198" y="11343"/>
                      <a:pt x="15591" y="11784"/>
                      <a:pt x="14849" y="11784"/>
                    </a:cubicBezTo>
                    <a:lnTo>
                      <a:pt x="8099" y="11784"/>
                    </a:lnTo>
                    <a:lnTo>
                      <a:pt x="8099" y="15711"/>
                    </a:lnTo>
                    <a:lnTo>
                      <a:pt x="17546" y="15711"/>
                    </a:lnTo>
                    <a:cubicBezTo>
                      <a:pt x="19130" y="14560"/>
                      <a:pt x="20016" y="13915"/>
                      <a:pt x="21600" y="12764"/>
                    </a:cubicBezTo>
                    <a:lnTo>
                      <a:pt x="21600" y="2948"/>
                    </a:lnTo>
                    <a:cubicBezTo>
                      <a:pt x="20016" y="1796"/>
                      <a:pt x="19130" y="1151"/>
                      <a:pt x="1754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7" name="도형">
                <a:extLst>
                  <a:ext uri="{FF2B5EF4-FFF2-40B4-BE49-F238E27FC236}">
                    <a16:creationId xmlns:a16="http://schemas.microsoft.com/office/drawing/2014/main" id="{C7B74B41-7C22-A586-EDB7-A39EE5193951}"/>
                  </a:ext>
                </a:extLst>
              </p:cNvPr>
              <p:cNvSpPr/>
              <p:nvPr/>
            </p:nvSpPr>
            <p:spPr>
              <a:xfrm>
                <a:off x="3599796" y="299955"/>
                <a:ext cx="799993" cy="800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55" y="0"/>
                    </a:moveTo>
                    <a:lnTo>
                      <a:pt x="4054" y="0"/>
                    </a:lnTo>
                    <a:cubicBezTo>
                      <a:pt x="2470" y="1583"/>
                      <a:pt x="1584" y="2469"/>
                      <a:pt x="0" y="4052"/>
                    </a:cubicBezTo>
                    <a:lnTo>
                      <a:pt x="0" y="17548"/>
                    </a:lnTo>
                    <a:cubicBezTo>
                      <a:pt x="1584" y="19131"/>
                      <a:pt x="2470" y="20017"/>
                      <a:pt x="4054" y="21600"/>
                    </a:cubicBezTo>
                    <a:lnTo>
                      <a:pt x="21600" y="21600"/>
                    </a:lnTo>
                    <a:lnTo>
                      <a:pt x="21600" y="16200"/>
                    </a:lnTo>
                    <a:lnTo>
                      <a:pt x="13022" y="16200"/>
                    </a:lnTo>
                    <a:cubicBezTo>
                      <a:pt x="13022" y="16200"/>
                      <a:pt x="6751" y="16200"/>
                      <a:pt x="6751" y="16200"/>
                    </a:cubicBezTo>
                    <a:cubicBezTo>
                      <a:pt x="6009" y="16200"/>
                      <a:pt x="5402" y="15594"/>
                      <a:pt x="5402" y="14852"/>
                    </a:cubicBezTo>
                    <a:lnTo>
                      <a:pt x="5402" y="6757"/>
                    </a:lnTo>
                    <a:cubicBezTo>
                      <a:pt x="5402" y="6015"/>
                      <a:pt x="6009" y="5409"/>
                      <a:pt x="6751" y="5409"/>
                    </a:cubicBezTo>
                    <a:lnTo>
                      <a:pt x="14849" y="5409"/>
                    </a:lnTo>
                    <a:cubicBezTo>
                      <a:pt x="15591" y="5409"/>
                      <a:pt x="16198" y="6015"/>
                      <a:pt x="16198" y="6757"/>
                    </a:cubicBezTo>
                    <a:lnTo>
                      <a:pt x="16198" y="6757"/>
                    </a:lnTo>
                    <a:cubicBezTo>
                      <a:pt x="16198" y="7498"/>
                      <a:pt x="15591" y="8105"/>
                      <a:pt x="14849" y="8105"/>
                    </a:cubicBezTo>
                    <a:lnTo>
                      <a:pt x="8099" y="8105"/>
                    </a:lnTo>
                    <a:lnTo>
                      <a:pt x="8099" y="13505"/>
                    </a:lnTo>
                    <a:lnTo>
                      <a:pt x="17546" y="13505"/>
                    </a:lnTo>
                    <a:cubicBezTo>
                      <a:pt x="19130" y="11922"/>
                      <a:pt x="20016" y="11035"/>
                      <a:pt x="21600" y="9452"/>
                    </a:cubicBezTo>
                    <a:lnTo>
                      <a:pt x="21600" y="4052"/>
                    </a:lnTo>
                    <a:cubicBezTo>
                      <a:pt x="20016" y="2469"/>
                      <a:pt x="19130" y="1583"/>
                      <a:pt x="17546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8" name="도형">
                <a:extLst>
                  <a:ext uri="{FF2B5EF4-FFF2-40B4-BE49-F238E27FC236}">
                    <a16:creationId xmlns:a16="http://schemas.microsoft.com/office/drawing/2014/main" id="{DD09507F-7005-49E2-03D2-9AC13FB58622}"/>
                  </a:ext>
                </a:extLst>
              </p:cNvPr>
              <p:cNvSpPr/>
              <p:nvPr/>
            </p:nvSpPr>
            <p:spPr>
              <a:xfrm>
                <a:off x="6099980" y="299955"/>
                <a:ext cx="799993" cy="800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55" y="0"/>
                    </a:moveTo>
                    <a:lnTo>
                      <a:pt x="4054" y="0"/>
                    </a:lnTo>
                    <a:lnTo>
                      <a:pt x="0" y="4052"/>
                    </a:lnTo>
                    <a:lnTo>
                      <a:pt x="0" y="17548"/>
                    </a:lnTo>
                    <a:cubicBezTo>
                      <a:pt x="1584" y="19131"/>
                      <a:pt x="2470" y="20017"/>
                      <a:pt x="4054" y="21600"/>
                    </a:cubicBezTo>
                    <a:lnTo>
                      <a:pt x="21600" y="21600"/>
                    </a:lnTo>
                    <a:lnTo>
                      <a:pt x="21600" y="16200"/>
                    </a:lnTo>
                    <a:lnTo>
                      <a:pt x="13022" y="16200"/>
                    </a:lnTo>
                    <a:cubicBezTo>
                      <a:pt x="13022" y="16200"/>
                      <a:pt x="6751" y="16200"/>
                      <a:pt x="6751" y="16200"/>
                    </a:cubicBezTo>
                    <a:cubicBezTo>
                      <a:pt x="6009" y="16200"/>
                      <a:pt x="5402" y="15594"/>
                      <a:pt x="5402" y="14852"/>
                    </a:cubicBezTo>
                    <a:lnTo>
                      <a:pt x="5402" y="6757"/>
                    </a:lnTo>
                    <a:cubicBezTo>
                      <a:pt x="5402" y="6015"/>
                      <a:pt x="6009" y="5409"/>
                      <a:pt x="6751" y="5409"/>
                    </a:cubicBezTo>
                    <a:lnTo>
                      <a:pt x="14849" y="5409"/>
                    </a:lnTo>
                    <a:cubicBezTo>
                      <a:pt x="15591" y="5409"/>
                      <a:pt x="16198" y="6015"/>
                      <a:pt x="16198" y="6757"/>
                    </a:cubicBezTo>
                    <a:lnTo>
                      <a:pt x="16198" y="6757"/>
                    </a:lnTo>
                    <a:cubicBezTo>
                      <a:pt x="16198" y="7498"/>
                      <a:pt x="15591" y="8105"/>
                      <a:pt x="14849" y="8105"/>
                    </a:cubicBezTo>
                    <a:lnTo>
                      <a:pt x="8099" y="8105"/>
                    </a:lnTo>
                    <a:cubicBezTo>
                      <a:pt x="8099" y="8105"/>
                      <a:pt x="8099" y="13505"/>
                      <a:pt x="8099" y="13505"/>
                    </a:cubicBezTo>
                    <a:lnTo>
                      <a:pt x="17546" y="13505"/>
                    </a:lnTo>
                    <a:cubicBezTo>
                      <a:pt x="19130" y="11922"/>
                      <a:pt x="20016" y="11035"/>
                      <a:pt x="21600" y="9452"/>
                    </a:cubicBezTo>
                    <a:lnTo>
                      <a:pt x="21600" y="4052"/>
                    </a:lnTo>
                    <a:lnTo>
                      <a:pt x="17546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49" name="도형">
                <a:extLst>
                  <a:ext uri="{FF2B5EF4-FFF2-40B4-BE49-F238E27FC236}">
                    <a16:creationId xmlns:a16="http://schemas.microsoft.com/office/drawing/2014/main" id="{5E330C52-D420-43DA-9C58-80601D2E6030}"/>
                  </a:ext>
                </a:extLst>
              </p:cNvPr>
              <p:cNvSpPr/>
              <p:nvPr/>
            </p:nvSpPr>
            <p:spPr>
              <a:xfrm>
                <a:off x="5199779" y="299955"/>
                <a:ext cx="800328" cy="1100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7548" y="0"/>
                    </a:moveTo>
                    <a:lnTo>
                      <a:pt x="4052" y="0"/>
                    </a:lnTo>
                    <a:lnTo>
                      <a:pt x="0" y="2948"/>
                    </a:lnTo>
                    <a:lnTo>
                      <a:pt x="0" y="12764"/>
                    </a:lnTo>
                    <a:lnTo>
                      <a:pt x="4052" y="15711"/>
                    </a:lnTo>
                    <a:lnTo>
                      <a:pt x="13495" y="15711"/>
                    </a:lnTo>
                    <a:lnTo>
                      <a:pt x="13495" y="11784"/>
                    </a:lnTo>
                    <a:lnTo>
                      <a:pt x="6748" y="11784"/>
                    </a:lnTo>
                    <a:cubicBezTo>
                      <a:pt x="6006" y="11784"/>
                      <a:pt x="5400" y="11343"/>
                      <a:pt x="5400" y="10803"/>
                    </a:cubicBezTo>
                    <a:lnTo>
                      <a:pt x="5400" y="4915"/>
                    </a:lnTo>
                    <a:cubicBezTo>
                      <a:pt x="5400" y="4375"/>
                      <a:pt x="6006" y="3934"/>
                      <a:pt x="6748" y="3934"/>
                    </a:cubicBezTo>
                    <a:lnTo>
                      <a:pt x="14843" y="3934"/>
                    </a:lnTo>
                    <a:cubicBezTo>
                      <a:pt x="15585" y="3934"/>
                      <a:pt x="16191" y="4375"/>
                      <a:pt x="16191" y="4915"/>
                    </a:cubicBezTo>
                    <a:lnTo>
                      <a:pt x="16191" y="16692"/>
                    </a:lnTo>
                    <a:cubicBezTo>
                      <a:pt x="16191" y="17231"/>
                      <a:pt x="15585" y="17672"/>
                      <a:pt x="14843" y="17672"/>
                    </a:cubicBezTo>
                    <a:lnTo>
                      <a:pt x="5400" y="17672"/>
                    </a:lnTo>
                    <a:lnTo>
                      <a:pt x="5400" y="21600"/>
                    </a:lnTo>
                    <a:lnTo>
                      <a:pt x="17548" y="21600"/>
                    </a:lnTo>
                    <a:lnTo>
                      <a:pt x="21600" y="18652"/>
                    </a:lnTo>
                    <a:lnTo>
                      <a:pt x="21600" y="2948"/>
                    </a:lnTo>
                    <a:lnTo>
                      <a:pt x="17548" y="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  <p:sp>
            <p:nvSpPr>
              <p:cNvPr id="50" name="도형">
                <a:extLst>
                  <a:ext uri="{FF2B5EF4-FFF2-40B4-BE49-F238E27FC236}">
                    <a16:creationId xmlns:a16="http://schemas.microsoft.com/office/drawing/2014/main" id="{40132880-C51A-32DF-22E9-8588413FC6D6}"/>
                  </a:ext>
                </a:extLst>
              </p:cNvPr>
              <p:cNvSpPr/>
              <p:nvPr/>
            </p:nvSpPr>
            <p:spPr>
              <a:xfrm>
                <a:off x="7000180" y="0"/>
                <a:ext cx="600246" cy="110028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588" y="9816"/>
                    </a:moveTo>
                    <a:lnTo>
                      <a:pt x="21588" y="5889"/>
                    </a:lnTo>
                    <a:lnTo>
                      <a:pt x="8997" y="5889"/>
                    </a:lnTo>
                    <a:cubicBezTo>
                      <a:pt x="8008" y="5889"/>
                      <a:pt x="7200" y="5448"/>
                      <a:pt x="7200" y="4908"/>
                    </a:cubicBezTo>
                    <a:lnTo>
                      <a:pt x="7200" y="0"/>
                    </a:lnTo>
                    <a:lnTo>
                      <a:pt x="0" y="0"/>
                    </a:lnTo>
                    <a:lnTo>
                      <a:pt x="0" y="18652"/>
                    </a:lnTo>
                    <a:lnTo>
                      <a:pt x="5403" y="21600"/>
                    </a:lnTo>
                    <a:lnTo>
                      <a:pt x="21600" y="21600"/>
                    </a:lnTo>
                    <a:lnTo>
                      <a:pt x="21600" y="17672"/>
                    </a:lnTo>
                    <a:lnTo>
                      <a:pt x="9009" y="17672"/>
                    </a:lnTo>
                    <a:cubicBezTo>
                      <a:pt x="8020" y="17672"/>
                      <a:pt x="7212" y="17231"/>
                      <a:pt x="7212" y="16692"/>
                    </a:cubicBezTo>
                    <a:lnTo>
                      <a:pt x="7212" y="10803"/>
                    </a:lnTo>
                    <a:cubicBezTo>
                      <a:pt x="7212" y="10264"/>
                      <a:pt x="8020" y="9823"/>
                      <a:pt x="9009" y="9823"/>
                    </a:cubicBezTo>
                    <a:lnTo>
                      <a:pt x="21600" y="9823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1600"/>
              </a:p>
            </p:txBody>
          </p:sp>
        </p:grpSp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id="{C90188FC-6A9A-373C-ABB1-D5766098D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39" t="34017" r="69360" b="37482"/>
            <a:stretch>
              <a:fillRect/>
            </a:stretch>
          </p:blipFill>
          <p:spPr>
            <a:xfrm>
              <a:off x="5405709" y="4091231"/>
              <a:ext cx="1662538" cy="1662538"/>
            </a:xfrm>
            <a:prstGeom prst="rect">
              <a:avLst/>
            </a:prstGeom>
          </p:spPr>
        </p:pic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DBDEAB2-29C7-00C2-E400-703C44F61338}"/>
              </a:ext>
            </a:extLst>
          </p:cNvPr>
          <p:cNvSpPr/>
          <p:nvPr/>
        </p:nvSpPr>
        <p:spPr>
          <a:xfrm>
            <a:off x="6336680" y="1225852"/>
            <a:ext cx="1110823" cy="2820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51D60E6-F7FA-7A3A-2767-72C257CE8FA8}"/>
              </a:ext>
            </a:extLst>
          </p:cNvPr>
          <p:cNvSpPr txBox="1"/>
          <p:nvPr/>
        </p:nvSpPr>
        <p:spPr>
          <a:xfrm>
            <a:off x="6277179" y="1178461"/>
            <a:ext cx="1229824" cy="361637"/>
          </a:xfrm>
          <a:prstGeom prst="rect">
            <a:avLst/>
          </a:prstGeom>
          <a:solidFill>
            <a:srgbClr val="F8DE05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050" b="1" dirty="0"/>
              <a:t>스프링클러세트</a:t>
            </a:r>
            <a:endParaRPr lang="en-US" altLang="ko-KR" sz="1050" b="1" dirty="0"/>
          </a:p>
          <a:p>
            <a:pPr algn="ctr"/>
            <a:r>
              <a:rPr lang="ko-KR" altLang="en-US" sz="700" dirty="0"/>
              <a:t>헤드</a:t>
            </a:r>
            <a:r>
              <a:rPr lang="en-US" altLang="ko-KR" sz="700" dirty="0"/>
              <a:t>,</a:t>
            </a:r>
            <a:r>
              <a:rPr lang="ko-KR" altLang="en-US" sz="700" dirty="0" err="1"/>
              <a:t>지주대</a:t>
            </a:r>
            <a:r>
              <a:rPr lang="en-US" altLang="ko-KR" sz="700" dirty="0"/>
              <a:t>,</a:t>
            </a:r>
            <a:r>
              <a:rPr lang="ko-KR" altLang="en-US" sz="700" dirty="0" err="1"/>
              <a:t>뽁뽁이</a:t>
            </a:r>
            <a:r>
              <a:rPr lang="en-US" altLang="ko-KR" sz="700" dirty="0"/>
              <a:t>,</a:t>
            </a:r>
            <a:r>
              <a:rPr lang="ko-KR" altLang="en-US" sz="700" dirty="0" err="1"/>
              <a:t>루퍼젯</a:t>
            </a:r>
            <a:endParaRPr lang="ko-KR" altLang="en-US" sz="7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3557AD-77B6-A9CE-9739-A5752850926B}"/>
              </a:ext>
            </a:extLst>
          </p:cNvPr>
          <p:cNvSpPr txBox="1"/>
          <p:nvPr/>
        </p:nvSpPr>
        <p:spPr>
          <a:xfrm>
            <a:off x="6239824" y="1468764"/>
            <a:ext cx="1350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dirty="0"/>
              <a:t>25mm</a:t>
            </a:r>
            <a:r>
              <a:rPr lang="ko-KR" altLang="en-US" sz="800" dirty="0"/>
              <a:t>호스로</a:t>
            </a:r>
            <a:endParaRPr lang="en-US" altLang="ko-KR" sz="800" dirty="0"/>
          </a:p>
          <a:p>
            <a:pPr algn="ctr"/>
            <a:r>
              <a:rPr lang="ko-KR" altLang="en-US" sz="800" dirty="0"/>
              <a:t>최대 </a:t>
            </a:r>
            <a:r>
              <a:rPr lang="en-US" altLang="ko-KR" sz="800" dirty="0"/>
              <a:t>100m 7</a:t>
            </a:r>
            <a:r>
              <a:rPr lang="ko-KR" altLang="en-US" sz="800" dirty="0"/>
              <a:t>개까지 설치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A540DD3-60C6-7032-6CCE-75CEF46378BD}"/>
              </a:ext>
            </a:extLst>
          </p:cNvPr>
          <p:cNvCxnSpPr>
            <a:cxnSpLocks/>
          </p:cNvCxnSpPr>
          <p:nvPr/>
        </p:nvCxnSpPr>
        <p:spPr>
          <a:xfrm>
            <a:off x="6892091" y="1786070"/>
            <a:ext cx="0" cy="199181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9" name="직사각형 2048">
            <a:extLst>
              <a:ext uri="{FF2B5EF4-FFF2-40B4-BE49-F238E27FC236}">
                <a16:creationId xmlns:a16="http://schemas.microsoft.com/office/drawing/2014/main" id="{5DBB8CF6-CEDD-F20F-BF71-1FA52807FC1F}"/>
              </a:ext>
            </a:extLst>
          </p:cNvPr>
          <p:cNvSpPr/>
          <p:nvPr/>
        </p:nvSpPr>
        <p:spPr>
          <a:xfrm>
            <a:off x="2772281" y="4594315"/>
            <a:ext cx="820952" cy="805343"/>
          </a:xfrm>
          <a:prstGeom prst="rect">
            <a:avLst/>
          </a:prstGeom>
          <a:noFill/>
          <a:ln w="25400">
            <a:solidFill>
              <a:srgbClr val="F8DE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1" name="그림 2050">
            <a:extLst>
              <a:ext uri="{FF2B5EF4-FFF2-40B4-BE49-F238E27FC236}">
                <a16:creationId xmlns:a16="http://schemas.microsoft.com/office/drawing/2014/main" id="{54450296-501F-3631-0CC5-BC0E74AAB29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9244" b="4027"/>
          <a:stretch>
            <a:fillRect/>
          </a:stretch>
        </p:blipFill>
        <p:spPr>
          <a:xfrm>
            <a:off x="2785544" y="4606116"/>
            <a:ext cx="796756" cy="772916"/>
          </a:xfrm>
          <a:prstGeom prst="rect">
            <a:avLst/>
          </a:prstGeom>
        </p:spPr>
      </p:pic>
      <p:sp>
        <p:nvSpPr>
          <p:cNvPr id="2052" name="직사각형 2051">
            <a:extLst>
              <a:ext uri="{FF2B5EF4-FFF2-40B4-BE49-F238E27FC236}">
                <a16:creationId xmlns:a16="http://schemas.microsoft.com/office/drawing/2014/main" id="{33160951-270D-B83F-5D01-A41ACABC1962}"/>
              </a:ext>
            </a:extLst>
          </p:cNvPr>
          <p:cNvSpPr/>
          <p:nvPr/>
        </p:nvSpPr>
        <p:spPr>
          <a:xfrm>
            <a:off x="3657072" y="4594315"/>
            <a:ext cx="820952" cy="805343"/>
          </a:xfrm>
          <a:prstGeom prst="rect">
            <a:avLst/>
          </a:prstGeom>
          <a:noFill/>
          <a:ln w="25400">
            <a:solidFill>
              <a:srgbClr val="F8DE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3" name="직사각형 2052">
            <a:extLst>
              <a:ext uri="{FF2B5EF4-FFF2-40B4-BE49-F238E27FC236}">
                <a16:creationId xmlns:a16="http://schemas.microsoft.com/office/drawing/2014/main" id="{E471A800-54C1-8054-C0D9-0AB49A169602}"/>
              </a:ext>
            </a:extLst>
          </p:cNvPr>
          <p:cNvSpPr/>
          <p:nvPr/>
        </p:nvSpPr>
        <p:spPr>
          <a:xfrm>
            <a:off x="4675996" y="4594315"/>
            <a:ext cx="820952" cy="805343"/>
          </a:xfrm>
          <a:prstGeom prst="rect">
            <a:avLst/>
          </a:prstGeom>
          <a:noFill/>
          <a:ln w="25400">
            <a:solidFill>
              <a:srgbClr val="F8DE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4" name="직사각형 2053">
            <a:extLst>
              <a:ext uri="{FF2B5EF4-FFF2-40B4-BE49-F238E27FC236}">
                <a16:creationId xmlns:a16="http://schemas.microsoft.com/office/drawing/2014/main" id="{78C1A025-6EC0-90FD-B805-3CA6042EFA96}"/>
              </a:ext>
            </a:extLst>
          </p:cNvPr>
          <p:cNvSpPr/>
          <p:nvPr/>
        </p:nvSpPr>
        <p:spPr>
          <a:xfrm>
            <a:off x="6013394" y="4594315"/>
            <a:ext cx="820952" cy="805343"/>
          </a:xfrm>
          <a:prstGeom prst="rect">
            <a:avLst/>
          </a:prstGeom>
          <a:noFill/>
          <a:ln w="25400">
            <a:solidFill>
              <a:srgbClr val="F8DE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5" name="직사각형 2054">
            <a:extLst>
              <a:ext uri="{FF2B5EF4-FFF2-40B4-BE49-F238E27FC236}">
                <a16:creationId xmlns:a16="http://schemas.microsoft.com/office/drawing/2014/main" id="{B6C389FB-03D6-E1A1-2F78-76C5C374CE5A}"/>
              </a:ext>
            </a:extLst>
          </p:cNvPr>
          <p:cNvSpPr/>
          <p:nvPr/>
        </p:nvSpPr>
        <p:spPr>
          <a:xfrm>
            <a:off x="7462811" y="4594315"/>
            <a:ext cx="820952" cy="805343"/>
          </a:xfrm>
          <a:prstGeom prst="rect">
            <a:avLst/>
          </a:prstGeom>
          <a:noFill/>
          <a:ln w="25400">
            <a:solidFill>
              <a:srgbClr val="F8DE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6" name="직사각형 2055">
            <a:extLst>
              <a:ext uri="{FF2B5EF4-FFF2-40B4-BE49-F238E27FC236}">
                <a16:creationId xmlns:a16="http://schemas.microsoft.com/office/drawing/2014/main" id="{1191DB35-5CBB-C82D-6FBE-BE7F05150485}"/>
              </a:ext>
            </a:extLst>
          </p:cNvPr>
          <p:cNvSpPr/>
          <p:nvPr/>
        </p:nvSpPr>
        <p:spPr>
          <a:xfrm>
            <a:off x="9386660" y="4594315"/>
            <a:ext cx="820952" cy="805343"/>
          </a:xfrm>
          <a:prstGeom prst="rect">
            <a:avLst/>
          </a:prstGeom>
          <a:noFill/>
          <a:ln w="25400">
            <a:solidFill>
              <a:srgbClr val="F8DE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7" name="직사각형 2056">
            <a:extLst>
              <a:ext uri="{FF2B5EF4-FFF2-40B4-BE49-F238E27FC236}">
                <a16:creationId xmlns:a16="http://schemas.microsoft.com/office/drawing/2014/main" id="{47CC083F-1B4E-F813-2BA1-85490FF36178}"/>
              </a:ext>
            </a:extLst>
          </p:cNvPr>
          <p:cNvSpPr/>
          <p:nvPr/>
        </p:nvSpPr>
        <p:spPr>
          <a:xfrm>
            <a:off x="2772281" y="5514643"/>
            <a:ext cx="829498" cy="45507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58" name="TextBox 2057">
            <a:extLst>
              <a:ext uri="{FF2B5EF4-FFF2-40B4-BE49-F238E27FC236}">
                <a16:creationId xmlns:a16="http://schemas.microsoft.com/office/drawing/2014/main" id="{DEA4966A-ECB5-0757-2C21-A66CFA408372}"/>
              </a:ext>
            </a:extLst>
          </p:cNvPr>
          <p:cNvSpPr txBox="1"/>
          <p:nvPr/>
        </p:nvSpPr>
        <p:spPr>
          <a:xfrm>
            <a:off x="2741481" y="556135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/>
              <a:t>타공</a:t>
            </a:r>
            <a:endParaRPr lang="en-US" altLang="ko-KR" sz="1000" b="1" dirty="0"/>
          </a:p>
          <a:p>
            <a:r>
              <a:rPr lang="en-US" altLang="ko-KR" sz="800" dirty="0"/>
              <a:t>20mm</a:t>
            </a:r>
            <a:endParaRPr lang="ko-KR" altLang="en-US" sz="800" dirty="0"/>
          </a:p>
        </p:txBody>
      </p:sp>
      <p:sp>
        <p:nvSpPr>
          <p:cNvPr id="2059" name="직사각형 2058">
            <a:extLst>
              <a:ext uri="{FF2B5EF4-FFF2-40B4-BE49-F238E27FC236}">
                <a16:creationId xmlns:a16="http://schemas.microsoft.com/office/drawing/2014/main" id="{13AC1F8F-E905-8BA1-00AD-68B138E1735B}"/>
              </a:ext>
            </a:extLst>
          </p:cNvPr>
          <p:cNvSpPr/>
          <p:nvPr/>
        </p:nvSpPr>
        <p:spPr>
          <a:xfrm>
            <a:off x="3687595" y="5514643"/>
            <a:ext cx="829498" cy="45507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60" name="TextBox 2059">
            <a:extLst>
              <a:ext uri="{FF2B5EF4-FFF2-40B4-BE49-F238E27FC236}">
                <a16:creationId xmlns:a16="http://schemas.microsoft.com/office/drawing/2014/main" id="{28A357D2-CAAB-388C-EC4E-37A85F8B99AB}"/>
              </a:ext>
            </a:extLst>
          </p:cNvPr>
          <p:cNvSpPr txBox="1"/>
          <p:nvPr/>
        </p:nvSpPr>
        <p:spPr>
          <a:xfrm>
            <a:off x="3656795" y="5561359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/>
              <a:t>루퍼젯</a:t>
            </a:r>
            <a:r>
              <a:rPr lang="en-US" altLang="ko-KR" sz="1000" b="1" dirty="0"/>
              <a:t>H25</a:t>
            </a:r>
          </a:p>
          <a:p>
            <a:r>
              <a:rPr lang="en-US" altLang="ko-KR" sz="800" dirty="0"/>
              <a:t>25mm </a:t>
            </a:r>
            <a:r>
              <a:rPr lang="ko-KR" altLang="en-US" sz="800" dirty="0"/>
              <a:t>암나사</a:t>
            </a:r>
          </a:p>
        </p:txBody>
      </p:sp>
      <p:sp>
        <p:nvSpPr>
          <p:cNvPr id="2061" name="직사각형 2060">
            <a:extLst>
              <a:ext uri="{FF2B5EF4-FFF2-40B4-BE49-F238E27FC236}">
                <a16:creationId xmlns:a16="http://schemas.microsoft.com/office/drawing/2014/main" id="{7024F605-60E1-6B29-62A4-1707C4B87470}"/>
              </a:ext>
            </a:extLst>
          </p:cNvPr>
          <p:cNvSpPr/>
          <p:nvPr/>
        </p:nvSpPr>
        <p:spPr>
          <a:xfrm>
            <a:off x="4683751" y="5514643"/>
            <a:ext cx="829498" cy="45507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62" name="TextBox 2061">
            <a:extLst>
              <a:ext uri="{FF2B5EF4-FFF2-40B4-BE49-F238E27FC236}">
                <a16:creationId xmlns:a16="http://schemas.microsoft.com/office/drawing/2014/main" id="{C7F0DBC3-FAD6-B284-0C0C-1E50619F51F7}"/>
              </a:ext>
            </a:extLst>
          </p:cNvPr>
          <p:cNvSpPr txBox="1"/>
          <p:nvPr/>
        </p:nvSpPr>
        <p:spPr>
          <a:xfrm>
            <a:off x="4652951" y="5561359"/>
            <a:ext cx="82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송수용밸브</a:t>
            </a:r>
            <a:endParaRPr lang="en-US" altLang="ko-KR" sz="1000" b="1" dirty="0"/>
          </a:p>
          <a:p>
            <a:r>
              <a:rPr lang="en-US" altLang="ko-KR" sz="800" dirty="0"/>
              <a:t>25mm </a:t>
            </a:r>
            <a:r>
              <a:rPr lang="ko-KR" altLang="en-US" sz="800" dirty="0"/>
              <a:t>용</a:t>
            </a:r>
          </a:p>
        </p:txBody>
      </p:sp>
      <p:sp>
        <p:nvSpPr>
          <p:cNvPr id="2063" name="직사각형 2062">
            <a:extLst>
              <a:ext uri="{FF2B5EF4-FFF2-40B4-BE49-F238E27FC236}">
                <a16:creationId xmlns:a16="http://schemas.microsoft.com/office/drawing/2014/main" id="{188B1D8A-DA60-0054-BE93-D308527B4F31}"/>
              </a:ext>
            </a:extLst>
          </p:cNvPr>
          <p:cNvSpPr/>
          <p:nvPr/>
        </p:nvSpPr>
        <p:spPr>
          <a:xfrm>
            <a:off x="6029566" y="5514643"/>
            <a:ext cx="829498" cy="45507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18B161ED-BB76-EA72-9916-8106C480F195}"/>
              </a:ext>
            </a:extLst>
          </p:cNvPr>
          <p:cNvSpPr txBox="1"/>
          <p:nvPr/>
        </p:nvSpPr>
        <p:spPr>
          <a:xfrm>
            <a:off x="5998766" y="556135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송수호스 </a:t>
            </a:r>
            <a:r>
              <a:rPr lang="en-US" altLang="ko-KR" sz="1000" b="1" dirty="0"/>
              <a:t>25</a:t>
            </a:r>
          </a:p>
          <a:p>
            <a:r>
              <a:rPr lang="en-US" altLang="ko-KR" sz="800" dirty="0"/>
              <a:t>100m</a:t>
            </a:r>
            <a:endParaRPr lang="ko-KR" altLang="en-US" sz="800" dirty="0"/>
          </a:p>
        </p:txBody>
      </p:sp>
      <p:sp>
        <p:nvSpPr>
          <p:cNvPr id="2065" name="직사각형 2064">
            <a:extLst>
              <a:ext uri="{FF2B5EF4-FFF2-40B4-BE49-F238E27FC236}">
                <a16:creationId xmlns:a16="http://schemas.microsoft.com/office/drawing/2014/main" id="{31F8BA41-DE6D-4253-C7F2-FBCA6F1C9F43}"/>
              </a:ext>
            </a:extLst>
          </p:cNvPr>
          <p:cNvSpPr/>
          <p:nvPr/>
        </p:nvSpPr>
        <p:spPr>
          <a:xfrm>
            <a:off x="7456968" y="5514643"/>
            <a:ext cx="829498" cy="45507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9B91BAE1-2D3B-AF97-6D96-8B8E84055008}"/>
              </a:ext>
            </a:extLst>
          </p:cNvPr>
          <p:cNvSpPr txBox="1"/>
          <p:nvPr/>
        </p:nvSpPr>
        <p:spPr>
          <a:xfrm>
            <a:off x="7426168" y="556135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/>
              <a:t>타공</a:t>
            </a:r>
            <a:endParaRPr lang="en-US" altLang="ko-KR" sz="1000" b="1" dirty="0"/>
          </a:p>
          <a:p>
            <a:r>
              <a:rPr lang="en-US" altLang="ko-KR" sz="800" dirty="0"/>
              <a:t>15mm</a:t>
            </a:r>
            <a:endParaRPr lang="ko-KR" altLang="en-US" sz="800" dirty="0"/>
          </a:p>
        </p:txBody>
      </p:sp>
      <p:sp>
        <p:nvSpPr>
          <p:cNvPr id="2067" name="직사각형 2066">
            <a:extLst>
              <a:ext uri="{FF2B5EF4-FFF2-40B4-BE49-F238E27FC236}">
                <a16:creationId xmlns:a16="http://schemas.microsoft.com/office/drawing/2014/main" id="{C0BECA48-064F-67C7-5B2F-859652850BBB}"/>
              </a:ext>
            </a:extLst>
          </p:cNvPr>
          <p:cNvSpPr/>
          <p:nvPr/>
        </p:nvSpPr>
        <p:spPr>
          <a:xfrm>
            <a:off x="9386660" y="5514643"/>
            <a:ext cx="829498" cy="45507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68" name="TextBox 2067">
            <a:extLst>
              <a:ext uri="{FF2B5EF4-FFF2-40B4-BE49-F238E27FC236}">
                <a16:creationId xmlns:a16="http://schemas.microsoft.com/office/drawing/2014/main" id="{6B31604A-65DB-F514-E9D9-BD5D4E166E99}"/>
              </a:ext>
            </a:extLst>
          </p:cNvPr>
          <p:cNvSpPr txBox="1"/>
          <p:nvPr/>
        </p:nvSpPr>
        <p:spPr>
          <a:xfrm>
            <a:off x="9355860" y="556135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호스마감</a:t>
            </a:r>
            <a:endParaRPr lang="en-US" altLang="ko-KR" sz="1000" b="1" dirty="0"/>
          </a:p>
          <a:p>
            <a:r>
              <a:rPr lang="en-US" altLang="ko-KR" sz="800" dirty="0"/>
              <a:t>25mm</a:t>
            </a:r>
            <a:endParaRPr lang="ko-KR" altLang="en-US" sz="800" dirty="0"/>
          </a:p>
        </p:txBody>
      </p:sp>
      <p:pic>
        <p:nvPicPr>
          <p:cNvPr id="2069" name="그림 2068">
            <a:extLst>
              <a:ext uri="{FF2B5EF4-FFF2-40B4-BE49-F238E27FC236}">
                <a16:creationId xmlns:a16="http://schemas.microsoft.com/office/drawing/2014/main" id="{FA7FC83E-BF67-BB92-E477-69E063CF84C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9244" b="4027"/>
          <a:stretch>
            <a:fillRect/>
          </a:stretch>
        </p:blipFill>
        <p:spPr>
          <a:xfrm>
            <a:off x="7475089" y="4606116"/>
            <a:ext cx="796756" cy="772916"/>
          </a:xfrm>
          <a:prstGeom prst="rect">
            <a:avLst/>
          </a:prstGeom>
        </p:spPr>
      </p:pic>
      <p:pic>
        <p:nvPicPr>
          <p:cNvPr id="2070" name="그림 2069" descr="실린더, 정물 사진, 흑백, 모노크롬이(가) 표시된 사진&#10;&#10;자동 생성된 설명">
            <a:extLst>
              <a:ext uri="{FF2B5EF4-FFF2-40B4-BE49-F238E27FC236}">
                <a16:creationId xmlns:a16="http://schemas.microsoft.com/office/drawing/2014/main" id="{51D73333-3892-8E72-3E99-2DE29D3D10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781" y="4672133"/>
            <a:ext cx="337929" cy="649707"/>
          </a:xfrm>
          <a:prstGeom prst="rect">
            <a:avLst/>
          </a:prstGeom>
        </p:spPr>
      </p:pic>
      <p:sp>
        <p:nvSpPr>
          <p:cNvPr id="2075" name="직사각형 2074">
            <a:extLst>
              <a:ext uri="{FF2B5EF4-FFF2-40B4-BE49-F238E27FC236}">
                <a16:creationId xmlns:a16="http://schemas.microsoft.com/office/drawing/2014/main" id="{9D8530EE-17FE-23F4-9D1E-20EA8EE7FD6D}"/>
              </a:ext>
            </a:extLst>
          </p:cNvPr>
          <p:cNvSpPr/>
          <p:nvPr/>
        </p:nvSpPr>
        <p:spPr>
          <a:xfrm>
            <a:off x="7605782" y="1675036"/>
            <a:ext cx="531869" cy="17884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76" name="직사각형 2075">
            <a:extLst>
              <a:ext uri="{FF2B5EF4-FFF2-40B4-BE49-F238E27FC236}">
                <a16:creationId xmlns:a16="http://schemas.microsoft.com/office/drawing/2014/main" id="{21B2220F-FAD4-9880-CE26-86878CF1C918}"/>
              </a:ext>
            </a:extLst>
          </p:cNvPr>
          <p:cNvSpPr/>
          <p:nvPr/>
        </p:nvSpPr>
        <p:spPr>
          <a:xfrm>
            <a:off x="7605782" y="2488252"/>
            <a:ext cx="531869" cy="1305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77" name="직사각형 2076">
            <a:extLst>
              <a:ext uri="{FF2B5EF4-FFF2-40B4-BE49-F238E27FC236}">
                <a16:creationId xmlns:a16="http://schemas.microsoft.com/office/drawing/2014/main" id="{AC719F02-CE6A-37D3-26B9-521FE08E76B9}"/>
              </a:ext>
            </a:extLst>
          </p:cNvPr>
          <p:cNvSpPr/>
          <p:nvPr/>
        </p:nvSpPr>
        <p:spPr>
          <a:xfrm>
            <a:off x="7605782" y="3113559"/>
            <a:ext cx="531869" cy="1305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78" name="직사각형 2077">
            <a:extLst>
              <a:ext uri="{FF2B5EF4-FFF2-40B4-BE49-F238E27FC236}">
                <a16:creationId xmlns:a16="http://schemas.microsoft.com/office/drawing/2014/main" id="{A32E66C9-D63F-DA4E-4392-CF3600BDE23E}"/>
              </a:ext>
            </a:extLst>
          </p:cNvPr>
          <p:cNvSpPr/>
          <p:nvPr/>
        </p:nvSpPr>
        <p:spPr>
          <a:xfrm>
            <a:off x="9278300" y="1938243"/>
            <a:ext cx="531869" cy="463964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79" name="TextBox 2078">
            <a:extLst>
              <a:ext uri="{FF2B5EF4-FFF2-40B4-BE49-F238E27FC236}">
                <a16:creationId xmlns:a16="http://schemas.microsoft.com/office/drawing/2014/main" id="{2B4E95F7-76EB-7B38-068D-B5934C8DC714}"/>
              </a:ext>
            </a:extLst>
          </p:cNvPr>
          <p:cNvSpPr txBox="1"/>
          <p:nvPr/>
        </p:nvSpPr>
        <p:spPr>
          <a:xfrm>
            <a:off x="7510078" y="1672912"/>
            <a:ext cx="723275" cy="184666"/>
          </a:xfrm>
          <a:prstGeom prst="rect">
            <a:avLst/>
          </a:prstGeom>
          <a:solidFill>
            <a:srgbClr val="F8DE05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b="1" dirty="0"/>
              <a:t>스프링클러헤드</a:t>
            </a:r>
            <a:endParaRPr lang="en-US" altLang="ko-KR" sz="600" b="1" dirty="0"/>
          </a:p>
        </p:txBody>
      </p:sp>
      <p:sp>
        <p:nvSpPr>
          <p:cNvPr id="2080" name="TextBox 2079">
            <a:extLst>
              <a:ext uri="{FF2B5EF4-FFF2-40B4-BE49-F238E27FC236}">
                <a16:creationId xmlns:a16="http://schemas.microsoft.com/office/drawing/2014/main" id="{3A9E827E-1E4F-6BC8-0AF5-365682954285}"/>
              </a:ext>
            </a:extLst>
          </p:cNvPr>
          <p:cNvSpPr txBox="1"/>
          <p:nvPr/>
        </p:nvSpPr>
        <p:spPr>
          <a:xfrm>
            <a:off x="7548551" y="2459807"/>
            <a:ext cx="646331" cy="184666"/>
          </a:xfrm>
          <a:prstGeom prst="rect">
            <a:avLst/>
          </a:prstGeom>
          <a:solidFill>
            <a:srgbClr val="F8DE05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b="1"/>
              <a:t>단닛쁠뽁뽁이</a:t>
            </a:r>
            <a:endParaRPr lang="en-US" altLang="ko-KR" sz="600" b="1" dirty="0"/>
          </a:p>
        </p:txBody>
      </p:sp>
      <p:sp>
        <p:nvSpPr>
          <p:cNvPr id="2081" name="TextBox 2080">
            <a:extLst>
              <a:ext uri="{FF2B5EF4-FFF2-40B4-BE49-F238E27FC236}">
                <a16:creationId xmlns:a16="http://schemas.microsoft.com/office/drawing/2014/main" id="{69D68E77-A186-EAD9-DA66-E87A26BDFDC9}"/>
              </a:ext>
            </a:extLst>
          </p:cNvPr>
          <p:cNvSpPr txBox="1"/>
          <p:nvPr/>
        </p:nvSpPr>
        <p:spPr>
          <a:xfrm>
            <a:off x="7589429" y="3083082"/>
            <a:ext cx="564578" cy="184666"/>
          </a:xfrm>
          <a:prstGeom prst="rect">
            <a:avLst/>
          </a:prstGeom>
          <a:solidFill>
            <a:srgbClr val="F8DE05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600" b="1" dirty="0" err="1"/>
              <a:t>루퍼젯</a:t>
            </a:r>
            <a:r>
              <a:rPr lang="en-US" altLang="ko-KR" sz="600" b="1" dirty="0"/>
              <a:t>H20</a:t>
            </a:r>
          </a:p>
        </p:txBody>
      </p:sp>
      <p:sp>
        <p:nvSpPr>
          <p:cNvPr id="2082" name="TextBox 2081">
            <a:extLst>
              <a:ext uri="{FF2B5EF4-FFF2-40B4-BE49-F238E27FC236}">
                <a16:creationId xmlns:a16="http://schemas.microsoft.com/office/drawing/2014/main" id="{D93AAE21-16B6-20FD-D704-0FEEE7682D41}"/>
              </a:ext>
            </a:extLst>
          </p:cNvPr>
          <p:cNvSpPr txBox="1"/>
          <p:nvPr/>
        </p:nvSpPr>
        <p:spPr>
          <a:xfrm>
            <a:off x="9311552" y="2070045"/>
            <a:ext cx="46198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600" b="1" dirty="0"/>
              <a:t>h</a:t>
            </a:r>
            <a:r>
              <a:rPr lang="ko-KR" altLang="en-US" sz="600" b="1" dirty="0" err="1"/>
              <a:t>지주대</a:t>
            </a:r>
            <a:endParaRPr lang="en-US" altLang="ko-KR" sz="600" b="1" dirty="0"/>
          </a:p>
        </p:txBody>
      </p:sp>
      <p:pic>
        <p:nvPicPr>
          <p:cNvPr id="2083" name="그림 2082">
            <a:extLst>
              <a:ext uri="{FF2B5EF4-FFF2-40B4-BE49-F238E27FC236}">
                <a16:creationId xmlns:a16="http://schemas.microsoft.com/office/drawing/2014/main" id="{4EA67978-7D40-FE75-11ED-F9E46D89F3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453707" flipH="1" flipV="1">
            <a:off x="4798869" y="4706618"/>
            <a:ext cx="575206" cy="587790"/>
          </a:xfrm>
          <a:prstGeom prst="rect">
            <a:avLst/>
          </a:prstGeom>
        </p:spPr>
      </p:pic>
      <p:pic>
        <p:nvPicPr>
          <p:cNvPr id="2085" name="그림 2084">
            <a:extLst>
              <a:ext uri="{FF2B5EF4-FFF2-40B4-BE49-F238E27FC236}">
                <a16:creationId xmlns:a16="http://schemas.microsoft.com/office/drawing/2014/main" id="{251D4BEE-5A44-6125-B8F5-F7F1081B505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29566" y="4610939"/>
            <a:ext cx="791787" cy="778295"/>
          </a:xfrm>
          <a:prstGeom prst="rect">
            <a:avLst/>
          </a:prstGeom>
        </p:spPr>
      </p:pic>
      <p:pic>
        <p:nvPicPr>
          <p:cNvPr id="2086" name="그림 2085">
            <a:extLst>
              <a:ext uri="{FF2B5EF4-FFF2-40B4-BE49-F238E27FC236}">
                <a16:creationId xmlns:a16="http://schemas.microsoft.com/office/drawing/2014/main" id="{4128DBAE-928D-C530-1E80-0B954F4071F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3207" b="92440" l="8840" r="99669">
                        <a14:foregroundMark x1="90939" y1="28981" x2="96133" y2="14089"/>
                        <a14:foregroundMark x1="98122" y1="8362" x2="98785" y2="5269"/>
                        <a14:foregroundMark x1="31602" y1="69416" x2="34254" y2="69759"/>
                        <a14:foregroundMark x1="16685" y1="89691" x2="22541" y2="92440"/>
                        <a14:foregroundMark x1="10497" y1="82589" x2="8840" y2="81329"/>
                        <a14:foregroundMark x1="97459" y1="5613" x2="99669" y2="32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50577" y="4621135"/>
            <a:ext cx="743722" cy="717424"/>
          </a:xfrm>
          <a:prstGeom prst="rect">
            <a:avLst/>
          </a:prstGeom>
        </p:spPr>
      </p:pic>
      <p:cxnSp>
        <p:nvCxnSpPr>
          <p:cNvPr id="2087" name="직선 연결선 2086">
            <a:extLst>
              <a:ext uri="{FF2B5EF4-FFF2-40B4-BE49-F238E27FC236}">
                <a16:creationId xmlns:a16="http://schemas.microsoft.com/office/drawing/2014/main" id="{80B59FDF-8835-F067-EF1F-306D07245EC7}"/>
              </a:ext>
            </a:extLst>
          </p:cNvPr>
          <p:cNvCxnSpPr>
            <a:cxnSpLocks/>
          </p:cNvCxnSpPr>
          <p:nvPr/>
        </p:nvCxnSpPr>
        <p:spPr>
          <a:xfrm flipV="1">
            <a:off x="3097980" y="3626704"/>
            <a:ext cx="0" cy="977663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1" name="직선 연결선 2090">
            <a:extLst>
              <a:ext uri="{FF2B5EF4-FFF2-40B4-BE49-F238E27FC236}">
                <a16:creationId xmlns:a16="http://schemas.microsoft.com/office/drawing/2014/main" id="{AF5143E0-8D49-340C-70B9-C0B37684EF83}"/>
              </a:ext>
            </a:extLst>
          </p:cNvPr>
          <p:cNvCxnSpPr>
            <a:cxnSpLocks/>
          </p:cNvCxnSpPr>
          <p:nvPr/>
        </p:nvCxnSpPr>
        <p:spPr>
          <a:xfrm flipV="1">
            <a:off x="4101392" y="3657599"/>
            <a:ext cx="0" cy="946768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4" name="직선 연결선 2093">
            <a:extLst>
              <a:ext uri="{FF2B5EF4-FFF2-40B4-BE49-F238E27FC236}">
                <a16:creationId xmlns:a16="http://schemas.microsoft.com/office/drawing/2014/main" id="{1A62C96B-DF73-E94F-2B80-76DDFAAF43B5}"/>
              </a:ext>
            </a:extLst>
          </p:cNvPr>
          <p:cNvCxnSpPr>
            <a:cxnSpLocks/>
          </p:cNvCxnSpPr>
          <p:nvPr/>
        </p:nvCxnSpPr>
        <p:spPr>
          <a:xfrm flipV="1">
            <a:off x="5080529" y="3778980"/>
            <a:ext cx="0" cy="825387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6" name="직선 연결선 2095">
            <a:extLst>
              <a:ext uri="{FF2B5EF4-FFF2-40B4-BE49-F238E27FC236}">
                <a16:creationId xmlns:a16="http://schemas.microsoft.com/office/drawing/2014/main" id="{4860216A-21A5-CE14-CD70-930BA058574A}"/>
              </a:ext>
            </a:extLst>
          </p:cNvPr>
          <p:cNvCxnSpPr>
            <a:cxnSpLocks/>
          </p:cNvCxnSpPr>
          <p:nvPr/>
        </p:nvCxnSpPr>
        <p:spPr>
          <a:xfrm flipV="1">
            <a:off x="6456175" y="3665691"/>
            <a:ext cx="0" cy="938676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8" name="직선 연결선 2097">
            <a:extLst>
              <a:ext uri="{FF2B5EF4-FFF2-40B4-BE49-F238E27FC236}">
                <a16:creationId xmlns:a16="http://schemas.microsoft.com/office/drawing/2014/main" id="{6FBA095D-7117-3D86-914B-FEC826587FC1}"/>
              </a:ext>
            </a:extLst>
          </p:cNvPr>
          <p:cNvCxnSpPr>
            <a:cxnSpLocks/>
          </p:cNvCxnSpPr>
          <p:nvPr/>
        </p:nvCxnSpPr>
        <p:spPr>
          <a:xfrm flipV="1">
            <a:off x="7885689" y="3665691"/>
            <a:ext cx="0" cy="938676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9" name="직선 연결선 2098">
            <a:extLst>
              <a:ext uri="{FF2B5EF4-FFF2-40B4-BE49-F238E27FC236}">
                <a16:creationId xmlns:a16="http://schemas.microsoft.com/office/drawing/2014/main" id="{D96084BC-3164-6B80-148E-DE45968DB130}"/>
              </a:ext>
            </a:extLst>
          </p:cNvPr>
          <p:cNvCxnSpPr>
            <a:cxnSpLocks/>
          </p:cNvCxnSpPr>
          <p:nvPr/>
        </p:nvCxnSpPr>
        <p:spPr>
          <a:xfrm flipV="1">
            <a:off x="9798953" y="3665691"/>
            <a:ext cx="0" cy="938676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0" name="직사각형 2099">
            <a:extLst>
              <a:ext uri="{FF2B5EF4-FFF2-40B4-BE49-F238E27FC236}">
                <a16:creationId xmlns:a16="http://schemas.microsoft.com/office/drawing/2014/main" id="{72484CFF-109F-1AD5-E7FA-0D6E57BACFD2}"/>
              </a:ext>
            </a:extLst>
          </p:cNvPr>
          <p:cNvSpPr/>
          <p:nvPr/>
        </p:nvSpPr>
        <p:spPr>
          <a:xfrm>
            <a:off x="2015300" y="2134952"/>
            <a:ext cx="820952" cy="805343"/>
          </a:xfrm>
          <a:prstGeom prst="rect">
            <a:avLst/>
          </a:prstGeom>
          <a:solidFill>
            <a:srgbClr val="F8DE05"/>
          </a:solidFill>
          <a:ln w="25400">
            <a:solidFill>
              <a:srgbClr val="F8DE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01" name="직선 연결선 2100">
            <a:extLst>
              <a:ext uri="{FF2B5EF4-FFF2-40B4-BE49-F238E27FC236}">
                <a16:creationId xmlns:a16="http://schemas.microsoft.com/office/drawing/2014/main" id="{5DC95B8A-93F6-DC45-A7F0-1EFE2C97A910}"/>
              </a:ext>
            </a:extLst>
          </p:cNvPr>
          <p:cNvCxnSpPr>
            <a:cxnSpLocks/>
          </p:cNvCxnSpPr>
          <p:nvPr/>
        </p:nvCxnSpPr>
        <p:spPr>
          <a:xfrm>
            <a:off x="2440558" y="2953449"/>
            <a:ext cx="0" cy="388561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04" name="그림 2103">
            <a:extLst>
              <a:ext uri="{FF2B5EF4-FFF2-40B4-BE49-F238E27FC236}">
                <a16:creationId xmlns:a16="http://schemas.microsoft.com/office/drawing/2014/main" id="{A8C7A84E-600B-4769-0351-DAD89141625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27340" y="2154399"/>
            <a:ext cx="792520" cy="778424"/>
          </a:xfrm>
          <a:prstGeom prst="rect">
            <a:avLst/>
          </a:prstGeom>
        </p:spPr>
      </p:pic>
      <p:sp>
        <p:nvSpPr>
          <p:cNvPr id="2105" name="직사각형 2104">
            <a:extLst>
              <a:ext uri="{FF2B5EF4-FFF2-40B4-BE49-F238E27FC236}">
                <a16:creationId xmlns:a16="http://schemas.microsoft.com/office/drawing/2014/main" id="{E6F9C0A5-2D87-88B6-E9B9-C63A887CED51}"/>
              </a:ext>
            </a:extLst>
          </p:cNvPr>
          <p:cNvSpPr/>
          <p:nvPr/>
        </p:nvSpPr>
        <p:spPr>
          <a:xfrm>
            <a:off x="2015250" y="1641835"/>
            <a:ext cx="829498" cy="45507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06" name="TextBox 2105">
            <a:extLst>
              <a:ext uri="{FF2B5EF4-FFF2-40B4-BE49-F238E27FC236}">
                <a16:creationId xmlns:a16="http://schemas.microsoft.com/office/drawing/2014/main" id="{EBA676FC-2326-847A-3232-481338F4B6CF}"/>
              </a:ext>
            </a:extLst>
          </p:cNvPr>
          <p:cNvSpPr txBox="1"/>
          <p:nvPr/>
        </p:nvSpPr>
        <p:spPr>
          <a:xfrm>
            <a:off x="1984450" y="1688551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/>
              <a:t>케이블타이</a:t>
            </a:r>
            <a:endParaRPr lang="en-US" altLang="ko-KR" sz="1000" b="1" dirty="0"/>
          </a:p>
          <a:p>
            <a:r>
              <a:rPr lang="en-US" altLang="ko-KR" sz="800" dirty="0"/>
              <a:t>270mm </a:t>
            </a:r>
            <a:r>
              <a:rPr lang="en-US" altLang="ko-KR" sz="7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※</a:t>
            </a:r>
            <a:r>
              <a:rPr lang="ko-KR" altLang="en-US" sz="7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필수</a:t>
            </a:r>
            <a:r>
              <a:rPr lang="en-US" altLang="ko-KR" sz="7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※</a:t>
            </a:r>
            <a:r>
              <a:rPr lang="ko-KR" altLang="en-US" sz="7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 </a:t>
            </a:r>
            <a:endParaRPr lang="ko-KR" altLang="en-US" sz="800" dirty="0"/>
          </a:p>
        </p:txBody>
      </p:sp>
      <p:pic>
        <p:nvPicPr>
          <p:cNvPr id="2107" name="붙여넣은 동영상.png" descr="붙여넣은 동영상.png">
            <a:extLst>
              <a:ext uri="{FF2B5EF4-FFF2-40B4-BE49-F238E27FC236}">
                <a16:creationId xmlns:a16="http://schemas.microsoft.com/office/drawing/2014/main" id="{CBD24E12-5715-EB53-B36A-7495253F75A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6682324">
            <a:off x="1205131" y="4708462"/>
            <a:ext cx="668939" cy="60873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8" name="그림 2107" descr="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E25F6E-291B-0FB6-EEE9-88B1FA11A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098" b="90584" l="4202" r="98079">
                        <a14:foregroundMark x1="26891" y1="10734" x2="53661" y2="8098"/>
                        <a14:foregroundMark x1="53661" y1="8098" x2="61104" y2="9605"/>
                        <a14:foregroundMark x1="10204" y1="49906" x2="5522" y2="57439"/>
                        <a14:foregroundMark x1="5522" y1="57439" x2="8043" y2="71563"/>
                        <a14:foregroundMark x1="8043" y1="71563" x2="8523" y2="71751"/>
                        <a14:foregroundMark x1="4922" y1="54991" x2="4202" y2="66478"/>
                        <a14:foregroundMark x1="12365" y1="45009" x2="34934" y2="41243"/>
                        <a14:foregroundMark x1="22689" y1="45386" x2="23409" y2="44068"/>
                        <a14:foregroundMark x1="27971" y1="53296" x2="24850" y2="51789"/>
                        <a14:foregroundMark x1="11164" y1="44068" x2="10204" y2="44068"/>
                        <a14:foregroundMark x1="46459" y1="91337" x2="54982" y2="90960"/>
                        <a14:foregroundMark x1="54982" y1="90960" x2="64706" y2="90960"/>
                        <a14:foregroundMark x1="64706" y1="90960" x2="66747" y2="90584"/>
                        <a14:foregroundMark x1="32293" y1="88324" x2="31333" y2="89454"/>
                        <a14:foregroundMark x1="49580" y1="40113" x2="62665" y2="40678"/>
                        <a14:foregroundMark x1="68067" y1="39925" x2="69148" y2="39925"/>
                        <a14:foregroundMark x1="88715" y1="52542" x2="94838" y2="60075"/>
                        <a14:foregroundMark x1="94838" y1="60075" x2="94118" y2="74765"/>
                        <a14:foregroundMark x1="94118" y1="74765" x2="93277" y2="77401"/>
                        <a14:foregroundMark x1="97959" y1="62524" x2="98079" y2="69115"/>
                        <a14:foregroundMark x1="77071" y1="49906" x2="83073" y2="49718"/>
                        <a14:foregroundMark x1="83073" y1="49718" x2="83073" y2="49718"/>
                        <a14:foregroundMark x1="75150" y1="49153" x2="84634" y2="48964"/>
                        <a14:foregroundMark x1="84634" y1="48964" x2="86194" y2="489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990489">
            <a:off x="824458" y="4295837"/>
            <a:ext cx="661554" cy="421710"/>
          </a:xfrm>
          <a:prstGeom prst="rect">
            <a:avLst/>
          </a:prstGeom>
        </p:spPr>
      </p:pic>
      <p:pic>
        <p:nvPicPr>
          <p:cNvPr id="56" name="Picture 2" descr="케이블타이 전선 케이블정리 흑색200x4.5mm1000개입 케이블타이건 전선정리 선정리 2W0E7D8E05 : 비타맘">
            <a:extLst>
              <a:ext uri="{FF2B5EF4-FFF2-40B4-BE49-F238E27FC236}">
                <a16:creationId xmlns:a16="http://schemas.microsoft.com/office/drawing/2014/main" id="{39AA9486-C3BE-4D5D-C068-C15F6B3C3B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4706" b="57647" l="6765" r="94118">
                        <a14:foregroundMark x1="6765" y1="55882" x2="11176" y2="55294"/>
                        <a14:foregroundMark x1="89412" y1="42353" x2="91471" y2="41765"/>
                        <a14:foregroundMark x1="92353" y1="35588" x2="92941" y2="36765"/>
                        <a14:foregroundMark x1="93529" y1="40882" x2="94118" y2="423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142" b="38249"/>
          <a:stretch>
            <a:fillRect/>
          </a:stretch>
        </p:blipFill>
        <p:spPr bwMode="auto">
          <a:xfrm rot="16677921">
            <a:off x="8031531" y="3126214"/>
            <a:ext cx="466121" cy="14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134442C5-E3B2-134F-BB4F-E36C3AD819A2}"/>
              </a:ext>
            </a:extLst>
          </p:cNvPr>
          <p:cNvCxnSpPr>
            <a:cxnSpLocks/>
          </p:cNvCxnSpPr>
          <p:nvPr/>
        </p:nvCxnSpPr>
        <p:spPr>
          <a:xfrm flipH="1">
            <a:off x="8366451" y="3285701"/>
            <a:ext cx="1741229" cy="0"/>
          </a:xfrm>
          <a:prstGeom prst="line">
            <a:avLst/>
          </a:prstGeom>
          <a:ln>
            <a:solidFill>
              <a:srgbClr val="F8DE05"/>
            </a:solidFill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CD6AECC-0B1E-6EBE-8288-EB1BEFA805CB}"/>
              </a:ext>
            </a:extLst>
          </p:cNvPr>
          <p:cNvSpPr/>
          <p:nvPr/>
        </p:nvSpPr>
        <p:spPr>
          <a:xfrm>
            <a:off x="10113722" y="2586646"/>
            <a:ext cx="820952" cy="805343"/>
          </a:xfrm>
          <a:prstGeom prst="rect">
            <a:avLst/>
          </a:prstGeom>
          <a:solidFill>
            <a:srgbClr val="F8DE05"/>
          </a:solidFill>
          <a:ln w="25400">
            <a:solidFill>
              <a:srgbClr val="F8DE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DD4407C2-F099-DDA4-0378-61510E56964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25762" y="2606093"/>
            <a:ext cx="792520" cy="778424"/>
          </a:xfrm>
          <a:prstGeom prst="rect">
            <a:avLst/>
          </a:prstGeom>
        </p:spPr>
      </p:pic>
      <p:sp>
        <p:nvSpPr>
          <p:cNvPr id="62" name="직사각형 61">
            <a:extLst>
              <a:ext uri="{FF2B5EF4-FFF2-40B4-BE49-F238E27FC236}">
                <a16:creationId xmlns:a16="http://schemas.microsoft.com/office/drawing/2014/main" id="{DD4F3528-BD92-5BF3-CC06-40EAF3AC247E}"/>
              </a:ext>
            </a:extLst>
          </p:cNvPr>
          <p:cNvSpPr/>
          <p:nvPr/>
        </p:nvSpPr>
        <p:spPr>
          <a:xfrm>
            <a:off x="10113672" y="2093529"/>
            <a:ext cx="829498" cy="455071"/>
          </a:xfrm>
          <a:prstGeom prst="rect">
            <a:avLst/>
          </a:prstGeom>
          <a:solidFill>
            <a:srgbClr val="F8DE0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02D492-33B2-486A-1A39-14E1FB087EA8}"/>
              </a:ext>
            </a:extLst>
          </p:cNvPr>
          <p:cNvSpPr txBox="1"/>
          <p:nvPr/>
        </p:nvSpPr>
        <p:spPr>
          <a:xfrm>
            <a:off x="10082872" y="2140245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err="1"/>
              <a:t>케이블타이</a:t>
            </a:r>
            <a:endParaRPr lang="en-US" altLang="ko-KR" sz="1000" b="1" dirty="0"/>
          </a:p>
          <a:p>
            <a:r>
              <a:rPr lang="en-US" altLang="ko-KR" sz="800" dirty="0"/>
              <a:t>140mm </a:t>
            </a:r>
            <a:r>
              <a:rPr lang="en-US" altLang="ko-KR" sz="7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※</a:t>
            </a:r>
            <a:r>
              <a:rPr lang="ko-KR" altLang="en-US" sz="7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선택</a:t>
            </a:r>
            <a:r>
              <a:rPr lang="en-US" altLang="ko-KR" sz="7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※</a:t>
            </a:r>
            <a:r>
              <a:rPr lang="ko-KR" altLang="en-US" sz="7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 </a:t>
            </a:r>
            <a:endParaRPr lang="ko-KR" altLang="en-US" sz="800" dirty="0"/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70C04ECF-9880-0DA4-1367-35F8E613C3A7}"/>
              </a:ext>
            </a:extLst>
          </p:cNvPr>
          <p:cNvSpPr txBox="1"/>
          <p:nvPr/>
        </p:nvSpPr>
        <p:spPr>
          <a:xfrm>
            <a:off x="10082872" y="3478299"/>
            <a:ext cx="938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꼬리길이</a:t>
            </a:r>
            <a:r>
              <a:rPr lang="en-US" altLang="ko-KR" sz="800" dirty="0"/>
              <a:t>: 4cm</a:t>
            </a:r>
            <a:endParaRPr lang="ko-KR" altLang="en-US" sz="800" dirty="0"/>
          </a:p>
        </p:txBody>
      </p:sp>
      <p:sp>
        <p:nvSpPr>
          <p:cNvPr id="2050" name="TextBox 2049">
            <a:extLst>
              <a:ext uri="{FF2B5EF4-FFF2-40B4-BE49-F238E27FC236}">
                <a16:creationId xmlns:a16="http://schemas.microsoft.com/office/drawing/2014/main" id="{C0E37D6C-2213-84FE-F34A-EAED70D3575D}"/>
              </a:ext>
            </a:extLst>
          </p:cNvPr>
          <p:cNvSpPr txBox="1"/>
          <p:nvPr/>
        </p:nvSpPr>
        <p:spPr>
          <a:xfrm>
            <a:off x="1898177" y="3567257"/>
            <a:ext cx="93807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꼬리길이</a:t>
            </a:r>
            <a:r>
              <a:rPr lang="en-US" altLang="ko-KR" sz="800" dirty="0"/>
              <a:t>: 7cm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525103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73BAC-CDF9-CDAF-8471-9C65C29A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1451D6D-9A55-708B-258A-E4679567CBC4}"/>
              </a:ext>
            </a:extLst>
          </p:cNvPr>
          <p:cNvCxnSpPr>
            <a:cxnSpLocks/>
          </p:cNvCxnSpPr>
          <p:nvPr/>
        </p:nvCxnSpPr>
        <p:spPr>
          <a:xfrm flipV="1">
            <a:off x="6104763" y="4040948"/>
            <a:ext cx="0" cy="1773542"/>
          </a:xfrm>
          <a:prstGeom prst="line">
            <a:avLst/>
          </a:prstGeom>
          <a:ln w="1905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그림 3">
            <a:extLst>
              <a:ext uri="{FF2B5EF4-FFF2-40B4-BE49-F238E27FC236}">
                <a16:creationId xmlns:a16="http://schemas.microsoft.com/office/drawing/2014/main" id="{5A0FDB5D-DE14-E9E4-E812-B62FA84E0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422" y="990991"/>
            <a:ext cx="9365155" cy="50085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0DD78D-C87E-C16B-50F6-2CB50121160B}"/>
              </a:ext>
            </a:extLst>
          </p:cNvPr>
          <p:cNvSpPr txBox="1"/>
          <p:nvPr/>
        </p:nvSpPr>
        <p:spPr>
          <a:xfrm>
            <a:off x="534257" y="575353"/>
            <a:ext cx="22829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본 설계 적용 예시</a:t>
            </a:r>
          </a:p>
        </p:txBody>
      </p:sp>
    </p:spTree>
    <p:extLst>
      <p:ext uri="{BB962C8B-B14F-4D97-AF65-F5344CB8AC3E}">
        <p14:creationId xmlns:p14="http://schemas.microsoft.com/office/powerpoint/2010/main" val="137093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C58A-D42E-718D-3B7D-E04DDE2DF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B7E36-968D-1825-E657-6E9E7270425A}"/>
              </a:ext>
            </a:extLst>
          </p:cNvPr>
          <p:cNvSpPr txBox="1"/>
          <p:nvPr/>
        </p:nvSpPr>
        <p:spPr>
          <a:xfrm>
            <a:off x="534257" y="575353"/>
            <a:ext cx="4011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구역 설정 예시 – {{구역1}}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E7ADF-11E3-6D43-8D76-0883E34E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01" y="786645"/>
            <a:ext cx="11131042" cy="534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6026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129AD-B333-F8C7-AE1B-A12E7D78D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81FFC3-A5DC-B544-074F-F5B1A2CC7568}"/>
              </a:ext>
            </a:extLst>
          </p:cNvPr>
          <p:cNvSpPr txBox="1"/>
          <p:nvPr/>
        </p:nvSpPr>
        <p:spPr>
          <a:xfrm>
            <a:off x="534257" y="575353"/>
            <a:ext cx="1673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총 소요 내역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6B5452-8508-DC04-F366-05BB95772278}"/>
              </a:ext>
            </a:extLst>
          </p:cNvPr>
          <p:cNvSpPr txBox="1"/>
          <p:nvPr/>
        </p:nvSpPr>
        <p:spPr>
          <a:xfrm>
            <a:off x="8364025" y="5359317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</a:rPr>
              <a:t> 합계</a:t>
            </a:r>
            <a:r>
              <a:rPr lang="en-US" altLang="ko-KR" sz="1600" dirty="0">
                <a:latin typeface="페이퍼로지 5 Medium" pitchFamily="2" charset="-127"/>
                <a:ea typeface="페이퍼로지 5 Medium" pitchFamily="2" charset="-127"/>
              </a:rPr>
              <a:t>:   </a:t>
            </a:r>
            <a:r>
              <a:rPr lang="en-US" altLang="ko-KR" sz="2400" dirty="0">
                <a:latin typeface="페이퍼로지 8 ExtraBold" pitchFamily="2" charset="-127"/>
                <a:ea typeface="페이퍼로지 8 ExtraBold" pitchFamily="2" charset="-127"/>
                <a:cs typeface="Gothic A1 SemiBold" pitchFamily="2" charset="-127"/>
              </a:rPr>
              <a:t>₩{{합계금액}} </a:t>
            </a:r>
            <a:r>
              <a:rPr lang="ko-KR" altLang="en-US" sz="2000" dirty="0">
                <a:latin typeface="페이퍼로지 8 ExtraBold" pitchFamily="2" charset="-127"/>
                <a:ea typeface="페이퍼로지 8 ExtraBold" pitchFamily="2" charset="-127"/>
                <a:cs typeface="Gothic A1 SemiBold" pitchFamily="2" charset="-127"/>
              </a:rPr>
              <a:t>원</a:t>
            </a:r>
            <a:endParaRPr lang="ko-KR" altLang="en-US" sz="1600" dirty="0">
              <a:latin typeface="페이퍼로지 8 ExtraBold" pitchFamily="2" charset="-127"/>
              <a:ea typeface="페이퍼로지 8 ExtraBold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888C3F-5AEE-C997-9D3E-C7C3EBE4AA89}"/>
              </a:ext>
            </a:extLst>
          </p:cNvPr>
          <p:cNvSpPr txBox="1"/>
          <p:nvPr/>
        </p:nvSpPr>
        <p:spPr>
          <a:xfrm>
            <a:off x="9906443" y="5820982"/>
            <a:ext cx="18069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600" dirty="0">
                <a:latin typeface="페이퍼로지 5 Medium" pitchFamily="2" charset="-127"/>
                <a:ea typeface="페이퍼로지 5 Medium" pitchFamily="2" charset="-127"/>
                <a:cs typeface="Gothic A1 Black" pitchFamily="2" charset="-127"/>
              </a:rPr>
              <a:t>※</a:t>
            </a:r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600" dirty="0" err="1">
                <a:latin typeface="페이퍼로지 5 Medium" pitchFamily="2" charset="-127"/>
                <a:ea typeface="페이퍼로지 5 Medium" pitchFamily="2" charset="-127"/>
              </a:rPr>
              <a:t>영세율</a:t>
            </a:r>
            <a:r>
              <a:rPr lang="ko-KR" altLang="en-US" sz="1600" dirty="0">
                <a:latin typeface="페이퍼로지 5 Medium" pitchFamily="2" charset="-127"/>
                <a:ea typeface="페이퍼로지 5 Medium" pitchFamily="2" charset="-127"/>
              </a:rPr>
              <a:t> 적용 금액</a:t>
            </a:r>
            <a:endParaRPr lang="ko-KR" altLang="en-US" sz="12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0E10E4-FB26-6CD9-B7CB-0EAA15F3862A}"/>
              </a:ext>
            </a:extLst>
          </p:cNvPr>
          <p:cNvSpPr txBox="1"/>
          <p:nvPr/>
        </p:nvSpPr>
        <p:spPr>
          <a:xfrm>
            <a:off x="534257" y="5220691"/>
            <a:ext cx="6675225" cy="908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[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농업용 기자재 </a:t>
            </a:r>
            <a:r>
              <a:rPr lang="ko-KR" altLang="en-US" sz="1200" dirty="0" err="1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영세율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(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부가세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0%) </a:t>
            </a:r>
            <a:r>
              <a:rPr lang="ko-KR" altLang="en-US" sz="12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적용 안내</a:t>
            </a:r>
            <a:r>
              <a:rPr lang="en-US" altLang="ko-KR" sz="12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]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적용 근거</a:t>
            </a:r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: 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  <a:cs typeface="Gothic A1 Black" pitchFamily="2" charset="-127"/>
              </a:rPr>
              <a:t>조세특례제한법 제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  <a:cs typeface="Gothic A1 Black" pitchFamily="2" charset="-127"/>
              </a:rPr>
              <a:t>105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  <a:cs typeface="Gothic A1 Black" pitchFamily="2" charset="-127"/>
              </a:rPr>
              <a:t>조 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  <a:cs typeface="Gothic A1 Black" pitchFamily="2" charset="-127"/>
              </a:rPr>
              <a:t>(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  <a:cs typeface="Gothic A1 Black" pitchFamily="2" charset="-127"/>
              </a:rPr>
              <a:t>농업용 스프링클러 설비 부가가치세 면제 대상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  <a:cs typeface="Gothic A1 Black" pitchFamily="2" charset="-127"/>
              </a:rPr>
              <a:t>)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적용 혜택</a:t>
            </a:r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본 견적은 농가의 시설 투자 부담을 덜어드리기 위해 </a:t>
            </a:r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부가가치세 </a:t>
            </a:r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</a:rPr>
              <a:t>10%</a:t>
            </a:r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가 면제</a:t>
            </a:r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1000" dirty="0" err="1">
                <a:latin typeface="페이퍼로지 7 Bold" pitchFamily="2" charset="-127"/>
                <a:ea typeface="페이퍼로지 7 Bold" pitchFamily="2" charset="-127"/>
              </a:rPr>
              <a:t>영세율</a:t>
            </a:r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</a:rPr>
              <a:t>)</a:t>
            </a:r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된 최종 금액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입니다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  <a:p>
            <a:pPr marL="171450" indent="-1714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필수 협조사항</a:t>
            </a:r>
            <a:r>
              <a:rPr lang="en-US" altLang="ko-KR" sz="1000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1000" dirty="0" err="1">
                <a:latin typeface="페이퍼로지 5 Medium" pitchFamily="2" charset="-127"/>
                <a:ea typeface="페이퍼로지 5 Medium" pitchFamily="2" charset="-127"/>
              </a:rPr>
              <a:t>영세율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 적용 및 신고를 위해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결제 전 구매자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(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농민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)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의 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‘</a:t>
            </a:r>
            <a:r>
              <a:rPr lang="ko-KR" altLang="en-US" sz="1000" dirty="0">
                <a:latin typeface="페이퍼로지 7 Bold" pitchFamily="2" charset="-127"/>
                <a:ea typeface="페이퍼로지 7 Bold" pitchFamily="2" charset="-127"/>
              </a:rPr>
              <a:t>농업경영체 등록증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’ </a:t>
            </a:r>
            <a:r>
              <a:rPr lang="ko-KR" altLang="en-US" sz="1000" dirty="0">
                <a:latin typeface="페이퍼로지 5 Medium" pitchFamily="2" charset="-127"/>
                <a:ea typeface="페이퍼로지 5 Medium" pitchFamily="2" charset="-127"/>
              </a:rPr>
              <a:t>사본을 반드시 제출해 주시기 바랍니다</a:t>
            </a:r>
            <a:r>
              <a:rPr lang="en-US" altLang="ko-KR" sz="1000" dirty="0"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ko-KR" altLang="en-US" sz="10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9EEA5D5D-AC45-CB9C-2FD4-023C664DDD5B}"/>
              </a:ext>
            </a:extLst>
          </p:cNvPr>
          <p:cNvGrpSpPr/>
          <p:nvPr/>
        </p:nvGrpSpPr>
        <p:grpSpPr>
          <a:xfrm>
            <a:off x="623887" y="1037018"/>
            <a:ext cx="10963097" cy="4008668"/>
            <a:chOff x="3278532" y="-2553"/>
            <a:chExt cx="6947454" cy="2540344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7E220B54-78E0-3701-C6FD-27ED2502F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62995"/>
            <a:stretch>
              <a:fillRect/>
            </a:stretch>
          </p:blipFill>
          <p:spPr>
            <a:xfrm>
              <a:off x="3278532" y="0"/>
              <a:ext cx="2282136" cy="2537791"/>
            </a:xfrm>
            <a:prstGeom prst="rect">
              <a:avLst/>
            </a:prstGeom>
          </p:spPr>
        </p:pic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17587392-E51D-ED4D-350B-855A300A8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6908" b="31498"/>
            <a:stretch>
              <a:fillRect/>
            </a:stretch>
          </p:blipFill>
          <p:spPr>
            <a:xfrm>
              <a:off x="5604564" y="0"/>
              <a:ext cx="2282136" cy="2166732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7612F947-E3BF-8E49-CC2F-8609D55EF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68406"/>
            <a:stretch>
              <a:fillRect/>
            </a:stretch>
          </p:blipFill>
          <p:spPr>
            <a:xfrm>
              <a:off x="7943850" y="-2553"/>
              <a:ext cx="2282136" cy="21667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1649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9B67-674C-F04F-0191-216DD798B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자유형: 도형 119">
            <a:extLst>
              <a:ext uri="{FF2B5EF4-FFF2-40B4-BE49-F238E27FC236}">
                <a16:creationId xmlns:a16="http://schemas.microsoft.com/office/drawing/2014/main" id="{35050AB5-A31F-5CAC-C712-ED5545852D0D}"/>
              </a:ext>
            </a:extLst>
          </p:cNvPr>
          <p:cNvSpPr/>
          <p:nvPr/>
        </p:nvSpPr>
        <p:spPr>
          <a:xfrm>
            <a:off x="7523430" y="4587089"/>
            <a:ext cx="3250194" cy="971739"/>
          </a:xfrm>
          <a:custGeom>
            <a:avLst/>
            <a:gdLst>
              <a:gd name="connsiteX0" fmla="*/ 6035 w 3250194"/>
              <a:gd name="connsiteY0" fmla="*/ 588475 h 971739"/>
              <a:gd name="connsiteX1" fmla="*/ 549243 w 3250194"/>
              <a:gd name="connsiteY1" fmla="*/ 516048 h 971739"/>
              <a:gd name="connsiteX2" fmla="*/ 1086416 w 3250194"/>
              <a:gd name="connsiteY2" fmla="*/ 196159 h 971739"/>
              <a:gd name="connsiteX3" fmla="*/ 1629623 w 3250194"/>
              <a:gd name="connsiteY3" fmla="*/ 0 h 971739"/>
              <a:gd name="connsiteX4" fmla="*/ 2166796 w 3250194"/>
              <a:gd name="connsiteY4" fmla="*/ 48285 h 971739"/>
              <a:gd name="connsiteX5" fmla="*/ 2713021 w 3250194"/>
              <a:gd name="connsiteY5" fmla="*/ 697117 h 971739"/>
              <a:gd name="connsiteX6" fmla="*/ 3250194 w 3250194"/>
              <a:gd name="connsiteY6" fmla="*/ 132784 h 971739"/>
              <a:gd name="connsiteX7" fmla="*/ 3250194 w 3250194"/>
              <a:gd name="connsiteY7" fmla="*/ 971739 h 971739"/>
              <a:gd name="connsiteX8" fmla="*/ 0 w 3250194"/>
              <a:gd name="connsiteY8" fmla="*/ 971739 h 971739"/>
              <a:gd name="connsiteX9" fmla="*/ 6035 w 3250194"/>
              <a:gd name="connsiteY9" fmla="*/ 588475 h 9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250194" h="971739">
                <a:moveTo>
                  <a:pt x="6035" y="588475"/>
                </a:moveTo>
                <a:lnTo>
                  <a:pt x="549243" y="516048"/>
                </a:lnTo>
                <a:lnTo>
                  <a:pt x="1086416" y="196159"/>
                </a:lnTo>
                <a:lnTo>
                  <a:pt x="1629623" y="0"/>
                </a:lnTo>
                <a:lnTo>
                  <a:pt x="2166796" y="48285"/>
                </a:lnTo>
                <a:lnTo>
                  <a:pt x="2713021" y="697117"/>
                </a:lnTo>
                <a:lnTo>
                  <a:pt x="3250194" y="132784"/>
                </a:lnTo>
                <a:lnTo>
                  <a:pt x="3250194" y="971739"/>
                </a:lnTo>
                <a:lnTo>
                  <a:pt x="0" y="971739"/>
                </a:lnTo>
                <a:cubicBezTo>
                  <a:pt x="2012" y="843984"/>
                  <a:pt x="4023" y="716230"/>
                  <a:pt x="6035" y="588475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rgbClr val="FFE79B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: 도형 118">
            <a:extLst>
              <a:ext uri="{FF2B5EF4-FFF2-40B4-BE49-F238E27FC236}">
                <a16:creationId xmlns:a16="http://schemas.microsoft.com/office/drawing/2014/main" id="{B2E05FF1-87A9-403C-8526-7AFB33499347}"/>
              </a:ext>
            </a:extLst>
          </p:cNvPr>
          <p:cNvSpPr/>
          <p:nvPr/>
        </p:nvSpPr>
        <p:spPr>
          <a:xfrm>
            <a:off x="7520412" y="3905061"/>
            <a:ext cx="3253212" cy="1382163"/>
          </a:xfrm>
          <a:custGeom>
            <a:avLst/>
            <a:gdLst>
              <a:gd name="connsiteX0" fmla="*/ 0 w 3253212"/>
              <a:gd name="connsiteY0" fmla="*/ 748420 h 1382163"/>
              <a:gd name="connsiteX1" fmla="*/ 543208 w 3253212"/>
              <a:gd name="connsiteY1" fmla="*/ 579422 h 1382163"/>
              <a:gd name="connsiteX2" fmla="*/ 1089434 w 3253212"/>
              <a:gd name="connsiteY2" fmla="*/ 425513 h 1382163"/>
              <a:gd name="connsiteX3" fmla="*/ 1629624 w 3253212"/>
              <a:gd name="connsiteY3" fmla="*/ 159945 h 1382163"/>
              <a:gd name="connsiteX4" fmla="*/ 2175849 w 3253212"/>
              <a:gd name="connsiteY4" fmla="*/ 0 h 1382163"/>
              <a:gd name="connsiteX5" fmla="*/ 2700950 w 3253212"/>
              <a:gd name="connsiteY5" fmla="*/ 1122630 h 1382163"/>
              <a:gd name="connsiteX6" fmla="*/ 3253212 w 3253212"/>
              <a:gd name="connsiteY6" fmla="*/ 337996 h 1382163"/>
              <a:gd name="connsiteX7" fmla="*/ 3253212 w 3253212"/>
              <a:gd name="connsiteY7" fmla="*/ 826884 h 1382163"/>
              <a:gd name="connsiteX8" fmla="*/ 2703968 w 3253212"/>
              <a:gd name="connsiteY8" fmla="*/ 1382163 h 1382163"/>
              <a:gd name="connsiteX9" fmla="*/ 2157742 w 3253212"/>
              <a:gd name="connsiteY9" fmla="*/ 727295 h 1382163"/>
              <a:gd name="connsiteX10" fmla="*/ 1617552 w 3253212"/>
              <a:gd name="connsiteY10" fmla="*/ 688064 h 1382163"/>
              <a:gd name="connsiteX11" fmla="*/ 1077362 w 3253212"/>
              <a:gd name="connsiteY11" fmla="*/ 881204 h 1382163"/>
              <a:gd name="connsiteX12" fmla="*/ 534154 w 3253212"/>
              <a:gd name="connsiteY12" fmla="*/ 1198076 h 1382163"/>
              <a:gd name="connsiteX13" fmla="*/ 0 w 3253212"/>
              <a:gd name="connsiteY13" fmla="*/ 1273521 h 1382163"/>
              <a:gd name="connsiteX14" fmla="*/ 0 w 3253212"/>
              <a:gd name="connsiteY14" fmla="*/ 748420 h 1382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253212" h="1382163">
                <a:moveTo>
                  <a:pt x="0" y="748420"/>
                </a:moveTo>
                <a:lnTo>
                  <a:pt x="543208" y="579422"/>
                </a:lnTo>
                <a:lnTo>
                  <a:pt x="1089434" y="425513"/>
                </a:lnTo>
                <a:lnTo>
                  <a:pt x="1629624" y="159945"/>
                </a:lnTo>
                <a:lnTo>
                  <a:pt x="2175849" y="0"/>
                </a:lnTo>
                <a:lnTo>
                  <a:pt x="2700950" y="1122630"/>
                </a:lnTo>
                <a:lnTo>
                  <a:pt x="3253212" y="337996"/>
                </a:lnTo>
                <a:lnTo>
                  <a:pt x="3253212" y="826884"/>
                </a:lnTo>
                <a:lnTo>
                  <a:pt x="2703968" y="1382163"/>
                </a:lnTo>
                <a:lnTo>
                  <a:pt x="2157742" y="727295"/>
                </a:lnTo>
                <a:lnTo>
                  <a:pt x="1617552" y="688064"/>
                </a:lnTo>
                <a:lnTo>
                  <a:pt x="1077362" y="881204"/>
                </a:lnTo>
                <a:lnTo>
                  <a:pt x="534154" y="1198076"/>
                </a:lnTo>
                <a:lnTo>
                  <a:pt x="0" y="1273521"/>
                </a:lnTo>
                <a:lnTo>
                  <a:pt x="0" y="748420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rgbClr val="AEAEAE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사람, 지상, 손톱, 노랑이(가) 표시된 사진&#10;&#10;자동 생성된 설명">
            <a:extLst>
              <a:ext uri="{FF2B5EF4-FFF2-40B4-BE49-F238E27FC236}">
                <a16:creationId xmlns:a16="http://schemas.microsoft.com/office/drawing/2014/main" id="{9A21D66A-319F-70DE-B1EF-874D9F8965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64" b="2718"/>
          <a:stretch/>
        </p:blipFill>
        <p:spPr>
          <a:xfrm>
            <a:off x="623888" y="657485"/>
            <a:ext cx="4835955" cy="2630862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B398A15-A1C3-1056-B652-AEE2967ABF57}"/>
              </a:ext>
            </a:extLst>
          </p:cNvPr>
          <p:cNvSpPr/>
          <p:nvPr/>
        </p:nvSpPr>
        <p:spPr>
          <a:xfrm flipH="1">
            <a:off x="623890" y="657486"/>
            <a:ext cx="4835956" cy="2630863"/>
          </a:xfrm>
          <a:prstGeom prst="rect">
            <a:avLst/>
          </a:prstGeom>
          <a:gradFill flip="none" rotWithShape="1">
            <a:gsLst>
              <a:gs pos="60000">
                <a:srgbClr val="FFFFFF">
                  <a:alpha val="49000"/>
                </a:srgb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B192A8-48D8-041E-B95C-8423F4D7A909}"/>
              </a:ext>
            </a:extLst>
          </p:cNvPr>
          <p:cNvSpPr txBox="1"/>
          <p:nvPr/>
        </p:nvSpPr>
        <p:spPr>
          <a:xfrm>
            <a:off x="7679074" y="569675"/>
            <a:ext cx="2712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 err="1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루퍼젯</a:t>
            </a:r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+ </a:t>
            </a:r>
            <a:r>
              <a:rPr lang="ko-KR" altLang="en-US" sz="2800" dirty="0">
                <a:latin typeface="페이퍼로지 7 Bold" pitchFamily="2" charset="-127"/>
                <a:ea typeface="페이퍼로지 7 Bold" pitchFamily="2" charset="-127"/>
                <a:cs typeface="Gothic A1 Black" pitchFamily="2" charset="-127"/>
              </a:rPr>
              <a:t>송수호스</a:t>
            </a:r>
          </a:p>
        </p:txBody>
      </p:sp>
      <p:pic>
        <p:nvPicPr>
          <p:cNvPr id="8" name="그림 7" descr="노랑, 디자인이(가) 표시된 사진&#10;&#10;중간 신뢰도로 자동 생성된 설명">
            <a:extLst>
              <a:ext uri="{FF2B5EF4-FFF2-40B4-BE49-F238E27FC236}">
                <a16:creationId xmlns:a16="http://schemas.microsoft.com/office/drawing/2014/main" id="{BF65DC9B-889B-369A-49FF-AEE8E4A29E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3" t="17272" r="28524" b="31810"/>
          <a:stretch/>
        </p:blipFill>
        <p:spPr>
          <a:xfrm>
            <a:off x="623887" y="3429000"/>
            <a:ext cx="3036263" cy="2751347"/>
          </a:xfrm>
          <a:prstGeom prst="rect">
            <a:avLst/>
          </a:prstGeom>
        </p:spPr>
      </p:pic>
      <p:pic>
        <p:nvPicPr>
          <p:cNvPr id="11" name="그림 10" descr="교통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960FCD-075B-C2E1-1159-439829B059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66" t="67801" r="13593" b="17299"/>
          <a:stretch>
            <a:fillRect/>
          </a:stretch>
        </p:blipFill>
        <p:spPr>
          <a:xfrm>
            <a:off x="3442432" y="2052536"/>
            <a:ext cx="2445446" cy="1274723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F4C5168A-FAAD-4B96-0266-1CF34830CA22}"/>
              </a:ext>
            </a:extLst>
          </p:cNvPr>
          <p:cNvSpPr/>
          <p:nvPr/>
        </p:nvSpPr>
        <p:spPr>
          <a:xfrm>
            <a:off x="2957209" y="4387174"/>
            <a:ext cx="184825" cy="184825"/>
          </a:xfrm>
          <a:prstGeom prst="ellipse">
            <a:avLst/>
          </a:prstGeom>
          <a:noFill/>
          <a:ln>
            <a:solidFill>
              <a:schemeClr val="tx1">
                <a:lumMod val="85000"/>
                <a:lumOff val="1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62F1442-EC60-235D-4D96-C85AA7EFD049}"/>
              </a:ext>
            </a:extLst>
          </p:cNvPr>
          <p:cNvSpPr/>
          <p:nvPr/>
        </p:nvSpPr>
        <p:spPr>
          <a:xfrm>
            <a:off x="1682886" y="5486400"/>
            <a:ext cx="184825" cy="184825"/>
          </a:xfrm>
          <a:prstGeom prst="ellipse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2785759-131E-ACFF-BA30-7E96DF75B505}"/>
              </a:ext>
            </a:extLst>
          </p:cNvPr>
          <p:cNvCxnSpPr>
            <a:cxnSpLocks/>
          </p:cNvCxnSpPr>
          <p:nvPr/>
        </p:nvCxnSpPr>
        <p:spPr>
          <a:xfrm flipH="1">
            <a:off x="3142034" y="4479586"/>
            <a:ext cx="515566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C5D1883-955A-8386-48C9-6D4A2F7B7E20}"/>
              </a:ext>
            </a:extLst>
          </p:cNvPr>
          <p:cNvCxnSpPr>
            <a:cxnSpLocks/>
          </p:cNvCxnSpPr>
          <p:nvPr/>
        </p:nvCxnSpPr>
        <p:spPr>
          <a:xfrm flipH="1">
            <a:off x="2393005" y="5603130"/>
            <a:ext cx="1245140" cy="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A5334AE-A851-E784-8291-AC89F6A4D2DC}"/>
              </a:ext>
            </a:extLst>
          </p:cNvPr>
          <p:cNvSpPr txBox="1"/>
          <p:nvPr/>
        </p:nvSpPr>
        <p:spPr>
          <a:xfrm>
            <a:off x="3673814" y="4125564"/>
            <a:ext cx="23443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노란 표면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은 태양광을 반사해 최고 </a:t>
            </a: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15% </a:t>
            </a:r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이상 표면온도 감소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57D863-C46D-3322-0838-8A07FB9FF276}"/>
              </a:ext>
            </a:extLst>
          </p:cNvPr>
          <p:cNvSpPr txBox="1"/>
          <p:nvPr/>
        </p:nvSpPr>
        <p:spPr>
          <a:xfrm>
            <a:off x="3673813" y="5224790"/>
            <a:ext cx="24221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검정 내부층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은 빛 투과를 억제해 </a:t>
            </a:r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이끼 발생을 최소화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16E993-92A0-FE29-1FB7-EC59C5F702A0}"/>
              </a:ext>
            </a:extLst>
          </p:cNvPr>
          <p:cNvSpPr txBox="1"/>
          <p:nvPr/>
        </p:nvSpPr>
        <p:spPr>
          <a:xfrm>
            <a:off x="6397558" y="1315070"/>
            <a:ext cx="527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Heat Control: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폭염에도 표면온도 저감      뜨거운 물 유입 방지로 작물 스트레스 완화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5064C6-7334-6CBF-42E3-151D3EAD082F}"/>
              </a:ext>
            </a:extLst>
          </p:cNvPr>
          <p:cNvSpPr txBox="1"/>
          <p:nvPr/>
        </p:nvSpPr>
        <p:spPr>
          <a:xfrm>
            <a:off x="6397558" y="1972916"/>
            <a:ext cx="5275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Clean Flow: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내부가 검정식이라 조도 영향   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물 고임 구간의 이끼 억제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17ADBA2-50CC-F70B-BB43-D50A3F6FB93B}"/>
              </a:ext>
            </a:extLst>
          </p:cNvPr>
          <p:cNvSpPr txBox="1"/>
          <p:nvPr/>
        </p:nvSpPr>
        <p:spPr>
          <a:xfrm>
            <a:off x="6397558" y="2415319"/>
            <a:ext cx="52756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Brand &amp; </a:t>
            </a:r>
            <a:r>
              <a:rPr lang="ko-KR" altLang="en-US" sz="1400" dirty="0">
                <a:latin typeface="페이퍼로지 7 Bold" pitchFamily="2" charset="-127"/>
                <a:ea typeface="페이퍼로지 7 Bold" pitchFamily="2" charset="-127"/>
              </a:rPr>
              <a:t>위치표기</a:t>
            </a:r>
            <a:r>
              <a:rPr lang="en-US" altLang="ko-KR" sz="1400" dirty="0"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내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1M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마다 </a:t>
            </a:r>
            <a:r>
              <a:rPr lang="en-US" altLang="ko-KR" sz="1400" dirty="0" err="1">
                <a:latin typeface="페이퍼로지 4 Regular" pitchFamily="2" charset="-127"/>
                <a:ea typeface="페이퍼로지 4 Regular" pitchFamily="2" charset="-127"/>
              </a:rPr>
              <a:t>Looperget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+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표기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및 거리 표시로 시공속도   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현장 가독성   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ko-KR" altLang="en-US" sz="1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38" name="화살표: 오른쪽 37">
            <a:extLst>
              <a:ext uri="{FF2B5EF4-FFF2-40B4-BE49-F238E27FC236}">
                <a16:creationId xmlns:a16="http://schemas.microsoft.com/office/drawing/2014/main" id="{933CAB01-54A9-DCC8-0A57-1E38200F117B}"/>
              </a:ext>
            </a:extLst>
          </p:cNvPr>
          <p:cNvSpPr/>
          <p:nvPr/>
        </p:nvSpPr>
        <p:spPr>
          <a:xfrm>
            <a:off x="9445557" y="1416529"/>
            <a:ext cx="155642" cy="106767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2081D967-0A17-496D-2370-1A26A1041D7E}"/>
              </a:ext>
            </a:extLst>
          </p:cNvPr>
          <p:cNvSpPr/>
          <p:nvPr/>
        </p:nvSpPr>
        <p:spPr>
          <a:xfrm rot="5400000">
            <a:off x="9605945" y="2086702"/>
            <a:ext cx="155642" cy="106767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화살표: 오른쪽 39">
            <a:extLst>
              <a:ext uri="{FF2B5EF4-FFF2-40B4-BE49-F238E27FC236}">
                <a16:creationId xmlns:a16="http://schemas.microsoft.com/office/drawing/2014/main" id="{949C3662-4F53-A3A9-47A3-837A96037849}"/>
              </a:ext>
            </a:extLst>
          </p:cNvPr>
          <p:cNvSpPr/>
          <p:nvPr/>
        </p:nvSpPr>
        <p:spPr>
          <a:xfrm rot="16200000">
            <a:off x="6979478" y="2731022"/>
            <a:ext cx="155642" cy="106767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323F85ED-093F-1014-D6CE-78E1862887BB}"/>
              </a:ext>
            </a:extLst>
          </p:cNvPr>
          <p:cNvSpPr/>
          <p:nvPr/>
        </p:nvSpPr>
        <p:spPr>
          <a:xfrm rot="16200000">
            <a:off x="8023457" y="2731022"/>
            <a:ext cx="155642" cy="106767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DC6C858E-507B-D17B-4FF8-865D6E0283B6}"/>
              </a:ext>
            </a:extLst>
          </p:cNvPr>
          <p:cNvCxnSpPr/>
          <p:nvPr/>
        </p:nvCxnSpPr>
        <p:spPr>
          <a:xfrm>
            <a:off x="7309593" y="3625445"/>
            <a:ext cx="0" cy="218492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F427EF97-A36E-B357-A539-20F63F42B366}"/>
              </a:ext>
            </a:extLst>
          </p:cNvPr>
          <p:cNvCxnSpPr>
            <a:cxnSpLocks/>
          </p:cNvCxnSpPr>
          <p:nvPr/>
        </p:nvCxnSpPr>
        <p:spPr>
          <a:xfrm flipH="1">
            <a:off x="7303775" y="5804552"/>
            <a:ext cx="3669025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31C78A83-9215-00A9-C512-E61D09C179ED}"/>
              </a:ext>
            </a:extLst>
          </p:cNvPr>
          <p:cNvCxnSpPr/>
          <p:nvPr/>
        </p:nvCxnSpPr>
        <p:spPr>
          <a:xfrm>
            <a:off x="7527799" y="5744709"/>
            <a:ext cx="0" cy="5984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4F0A90E2-462A-96A2-F54A-923ABF261A80}"/>
              </a:ext>
            </a:extLst>
          </p:cNvPr>
          <p:cNvCxnSpPr/>
          <p:nvPr/>
        </p:nvCxnSpPr>
        <p:spPr>
          <a:xfrm>
            <a:off x="8067299" y="5744709"/>
            <a:ext cx="0" cy="5984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4C5247AF-8D08-073D-85E3-058A33B6EDD6}"/>
              </a:ext>
            </a:extLst>
          </p:cNvPr>
          <p:cNvCxnSpPr/>
          <p:nvPr/>
        </p:nvCxnSpPr>
        <p:spPr>
          <a:xfrm>
            <a:off x="8606799" y="5744709"/>
            <a:ext cx="0" cy="5984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C4283D42-77BA-088A-A9BE-A16D822C642B}"/>
              </a:ext>
            </a:extLst>
          </p:cNvPr>
          <p:cNvCxnSpPr/>
          <p:nvPr/>
        </p:nvCxnSpPr>
        <p:spPr>
          <a:xfrm>
            <a:off x="9146299" y="5744709"/>
            <a:ext cx="0" cy="5984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AB03B30-86E2-07B3-8591-F22FAB6D9B6A}"/>
              </a:ext>
            </a:extLst>
          </p:cNvPr>
          <p:cNvCxnSpPr/>
          <p:nvPr/>
        </p:nvCxnSpPr>
        <p:spPr>
          <a:xfrm>
            <a:off x="9685799" y="5744709"/>
            <a:ext cx="0" cy="5984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DC91B274-CF69-8C4D-53C9-202F665A5FAD}"/>
              </a:ext>
            </a:extLst>
          </p:cNvPr>
          <p:cNvCxnSpPr/>
          <p:nvPr/>
        </p:nvCxnSpPr>
        <p:spPr>
          <a:xfrm>
            <a:off x="10225300" y="5744709"/>
            <a:ext cx="0" cy="5984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64BA288C-6348-D51A-DAA0-45C7F95AB17D}"/>
              </a:ext>
            </a:extLst>
          </p:cNvPr>
          <p:cNvCxnSpPr/>
          <p:nvPr/>
        </p:nvCxnSpPr>
        <p:spPr>
          <a:xfrm>
            <a:off x="10764801" y="5744709"/>
            <a:ext cx="0" cy="59843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4268F1AC-3609-CF7E-4221-86C52A61FBDF}"/>
              </a:ext>
            </a:extLst>
          </p:cNvPr>
          <p:cNvCxnSpPr>
            <a:cxnSpLocks/>
          </p:cNvCxnSpPr>
          <p:nvPr/>
        </p:nvCxnSpPr>
        <p:spPr>
          <a:xfrm flipH="1">
            <a:off x="7309593" y="5568981"/>
            <a:ext cx="740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A229328-69D5-D319-EF82-F8297C735D77}"/>
              </a:ext>
            </a:extLst>
          </p:cNvPr>
          <p:cNvCxnSpPr>
            <a:cxnSpLocks/>
          </p:cNvCxnSpPr>
          <p:nvPr/>
        </p:nvCxnSpPr>
        <p:spPr>
          <a:xfrm flipH="1">
            <a:off x="7309593" y="5275336"/>
            <a:ext cx="740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1D1B8AF-CB62-7EFB-FA6A-F945FF37821E}"/>
              </a:ext>
            </a:extLst>
          </p:cNvPr>
          <p:cNvCxnSpPr>
            <a:cxnSpLocks/>
          </p:cNvCxnSpPr>
          <p:nvPr/>
        </p:nvCxnSpPr>
        <p:spPr>
          <a:xfrm flipH="1">
            <a:off x="7309593" y="4981690"/>
            <a:ext cx="740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0A8B4FB-FE7F-B350-8AAA-9FFB2772DF66}"/>
              </a:ext>
            </a:extLst>
          </p:cNvPr>
          <p:cNvCxnSpPr>
            <a:cxnSpLocks/>
          </p:cNvCxnSpPr>
          <p:nvPr/>
        </p:nvCxnSpPr>
        <p:spPr>
          <a:xfrm flipH="1">
            <a:off x="7309593" y="4688043"/>
            <a:ext cx="740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ED0007-A8F6-B2BE-A181-CDFB1B0A1CAC}"/>
              </a:ext>
            </a:extLst>
          </p:cNvPr>
          <p:cNvCxnSpPr>
            <a:cxnSpLocks/>
          </p:cNvCxnSpPr>
          <p:nvPr/>
        </p:nvCxnSpPr>
        <p:spPr>
          <a:xfrm flipH="1">
            <a:off x="7309593" y="4394397"/>
            <a:ext cx="740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F6964EFA-614C-6E38-768F-32411EE0ACBD}"/>
              </a:ext>
            </a:extLst>
          </p:cNvPr>
          <p:cNvCxnSpPr>
            <a:cxnSpLocks/>
          </p:cNvCxnSpPr>
          <p:nvPr/>
        </p:nvCxnSpPr>
        <p:spPr>
          <a:xfrm flipH="1">
            <a:off x="7309593" y="4100750"/>
            <a:ext cx="740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D10EF3EE-2ACE-3B09-6085-B60CF4921EB2}"/>
              </a:ext>
            </a:extLst>
          </p:cNvPr>
          <p:cNvCxnSpPr>
            <a:cxnSpLocks/>
          </p:cNvCxnSpPr>
          <p:nvPr/>
        </p:nvCxnSpPr>
        <p:spPr>
          <a:xfrm flipH="1">
            <a:off x="7309593" y="3807104"/>
            <a:ext cx="7405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D35B31B-AFFC-6AEF-8BBF-D594828C6529}"/>
              </a:ext>
            </a:extLst>
          </p:cNvPr>
          <p:cNvSpPr txBox="1"/>
          <p:nvPr/>
        </p:nvSpPr>
        <p:spPr>
          <a:xfrm>
            <a:off x="7382229" y="5810370"/>
            <a:ext cx="291141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8/1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149ADD-5194-D9AB-68A8-66517450B94D}"/>
              </a:ext>
            </a:extLst>
          </p:cNvPr>
          <p:cNvSpPr txBox="1"/>
          <p:nvPr/>
        </p:nvSpPr>
        <p:spPr>
          <a:xfrm rot="16200000">
            <a:off x="6624793" y="4605960"/>
            <a:ext cx="738854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표면온도 </a:t>
            </a:r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(</a:t>
            </a:r>
            <a:r>
              <a:rPr lang="ko-KR" altLang="en-US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℃</a:t>
            </a:r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)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24B3499-7540-0304-E432-AC101FE75103}"/>
              </a:ext>
            </a:extLst>
          </p:cNvPr>
          <p:cNvSpPr txBox="1"/>
          <p:nvPr/>
        </p:nvSpPr>
        <p:spPr>
          <a:xfrm>
            <a:off x="8433405" y="5810370"/>
            <a:ext cx="346789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8/10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4EA163-014B-B98D-A194-524613A8099A}"/>
              </a:ext>
            </a:extLst>
          </p:cNvPr>
          <p:cNvSpPr txBox="1"/>
          <p:nvPr/>
        </p:nvSpPr>
        <p:spPr>
          <a:xfrm>
            <a:off x="8977123" y="5810370"/>
            <a:ext cx="346789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8/15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0D96D9-7E51-1BB5-E846-0E12EE76450D}"/>
              </a:ext>
            </a:extLst>
          </p:cNvPr>
          <p:cNvSpPr txBox="1"/>
          <p:nvPr/>
        </p:nvSpPr>
        <p:spPr>
          <a:xfrm>
            <a:off x="9512405" y="5810370"/>
            <a:ext cx="346789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8/20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D90B3BB-727B-6285-4E89-881663E1F575}"/>
              </a:ext>
            </a:extLst>
          </p:cNvPr>
          <p:cNvSpPr txBox="1"/>
          <p:nvPr/>
        </p:nvSpPr>
        <p:spPr>
          <a:xfrm>
            <a:off x="10051905" y="5810370"/>
            <a:ext cx="346789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8/25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FE049A-34CA-9C6C-7DED-350F1B11550E}"/>
              </a:ext>
            </a:extLst>
          </p:cNvPr>
          <p:cNvSpPr txBox="1"/>
          <p:nvPr/>
        </p:nvSpPr>
        <p:spPr>
          <a:xfrm>
            <a:off x="10591405" y="5810370"/>
            <a:ext cx="346789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8/30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933FC4C-B5BE-431C-99F7-5084DAAA53FE}"/>
              </a:ext>
            </a:extLst>
          </p:cNvPr>
          <p:cNvSpPr txBox="1"/>
          <p:nvPr/>
        </p:nvSpPr>
        <p:spPr>
          <a:xfrm>
            <a:off x="7041188" y="5471850"/>
            <a:ext cx="256993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40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0341525-991B-92DD-0FF6-3AB6F36E3A4A}"/>
              </a:ext>
            </a:extLst>
          </p:cNvPr>
          <p:cNvSpPr txBox="1"/>
          <p:nvPr/>
        </p:nvSpPr>
        <p:spPr>
          <a:xfrm>
            <a:off x="7041188" y="5178205"/>
            <a:ext cx="256993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45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D2C03E6-3641-3605-9A31-73B2E44D1414}"/>
              </a:ext>
            </a:extLst>
          </p:cNvPr>
          <p:cNvSpPr txBox="1"/>
          <p:nvPr/>
        </p:nvSpPr>
        <p:spPr>
          <a:xfrm>
            <a:off x="7041187" y="4884560"/>
            <a:ext cx="256993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50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59E32C-BB98-099A-E0F5-B88C1981C1F2}"/>
              </a:ext>
            </a:extLst>
          </p:cNvPr>
          <p:cNvSpPr txBox="1"/>
          <p:nvPr/>
        </p:nvSpPr>
        <p:spPr>
          <a:xfrm>
            <a:off x="7041187" y="4590912"/>
            <a:ext cx="256993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55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085C6A4-5AFE-72AE-C8F4-60A3D0D04013}"/>
              </a:ext>
            </a:extLst>
          </p:cNvPr>
          <p:cNvSpPr txBox="1"/>
          <p:nvPr/>
        </p:nvSpPr>
        <p:spPr>
          <a:xfrm>
            <a:off x="7041187" y="4297265"/>
            <a:ext cx="256993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60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753E906-AF9D-33A6-4A70-C26D2D4CC348}"/>
              </a:ext>
            </a:extLst>
          </p:cNvPr>
          <p:cNvSpPr txBox="1"/>
          <p:nvPr/>
        </p:nvSpPr>
        <p:spPr>
          <a:xfrm>
            <a:off x="7041187" y="4003617"/>
            <a:ext cx="256993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65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42594D7-4F15-E27E-279C-4A8C2E014A36}"/>
              </a:ext>
            </a:extLst>
          </p:cNvPr>
          <p:cNvSpPr txBox="1"/>
          <p:nvPr/>
        </p:nvSpPr>
        <p:spPr>
          <a:xfrm>
            <a:off x="7041187" y="3709969"/>
            <a:ext cx="256993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70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9251A6FA-CA3E-EA44-6DEE-72FD1C240D95}"/>
              </a:ext>
            </a:extLst>
          </p:cNvPr>
          <p:cNvSpPr/>
          <p:nvPr/>
        </p:nvSpPr>
        <p:spPr>
          <a:xfrm>
            <a:off x="7491348" y="5136948"/>
            <a:ext cx="72900" cy="72900"/>
          </a:xfrm>
          <a:prstGeom prst="ellipse">
            <a:avLst/>
          </a:prstGeom>
          <a:solidFill>
            <a:srgbClr val="F4D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4869B784-114D-E0BF-BCDC-496BE3A34DD8}"/>
              </a:ext>
            </a:extLst>
          </p:cNvPr>
          <p:cNvSpPr/>
          <p:nvPr/>
        </p:nvSpPr>
        <p:spPr>
          <a:xfrm>
            <a:off x="8026609" y="5064047"/>
            <a:ext cx="72900" cy="72900"/>
          </a:xfrm>
          <a:prstGeom prst="ellipse">
            <a:avLst/>
          </a:prstGeom>
          <a:solidFill>
            <a:srgbClr val="F4D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5A0DA444-9219-CD09-109B-5DE494C82745}"/>
              </a:ext>
            </a:extLst>
          </p:cNvPr>
          <p:cNvSpPr/>
          <p:nvPr/>
        </p:nvSpPr>
        <p:spPr>
          <a:xfrm>
            <a:off x="8571398" y="4748723"/>
            <a:ext cx="72900" cy="72900"/>
          </a:xfrm>
          <a:prstGeom prst="ellipse">
            <a:avLst/>
          </a:prstGeom>
          <a:solidFill>
            <a:srgbClr val="F4D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EA0B7334-2625-2DE7-B14F-02BEA19B18DA}"/>
              </a:ext>
            </a:extLst>
          </p:cNvPr>
          <p:cNvSpPr/>
          <p:nvPr/>
        </p:nvSpPr>
        <p:spPr>
          <a:xfrm>
            <a:off x="9107655" y="4555570"/>
            <a:ext cx="72900" cy="72900"/>
          </a:xfrm>
          <a:prstGeom prst="ellipse">
            <a:avLst/>
          </a:prstGeom>
          <a:solidFill>
            <a:srgbClr val="F4D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0D52E5AF-0496-17A9-08A9-42A882302C45}"/>
              </a:ext>
            </a:extLst>
          </p:cNvPr>
          <p:cNvSpPr/>
          <p:nvPr/>
        </p:nvSpPr>
        <p:spPr>
          <a:xfrm>
            <a:off x="9649349" y="4605648"/>
            <a:ext cx="72900" cy="72900"/>
          </a:xfrm>
          <a:prstGeom prst="ellipse">
            <a:avLst/>
          </a:prstGeom>
          <a:solidFill>
            <a:srgbClr val="F4D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5CAD8851-9ACF-68C7-C594-F85E903FF345}"/>
              </a:ext>
            </a:extLst>
          </p:cNvPr>
          <p:cNvSpPr/>
          <p:nvPr/>
        </p:nvSpPr>
        <p:spPr>
          <a:xfrm>
            <a:off x="10191042" y="5238885"/>
            <a:ext cx="72900" cy="72900"/>
          </a:xfrm>
          <a:prstGeom prst="ellipse">
            <a:avLst/>
          </a:prstGeom>
          <a:solidFill>
            <a:srgbClr val="F4D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DF225529-1AAF-8C7D-F007-0897D84C4C9F}"/>
              </a:ext>
            </a:extLst>
          </p:cNvPr>
          <p:cNvSpPr/>
          <p:nvPr/>
        </p:nvSpPr>
        <p:spPr>
          <a:xfrm>
            <a:off x="10728349" y="4688042"/>
            <a:ext cx="72900" cy="72900"/>
          </a:xfrm>
          <a:prstGeom prst="ellipse">
            <a:avLst/>
          </a:prstGeom>
          <a:solidFill>
            <a:srgbClr val="F4D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437FA02-FE64-22BF-2F71-26CCF7260FB3}"/>
              </a:ext>
            </a:extLst>
          </p:cNvPr>
          <p:cNvSpPr/>
          <p:nvPr/>
        </p:nvSpPr>
        <p:spPr>
          <a:xfrm>
            <a:off x="7491348" y="4614857"/>
            <a:ext cx="72900" cy="72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36F59302-5D8E-7C01-DC41-593A65D97120}"/>
              </a:ext>
            </a:extLst>
          </p:cNvPr>
          <p:cNvCxnSpPr>
            <a:cxnSpLocks/>
          </p:cNvCxnSpPr>
          <p:nvPr/>
        </p:nvCxnSpPr>
        <p:spPr>
          <a:xfrm flipV="1">
            <a:off x="7533806" y="5101386"/>
            <a:ext cx="531737" cy="68982"/>
          </a:xfrm>
          <a:prstGeom prst="line">
            <a:avLst/>
          </a:prstGeom>
          <a:ln>
            <a:solidFill>
              <a:srgbClr val="F4D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1E64B142-E089-AEE4-27F1-3A87E4C0F65F}"/>
              </a:ext>
            </a:extLst>
          </p:cNvPr>
          <p:cNvCxnSpPr>
            <a:cxnSpLocks/>
          </p:cNvCxnSpPr>
          <p:nvPr/>
        </p:nvCxnSpPr>
        <p:spPr>
          <a:xfrm flipV="1">
            <a:off x="8082788" y="4788093"/>
            <a:ext cx="525988" cy="301797"/>
          </a:xfrm>
          <a:prstGeom prst="line">
            <a:avLst/>
          </a:prstGeom>
          <a:ln>
            <a:solidFill>
              <a:srgbClr val="F4D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71560F6-B8D7-C95B-4A35-933A1C5BD027}"/>
              </a:ext>
            </a:extLst>
          </p:cNvPr>
          <p:cNvCxnSpPr>
            <a:cxnSpLocks/>
          </p:cNvCxnSpPr>
          <p:nvPr/>
        </p:nvCxnSpPr>
        <p:spPr>
          <a:xfrm>
            <a:off x="9157758" y="4586895"/>
            <a:ext cx="514491" cy="54610"/>
          </a:xfrm>
          <a:prstGeom prst="line">
            <a:avLst/>
          </a:prstGeom>
          <a:ln>
            <a:solidFill>
              <a:srgbClr val="F4D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60FCCED8-3A27-7866-C67B-C2BD3F451487}"/>
              </a:ext>
            </a:extLst>
          </p:cNvPr>
          <p:cNvCxnSpPr>
            <a:cxnSpLocks/>
          </p:cNvCxnSpPr>
          <p:nvPr/>
        </p:nvCxnSpPr>
        <p:spPr>
          <a:xfrm flipV="1">
            <a:off x="8634644" y="4598392"/>
            <a:ext cx="494372" cy="172455"/>
          </a:xfrm>
          <a:prstGeom prst="line">
            <a:avLst/>
          </a:prstGeom>
          <a:ln>
            <a:solidFill>
              <a:srgbClr val="F4D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C1A6055D-47FA-66C1-B275-5E087BE2EBAE}"/>
              </a:ext>
            </a:extLst>
          </p:cNvPr>
          <p:cNvCxnSpPr>
            <a:cxnSpLocks/>
          </p:cNvCxnSpPr>
          <p:nvPr/>
        </p:nvCxnSpPr>
        <p:spPr>
          <a:xfrm>
            <a:off x="9703867" y="4655877"/>
            <a:ext cx="508743" cy="612216"/>
          </a:xfrm>
          <a:prstGeom prst="line">
            <a:avLst/>
          </a:prstGeom>
          <a:ln>
            <a:solidFill>
              <a:srgbClr val="F4D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13A1B7AC-78D7-3566-5B1E-61F495BBA9CF}"/>
              </a:ext>
            </a:extLst>
          </p:cNvPr>
          <p:cNvCxnSpPr>
            <a:cxnSpLocks/>
          </p:cNvCxnSpPr>
          <p:nvPr/>
        </p:nvCxnSpPr>
        <p:spPr>
          <a:xfrm flipH="1">
            <a:off x="10247100" y="4742104"/>
            <a:ext cx="505869" cy="523114"/>
          </a:xfrm>
          <a:prstGeom prst="line">
            <a:avLst/>
          </a:prstGeom>
          <a:ln>
            <a:solidFill>
              <a:srgbClr val="F4D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타원 86">
            <a:extLst>
              <a:ext uri="{FF2B5EF4-FFF2-40B4-BE49-F238E27FC236}">
                <a16:creationId xmlns:a16="http://schemas.microsoft.com/office/drawing/2014/main" id="{7EFF1B49-1C3F-CB55-9E82-122458B71239}"/>
              </a:ext>
            </a:extLst>
          </p:cNvPr>
          <p:cNvSpPr/>
          <p:nvPr/>
        </p:nvSpPr>
        <p:spPr>
          <a:xfrm>
            <a:off x="8022595" y="4446074"/>
            <a:ext cx="72900" cy="72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EDE7EC1C-F60F-3E90-7828-B855B4D58D7A}"/>
              </a:ext>
            </a:extLst>
          </p:cNvPr>
          <p:cNvSpPr/>
          <p:nvPr/>
        </p:nvSpPr>
        <p:spPr>
          <a:xfrm>
            <a:off x="8571398" y="4282041"/>
            <a:ext cx="72900" cy="72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44D47BF3-19FD-B6C7-061A-6B488F804C2D}"/>
              </a:ext>
            </a:extLst>
          </p:cNvPr>
          <p:cNvSpPr/>
          <p:nvPr/>
        </p:nvSpPr>
        <p:spPr>
          <a:xfrm>
            <a:off x="9107908" y="4032636"/>
            <a:ext cx="72900" cy="72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AF1BB33D-725D-81D9-764F-BE8433A43D59}"/>
              </a:ext>
            </a:extLst>
          </p:cNvPr>
          <p:cNvSpPr/>
          <p:nvPr/>
        </p:nvSpPr>
        <p:spPr>
          <a:xfrm>
            <a:off x="9649349" y="3867898"/>
            <a:ext cx="72900" cy="72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ED570092-92A2-2504-15BB-4FBD0A2035F6}"/>
              </a:ext>
            </a:extLst>
          </p:cNvPr>
          <p:cNvSpPr/>
          <p:nvPr/>
        </p:nvSpPr>
        <p:spPr>
          <a:xfrm>
            <a:off x="10191042" y="4982272"/>
            <a:ext cx="72900" cy="72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ED4549D6-F4F4-0DCC-0DBD-821DBD23EE7D}"/>
              </a:ext>
            </a:extLst>
          </p:cNvPr>
          <p:cNvSpPr/>
          <p:nvPr/>
        </p:nvSpPr>
        <p:spPr>
          <a:xfrm>
            <a:off x="10728349" y="4209141"/>
            <a:ext cx="72900" cy="72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655C709-E8A4-67D2-3356-2D625EE0C723}"/>
              </a:ext>
            </a:extLst>
          </p:cNvPr>
          <p:cNvCxnSpPr>
            <a:cxnSpLocks/>
          </p:cNvCxnSpPr>
          <p:nvPr/>
        </p:nvCxnSpPr>
        <p:spPr>
          <a:xfrm flipV="1">
            <a:off x="7543746" y="4498172"/>
            <a:ext cx="485650" cy="15132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28F4BA2E-8D9A-15D3-1188-27734787FBD9}"/>
              </a:ext>
            </a:extLst>
          </p:cNvPr>
          <p:cNvCxnSpPr>
            <a:cxnSpLocks/>
          </p:cNvCxnSpPr>
          <p:nvPr/>
        </p:nvCxnSpPr>
        <p:spPr>
          <a:xfrm flipV="1">
            <a:off x="8075147" y="4325731"/>
            <a:ext cx="524362" cy="151326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E6EC9F4D-267E-7E5B-5264-74DCBE475C13}"/>
              </a:ext>
            </a:extLst>
          </p:cNvPr>
          <p:cNvCxnSpPr>
            <a:cxnSpLocks/>
          </p:cNvCxnSpPr>
          <p:nvPr/>
        </p:nvCxnSpPr>
        <p:spPr>
          <a:xfrm flipV="1">
            <a:off x="8626156" y="4082905"/>
            <a:ext cx="497715" cy="228347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4CF36074-E42D-3DE4-C44D-9F90EA41B95A}"/>
              </a:ext>
            </a:extLst>
          </p:cNvPr>
          <p:cNvCxnSpPr>
            <a:cxnSpLocks/>
          </p:cNvCxnSpPr>
          <p:nvPr/>
        </p:nvCxnSpPr>
        <p:spPr>
          <a:xfrm flipV="1">
            <a:off x="9151634" y="3913984"/>
            <a:ext cx="521232" cy="156059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6A51E3E6-C0CC-3603-6AEE-8591AF2DB37A}"/>
              </a:ext>
            </a:extLst>
          </p:cNvPr>
          <p:cNvCxnSpPr>
            <a:cxnSpLocks/>
          </p:cNvCxnSpPr>
          <p:nvPr/>
        </p:nvCxnSpPr>
        <p:spPr>
          <a:xfrm>
            <a:off x="9697622" y="3922422"/>
            <a:ext cx="520722" cy="1089553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A0111D2D-2E63-8A4C-A624-06A98D5D9F2B}"/>
              </a:ext>
            </a:extLst>
          </p:cNvPr>
          <p:cNvCxnSpPr>
            <a:cxnSpLocks/>
          </p:cNvCxnSpPr>
          <p:nvPr/>
        </p:nvCxnSpPr>
        <p:spPr>
          <a:xfrm flipV="1">
            <a:off x="10238205" y="4258865"/>
            <a:ext cx="518578" cy="74846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353BA38B-5555-6B41-03BC-EF8372ED4324}"/>
              </a:ext>
            </a:extLst>
          </p:cNvPr>
          <p:cNvSpPr/>
          <p:nvPr/>
        </p:nvSpPr>
        <p:spPr>
          <a:xfrm>
            <a:off x="7477839" y="3482209"/>
            <a:ext cx="1213823" cy="306019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F552F81D-3794-ACCA-B62E-FC5FD4471F75}"/>
              </a:ext>
            </a:extLst>
          </p:cNvPr>
          <p:cNvCxnSpPr>
            <a:cxnSpLocks/>
          </p:cNvCxnSpPr>
          <p:nvPr/>
        </p:nvCxnSpPr>
        <p:spPr>
          <a:xfrm>
            <a:off x="7581995" y="3573302"/>
            <a:ext cx="14854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타원 100">
            <a:extLst>
              <a:ext uri="{FF2B5EF4-FFF2-40B4-BE49-F238E27FC236}">
                <a16:creationId xmlns:a16="http://schemas.microsoft.com/office/drawing/2014/main" id="{98269402-6CC0-3711-5532-2178A585BE79}"/>
              </a:ext>
            </a:extLst>
          </p:cNvPr>
          <p:cNvSpPr/>
          <p:nvPr/>
        </p:nvSpPr>
        <p:spPr>
          <a:xfrm>
            <a:off x="7623200" y="3536852"/>
            <a:ext cx="72900" cy="7290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3413BE63-EED0-6E8C-F7B4-2F6D6AC8B813}"/>
              </a:ext>
            </a:extLst>
          </p:cNvPr>
          <p:cNvCxnSpPr>
            <a:cxnSpLocks/>
          </p:cNvCxnSpPr>
          <p:nvPr/>
        </p:nvCxnSpPr>
        <p:spPr>
          <a:xfrm>
            <a:off x="7581995" y="3689988"/>
            <a:ext cx="148543" cy="0"/>
          </a:xfrm>
          <a:prstGeom prst="line">
            <a:avLst/>
          </a:prstGeom>
          <a:ln>
            <a:solidFill>
              <a:srgbClr val="F4D6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타원 102">
            <a:extLst>
              <a:ext uri="{FF2B5EF4-FFF2-40B4-BE49-F238E27FC236}">
                <a16:creationId xmlns:a16="http://schemas.microsoft.com/office/drawing/2014/main" id="{9ECD3284-9E03-C01B-EC04-139FCA913ECA}"/>
              </a:ext>
            </a:extLst>
          </p:cNvPr>
          <p:cNvSpPr/>
          <p:nvPr/>
        </p:nvSpPr>
        <p:spPr>
          <a:xfrm>
            <a:off x="7623200" y="3653537"/>
            <a:ext cx="72900" cy="72900"/>
          </a:xfrm>
          <a:prstGeom prst="ellipse">
            <a:avLst/>
          </a:prstGeom>
          <a:solidFill>
            <a:srgbClr val="F4D6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215B484-14CA-744D-FF96-022A74B54397}"/>
              </a:ext>
            </a:extLst>
          </p:cNvPr>
          <p:cNvSpPr txBox="1"/>
          <p:nvPr/>
        </p:nvSpPr>
        <p:spPr>
          <a:xfrm>
            <a:off x="7730538" y="3459238"/>
            <a:ext cx="9092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검정색 송수호스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4524883-E4B7-E709-B3D3-D327C3931464}"/>
              </a:ext>
            </a:extLst>
          </p:cNvPr>
          <p:cNvSpPr txBox="1"/>
          <p:nvPr/>
        </p:nvSpPr>
        <p:spPr>
          <a:xfrm>
            <a:off x="7730538" y="3573987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err="1">
                <a:latin typeface="Gothic A1" pitchFamily="2" charset="-127"/>
                <a:ea typeface="Gothic A1" pitchFamily="2" charset="-127"/>
                <a:cs typeface="Gothic A1" pitchFamily="2" charset="-127"/>
              </a:rPr>
              <a:t>루퍼젯</a:t>
            </a:r>
            <a:r>
              <a:rPr lang="en-US" altLang="ko-KR" sz="8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+</a:t>
            </a:r>
            <a:r>
              <a:rPr lang="ko-KR" altLang="en-US" sz="8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 송수호스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B24A866-3FF9-6A5C-B905-3384E455A831}"/>
              </a:ext>
            </a:extLst>
          </p:cNvPr>
          <p:cNvSpPr txBox="1"/>
          <p:nvPr/>
        </p:nvSpPr>
        <p:spPr>
          <a:xfrm>
            <a:off x="8985628" y="5956900"/>
            <a:ext cx="344259" cy="194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날짜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54003412-9100-2DB1-0702-58B9CB1969D3}"/>
              </a:ext>
            </a:extLst>
          </p:cNvPr>
          <p:cNvSpPr txBox="1"/>
          <p:nvPr/>
        </p:nvSpPr>
        <p:spPr>
          <a:xfrm>
            <a:off x="6939494" y="5810370"/>
            <a:ext cx="4667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2024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1571D89-6FFF-6837-9DC1-90983433D917}"/>
              </a:ext>
            </a:extLst>
          </p:cNvPr>
          <p:cNvSpPr txBox="1"/>
          <p:nvPr/>
        </p:nvSpPr>
        <p:spPr>
          <a:xfrm>
            <a:off x="7882844" y="5810370"/>
            <a:ext cx="3690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8/5</a:t>
            </a:r>
            <a:endParaRPr lang="ko-KR" altLang="en-US" sz="1000" dirty="0"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1A8E059-8CD4-9680-10FC-3F70A2907E70}"/>
              </a:ext>
            </a:extLst>
          </p:cNvPr>
          <p:cNvSpPr txBox="1"/>
          <p:nvPr/>
        </p:nvSpPr>
        <p:spPr>
          <a:xfrm>
            <a:off x="8739644" y="3429000"/>
            <a:ext cx="1725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b="1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최대 </a:t>
            </a:r>
            <a:r>
              <a:rPr lang="en-US" altLang="ko-KR" b="1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15% </a:t>
            </a:r>
            <a:r>
              <a:rPr lang="ko-KR" altLang="en-US" b="1" dirty="0">
                <a:latin typeface="Gothic A1" pitchFamily="2" charset="-127"/>
                <a:ea typeface="Gothic A1" pitchFamily="2" charset="-127"/>
                <a:cs typeface="Gothic A1" pitchFamily="2" charset="-127"/>
              </a:rPr>
              <a:t>차이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28B61412-357C-B0A5-E868-4D8B0A5B00D0}"/>
              </a:ext>
            </a:extLst>
          </p:cNvPr>
          <p:cNvGrpSpPr/>
          <p:nvPr/>
        </p:nvGrpSpPr>
        <p:grpSpPr>
          <a:xfrm>
            <a:off x="6186209" y="1387977"/>
            <a:ext cx="194050" cy="167285"/>
            <a:chOff x="6186209" y="1387977"/>
            <a:chExt cx="194050" cy="167285"/>
          </a:xfrm>
        </p:grpSpPr>
        <p:sp>
          <p:nvSpPr>
            <p:cNvPr id="107" name="육각형 106">
              <a:extLst>
                <a:ext uri="{FF2B5EF4-FFF2-40B4-BE49-F238E27FC236}">
                  <a16:creationId xmlns:a16="http://schemas.microsoft.com/office/drawing/2014/main" id="{C0B49FB4-6B74-B72D-A80F-8152A8801FDA}"/>
                </a:ext>
              </a:extLst>
            </p:cNvPr>
            <p:cNvSpPr/>
            <p:nvPr/>
          </p:nvSpPr>
          <p:spPr>
            <a:xfrm>
              <a:off x="6186209" y="1387977"/>
              <a:ext cx="194050" cy="167285"/>
            </a:xfrm>
            <a:prstGeom prst="hexag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33BCFA55-DFC5-A1A8-E65C-9F217B4C5780}"/>
                </a:ext>
              </a:extLst>
            </p:cNvPr>
            <p:cNvSpPr/>
            <p:nvPr/>
          </p:nvSpPr>
          <p:spPr>
            <a:xfrm>
              <a:off x="6223785" y="1410463"/>
              <a:ext cx="118898" cy="1188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DE8C039A-E581-BC2C-124A-1A585A20A93D}"/>
              </a:ext>
            </a:extLst>
          </p:cNvPr>
          <p:cNvGrpSpPr/>
          <p:nvPr/>
        </p:nvGrpSpPr>
        <p:grpSpPr>
          <a:xfrm>
            <a:off x="6186209" y="2050622"/>
            <a:ext cx="194050" cy="167285"/>
            <a:chOff x="6186209" y="1387977"/>
            <a:chExt cx="194050" cy="167285"/>
          </a:xfrm>
        </p:grpSpPr>
        <p:sp>
          <p:nvSpPr>
            <p:cNvPr id="111" name="육각형 110">
              <a:extLst>
                <a:ext uri="{FF2B5EF4-FFF2-40B4-BE49-F238E27FC236}">
                  <a16:creationId xmlns:a16="http://schemas.microsoft.com/office/drawing/2014/main" id="{E9A8F06E-BE47-B9B2-3B7F-FC9EC696014F}"/>
                </a:ext>
              </a:extLst>
            </p:cNvPr>
            <p:cNvSpPr/>
            <p:nvPr/>
          </p:nvSpPr>
          <p:spPr>
            <a:xfrm>
              <a:off x="6186209" y="1387977"/>
              <a:ext cx="194050" cy="167285"/>
            </a:xfrm>
            <a:prstGeom prst="hexag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A85295A3-2E18-3049-A2B9-2A7E443B7D60}"/>
                </a:ext>
              </a:extLst>
            </p:cNvPr>
            <p:cNvSpPr/>
            <p:nvPr/>
          </p:nvSpPr>
          <p:spPr>
            <a:xfrm>
              <a:off x="6223785" y="1410463"/>
              <a:ext cx="118898" cy="1188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5381BC32-014A-74F7-D255-B5B47CD1B6AE}"/>
              </a:ext>
            </a:extLst>
          </p:cNvPr>
          <p:cNvGrpSpPr/>
          <p:nvPr/>
        </p:nvGrpSpPr>
        <p:grpSpPr>
          <a:xfrm>
            <a:off x="6186209" y="2488420"/>
            <a:ext cx="194050" cy="167285"/>
            <a:chOff x="6186209" y="1387977"/>
            <a:chExt cx="194050" cy="167285"/>
          </a:xfrm>
        </p:grpSpPr>
        <p:sp>
          <p:nvSpPr>
            <p:cNvPr id="114" name="육각형 113">
              <a:extLst>
                <a:ext uri="{FF2B5EF4-FFF2-40B4-BE49-F238E27FC236}">
                  <a16:creationId xmlns:a16="http://schemas.microsoft.com/office/drawing/2014/main" id="{F9ABBA00-7CF3-E5AB-E8CF-F1C053D29DB3}"/>
                </a:ext>
              </a:extLst>
            </p:cNvPr>
            <p:cNvSpPr/>
            <p:nvPr/>
          </p:nvSpPr>
          <p:spPr>
            <a:xfrm>
              <a:off x="6186209" y="1387977"/>
              <a:ext cx="194050" cy="167285"/>
            </a:xfrm>
            <a:prstGeom prst="hexagon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4D20A840-1093-6037-E682-3DE37EB8F13C}"/>
                </a:ext>
              </a:extLst>
            </p:cNvPr>
            <p:cNvSpPr/>
            <p:nvPr/>
          </p:nvSpPr>
          <p:spPr>
            <a:xfrm>
              <a:off x="6223785" y="1410463"/>
              <a:ext cx="118898" cy="11889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6246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423FF-9816-B9EB-8DC3-01BC09BE4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536FF98-7DC9-146C-3189-8EBE11F91973}"/>
              </a:ext>
            </a:extLst>
          </p:cNvPr>
          <p:cNvSpPr txBox="1"/>
          <p:nvPr/>
        </p:nvSpPr>
        <p:spPr>
          <a:xfrm>
            <a:off x="534257" y="575353"/>
            <a:ext cx="9365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루퍼젯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H-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시리즈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연질호스용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) 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철수 및 보관 필수 가이드 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- 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노지 스프링클러용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0D8021A-C56A-EAB5-27EF-D1A97E41D648}"/>
              </a:ext>
            </a:extLst>
          </p:cNvPr>
          <p:cNvSpPr/>
          <p:nvPr/>
        </p:nvSpPr>
        <p:spPr>
          <a:xfrm>
            <a:off x="638183" y="1507033"/>
            <a:ext cx="10966442" cy="3879976"/>
          </a:xfrm>
          <a:prstGeom prst="roundRect">
            <a:avLst>
              <a:gd name="adj" fmla="val 7579"/>
            </a:avLst>
          </a:prstGeom>
          <a:solidFill>
            <a:schemeClr val="bg1"/>
          </a:solidFill>
          <a:ln>
            <a:noFill/>
          </a:ln>
          <a:effectLst>
            <a:outerShdw blurRad="177800" sx="99000" sy="99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페이퍼로지 4 Regular" pitchFamily="2" charset="-127"/>
              <a:ea typeface="페이퍼로지 4 Regular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825BC4B-9D5D-48F4-66BF-C8013064A08B}"/>
              </a:ext>
            </a:extLst>
          </p:cNvPr>
          <p:cNvSpPr/>
          <p:nvPr/>
        </p:nvSpPr>
        <p:spPr>
          <a:xfrm>
            <a:off x="638183" y="5512904"/>
            <a:ext cx="10966442" cy="616433"/>
          </a:xfrm>
          <a:prstGeom prst="roundRect">
            <a:avLst>
              <a:gd name="adj" fmla="val 36601"/>
            </a:avLst>
          </a:prstGeom>
          <a:solidFill>
            <a:srgbClr val="FFC000"/>
          </a:solidFill>
          <a:ln>
            <a:noFill/>
          </a:ln>
          <a:effectLst>
            <a:outerShdw blurRad="177800" sx="99000" sy="99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DACD14FB-8DC3-BC0E-1D7E-05479014942D}"/>
              </a:ext>
            </a:extLst>
          </p:cNvPr>
          <p:cNvCxnSpPr>
            <a:cxnSpLocks/>
          </p:cNvCxnSpPr>
          <p:nvPr/>
        </p:nvCxnSpPr>
        <p:spPr>
          <a:xfrm>
            <a:off x="4292752" y="1775414"/>
            <a:ext cx="0" cy="330717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D4ACD7E-25DB-C089-DEBD-6AE84209CA1F}"/>
              </a:ext>
            </a:extLst>
          </p:cNvPr>
          <p:cNvCxnSpPr>
            <a:cxnSpLocks/>
          </p:cNvCxnSpPr>
          <p:nvPr/>
        </p:nvCxnSpPr>
        <p:spPr>
          <a:xfrm>
            <a:off x="7950352" y="1775414"/>
            <a:ext cx="0" cy="3307172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503B43E-1912-97AA-3318-47CA5B998541}"/>
              </a:ext>
            </a:extLst>
          </p:cNvPr>
          <p:cNvSpPr txBox="1"/>
          <p:nvPr/>
        </p:nvSpPr>
        <p:spPr>
          <a:xfrm>
            <a:off x="587375" y="960510"/>
            <a:ext cx="11017250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288000" indent="-288000" algn="just" defTabSz="825500" latinLnBrk="0" hangingPunct="0">
              <a:buFont typeface="Gothic A1 SemiBold" pitchFamily="2" charset="-127"/>
              <a:buChar char="▶"/>
            </a:pP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루퍼젯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H-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시리즈는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타공된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호스 단면을 수직으로 세워 소켓을 감싸고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절곡띠를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강하게 압착하여 밀폐하는 방식입니다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수축과 팽창을 반복하는 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고수압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 환경에서 장기간 사용하면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호스의 직조실이 늘어난 상태로 자리를 잡게 됩니다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완벽한 성능 유지를 위해 아래 보관 지침을 반드시 준수해 주십시오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kumimoji="0" lang="ko-KR" altLang="en-US" sz="1400" b="0" i="0" u="none" strike="noStrike" cap="none" spc="0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 SemiBold" pitchFamily="2" charset="-127"/>
              <a:sym typeface="Helvetica Neue"/>
            </a:endParaRPr>
          </a:p>
        </p:txBody>
      </p:sp>
      <p:sp>
        <p:nvSpPr>
          <p:cNvPr id="14" name="경기도 이천시 신둔면 도암리 인삼농장">
            <a:extLst>
              <a:ext uri="{FF2B5EF4-FFF2-40B4-BE49-F238E27FC236}">
                <a16:creationId xmlns:a16="http://schemas.microsoft.com/office/drawing/2014/main" id="{9A7D6604-9C42-8FEA-F67E-E4DC8B82DE39}"/>
              </a:ext>
            </a:extLst>
          </p:cNvPr>
          <p:cNvSpPr txBox="1"/>
          <p:nvPr/>
        </p:nvSpPr>
        <p:spPr>
          <a:xfrm flipH="1">
            <a:off x="859347" y="1714998"/>
            <a:ext cx="3209212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ko-KR" altLang="en-US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철거 시 </a:t>
            </a:r>
            <a:r>
              <a:rPr lang="ko-KR" altLang="en-US" sz="1800" dirty="0" err="1">
                <a:latin typeface="페이퍼로지 7 Bold" pitchFamily="2" charset="-127"/>
                <a:ea typeface="페이퍼로지 7 Bold" pitchFamily="2" charset="-127"/>
                <a:sym typeface="Helvetica Neue"/>
              </a:rPr>
              <a:t>루퍼젯</a:t>
            </a:r>
            <a:r>
              <a:rPr lang="ko-KR" altLang="en-US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 임의 </a:t>
            </a:r>
            <a:r>
              <a:rPr lang="ko-KR" altLang="en-US" sz="1800" dirty="0" err="1">
                <a:latin typeface="페이퍼로지 7 Bold" pitchFamily="2" charset="-127"/>
                <a:ea typeface="페이퍼로지 7 Bold" pitchFamily="2" charset="-127"/>
                <a:sym typeface="Helvetica Neue"/>
              </a:rPr>
              <a:t>탈거</a:t>
            </a:r>
            <a:r>
              <a:rPr lang="ko-KR" altLang="en-US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 절대 금지</a:t>
            </a:r>
            <a:endParaRPr lang="en-US" altLang="ko-KR" sz="1800" dirty="0">
              <a:latin typeface="페이퍼로지 7 Bold" pitchFamily="2" charset="-127"/>
              <a:ea typeface="페이퍼로지 7 Bold" pitchFamily="2" charset="-127"/>
              <a:sym typeface="Helvetica Neue"/>
            </a:endParaRPr>
          </a:p>
        </p:txBody>
      </p:sp>
      <p:sp>
        <p:nvSpPr>
          <p:cNvPr id="16" name="경기도 이천시 신둔면 도암리 인삼농장">
            <a:extLst>
              <a:ext uri="{FF2B5EF4-FFF2-40B4-BE49-F238E27FC236}">
                <a16:creationId xmlns:a16="http://schemas.microsoft.com/office/drawing/2014/main" id="{6FBF998E-25D1-A715-2D6C-604B74E0D0BF}"/>
              </a:ext>
            </a:extLst>
          </p:cNvPr>
          <p:cNvSpPr txBox="1"/>
          <p:nvPr/>
        </p:nvSpPr>
        <p:spPr>
          <a:xfrm flipH="1">
            <a:off x="4969344" y="1714998"/>
            <a:ext cx="2292295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ko-KR" altLang="en-US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올바른 철수 및 보관 방법</a:t>
            </a:r>
            <a:endParaRPr lang="en-US" altLang="ko-KR" sz="1800" dirty="0">
              <a:latin typeface="페이퍼로지 7 Bold" pitchFamily="2" charset="-127"/>
              <a:ea typeface="페이퍼로지 7 Bold" pitchFamily="2" charset="-127"/>
              <a:sym typeface="Helvetica Neue"/>
            </a:endParaRPr>
          </a:p>
        </p:txBody>
      </p:sp>
      <p:sp>
        <p:nvSpPr>
          <p:cNvPr id="17" name="경기도 이천시 신둔면 도암리 인삼농장">
            <a:extLst>
              <a:ext uri="{FF2B5EF4-FFF2-40B4-BE49-F238E27FC236}">
                <a16:creationId xmlns:a16="http://schemas.microsoft.com/office/drawing/2014/main" id="{4B243D2C-06C2-EB8D-E987-048C782FC666}"/>
              </a:ext>
            </a:extLst>
          </p:cNvPr>
          <p:cNvSpPr txBox="1"/>
          <p:nvPr/>
        </p:nvSpPr>
        <p:spPr>
          <a:xfrm flipH="1">
            <a:off x="8473861" y="1714998"/>
            <a:ext cx="259846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r>
              <a:rPr lang="ko-KR" altLang="en-US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다음 시즌 재설치</a:t>
            </a:r>
            <a:r>
              <a:rPr lang="en-US" altLang="ko-KR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(</a:t>
            </a:r>
            <a:r>
              <a:rPr lang="ko-KR" altLang="en-US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가동</a:t>
            </a:r>
            <a:r>
              <a:rPr lang="en-US" altLang="ko-KR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)</a:t>
            </a:r>
            <a:r>
              <a:rPr lang="ko-KR" altLang="en-US" sz="1800" dirty="0">
                <a:latin typeface="페이퍼로지 7 Bold" pitchFamily="2" charset="-127"/>
                <a:ea typeface="페이퍼로지 7 Bold" pitchFamily="2" charset="-127"/>
                <a:sym typeface="Helvetica Neue"/>
              </a:rPr>
              <a:t> 방법</a:t>
            </a:r>
            <a:endParaRPr lang="en-US" altLang="ko-KR" sz="1800" dirty="0">
              <a:latin typeface="페이퍼로지 7 Bold" pitchFamily="2" charset="-127"/>
              <a:ea typeface="페이퍼로지 7 Bold" pitchFamily="2" charset="-127"/>
              <a:sym typeface="Helvetica Neue"/>
            </a:endParaRPr>
          </a:p>
        </p:txBody>
      </p:sp>
      <p:sp>
        <p:nvSpPr>
          <p:cNvPr id="18" name="경기도 이천시 신둔면 도암리 인삼농장">
            <a:extLst>
              <a:ext uri="{FF2B5EF4-FFF2-40B4-BE49-F238E27FC236}">
                <a16:creationId xmlns:a16="http://schemas.microsoft.com/office/drawing/2014/main" id="{EA4B173F-BDB7-E18E-4D80-AD3ED968113E}"/>
              </a:ext>
            </a:extLst>
          </p:cNvPr>
          <p:cNvSpPr txBox="1"/>
          <p:nvPr/>
        </p:nvSpPr>
        <p:spPr>
          <a:xfrm flipH="1">
            <a:off x="635153" y="2068238"/>
            <a:ext cx="3416679" cy="9130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pPr marL="216000" algn="just"/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철거 시 호스에서 </a:t>
            </a:r>
            <a:r>
              <a:rPr lang="ko-KR" altLang="en-US" sz="1400" dirty="0" err="1">
                <a:latin typeface="페이퍼로지 4 Regular" pitchFamily="2" charset="-127"/>
                <a:ea typeface="페이퍼로지 4 Regular" pitchFamily="2" charset="-127"/>
              </a:rPr>
              <a:t>루퍼젯을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 강제로 빼내면 늘어난 </a:t>
            </a:r>
            <a:r>
              <a:rPr lang="ko-KR" altLang="en-US" sz="1400" dirty="0" err="1">
                <a:latin typeface="페이퍼로지 4 Regular" pitchFamily="2" charset="-127"/>
                <a:ea typeface="페이퍼로지 4 Regular" pitchFamily="2" charset="-127"/>
              </a:rPr>
              <a:t>타공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 구멍이 원래 크기로 복원되지 않기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때문에 재설치 시 이전의 성능을 기대 하기 어렵습니다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  <a:sym typeface="Helvetica Neue"/>
            </a:endParaRPr>
          </a:p>
        </p:txBody>
      </p:sp>
      <p:sp>
        <p:nvSpPr>
          <p:cNvPr id="21" name="경기도 이천시 신둔면 도암리 인삼농장">
            <a:extLst>
              <a:ext uri="{FF2B5EF4-FFF2-40B4-BE49-F238E27FC236}">
                <a16:creationId xmlns:a16="http://schemas.microsoft.com/office/drawing/2014/main" id="{BDBA0A65-F442-49ED-4F1D-B6CE5C95C526}"/>
              </a:ext>
            </a:extLst>
          </p:cNvPr>
          <p:cNvSpPr txBox="1"/>
          <p:nvPr/>
        </p:nvSpPr>
        <p:spPr>
          <a:xfrm flipH="1">
            <a:off x="4286693" y="2068238"/>
            <a:ext cx="3416679" cy="112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pPr marL="216000" algn="just"/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상단의 스프링클러 부속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(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수나사 제품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)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만 분리하고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400" b="1" dirty="0" err="1">
                <a:latin typeface="페이퍼로지 4 Regular" pitchFamily="2" charset="-127"/>
                <a:ea typeface="페이퍼로지 4 Regular" pitchFamily="2" charset="-127"/>
              </a:rPr>
              <a:t>루퍼젯</a:t>
            </a:r>
            <a:r>
              <a:rPr lang="ko-KR" altLang="en-US" sz="1400" b="1" dirty="0">
                <a:latin typeface="페이퍼로지 4 Regular" pitchFamily="2" charset="-127"/>
                <a:ea typeface="페이퍼로지 4 Regular" pitchFamily="2" charset="-127"/>
              </a:rPr>
              <a:t> 본체는 호스에 결합된 상태 그대로 둡니다</a:t>
            </a:r>
            <a:r>
              <a:rPr lang="en-US" altLang="ko-KR" sz="1400" b="1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 이물질 유입을 막기 위해 </a:t>
            </a:r>
            <a:r>
              <a:rPr lang="ko-KR" altLang="en-US" sz="1400" dirty="0" err="1">
                <a:latin typeface="페이퍼로지 4 Regular" pitchFamily="2" charset="-127"/>
                <a:ea typeface="페이퍼로지 4 Regular" pitchFamily="2" charset="-127"/>
              </a:rPr>
              <a:t>루퍼젯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 암나사 입구를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'</a:t>
            </a:r>
            <a:r>
              <a:rPr lang="ko-KR" altLang="en-US" sz="1400" dirty="0" err="1">
                <a:latin typeface="페이퍼로지 4 Regular" pitchFamily="2" charset="-127"/>
                <a:ea typeface="페이퍼로지 4 Regular" pitchFamily="2" charset="-127"/>
              </a:rPr>
              <a:t>엔드캡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'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이나 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'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테이프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'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로 밀봉한 뒤 호스를 말아서 보관하십시오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  <a:sym typeface="Helvetica Neue"/>
            </a:endParaRPr>
          </a:p>
        </p:txBody>
      </p:sp>
      <p:sp>
        <p:nvSpPr>
          <p:cNvPr id="22" name="경기도 이천시 신둔면 도암리 인삼농장">
            <a:extLst>
              <a:ext uri="{FF2B5EF4-FFF2-40B4-BE49-F238E27FC236}">
                <a16:creationId xmlns:a16="http://schemas.microsoft.com/office/drawing/2014/main" id="{97686F12-385E-25A0-A1CA-A48AA2EC0F35}"/>
              </a:ext>
            </a:extLst>
          </p:cNvPr>
          <p:cNvSpPr txBox="1"/>
          <p:nvPr/>
        </p:nvSpPr>
        <p:spPr>
          <a:xfrm flipH="1">
            <a:off x="7947322" y="2068238"/>
            <a:ext cx="3416679" cy="11285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25400" tIns="25400" rIns="25400" bIns="25400">
            <a:spAutoFit/>
          </a:bodyPr>
          <a:lstStyle>
            <a:defPPr>
              <a:defRPr lang="ko-KR"/>
            </a:defPPr>
            <a:lvl1pPr marR="0" lvl="0" indent="0" algn="ctr" defTabSz="41275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defRPr>
            </a:lvl1pPr>
          </a:lstStyle>
          <a:p>
            <a:pPr marL="216000" algn="just"/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호스를 다시 전개한 후 밀봉을 제거합니다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내부의 </a:t>
            </a:r>
            <a:r>
              <a:rPr lang="ko-KR" altLang="en-US" sz="1400" b="1" dirty="0" err="1">
                <a:latin typeface="페이퍼로지 4 Regular" pitchFamily="2" charset="-127"/>
                <a:ea typeface="페이퍼로지 4 Regular" pitchFamily="2" charset="-127"/>
              </a:rPr>
              <a:t>연결오링</a:t>
            </a:r>
            <a:r>
              <a:rPr lang="ko-KR" altLang="en-US" sz="1400" dirty="0" err="1">
                <a:latin typeface="페이퍼로지 4 Regular" pitchFamily="2" charset="-127"/>
                <a:ea typeface="페이퍼로지 4 Regular" pitchFamily="2" charset="-127"/>
              </a:rPr>
              <a:t>이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 잘 있는지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, 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보조 고정용 </a:t>
            </a:r>
            <a:r>
              <a:rPr lang="ko-KR" altLang="en-US" sz="1400" b="1" dirty="0" err="1">
                <a:latin typeface="페이퍼로지 4 Regular" pitchFamily="2" charset="-127"/>
                <a:ea typeface="페이퍼로지 4 Regular" pitchFamily="2" charset="-127"/>
              </a:rPr>
              <a:t>케이블타이</a:t>
            </a:r>
            <a:r>
              <a:rPr lang="ko-KR" altLang="en-US" sz="1400" dirty="0" err="1">
                <a:latin typeface="페이퍼로지 4 Regular" pitchFamily="2" charset="-127"/>
                <a:ea typeface="페이퍼로지 4 Regular" pitchFamily="2" charset="-127"/>
              </a:rPr>
              <a:t>가</a:t>
            </a:r>
            <a:r>
              <a:rPr lang="ko-KR" altLang="en-US" sz="1400" dirty="0">
                <a:latin typeface="페이퍼로지 4 Regular" pitchFamily="2" charset="-127"/>
                <a:ea typeface="페이퍼로지 4 Regular" pitchFamily="2" charset="-127"/>
              </a:rPr>
              <a:t> 단단히 수평을 유지하고 있는지 점검한 후 스프링클러 부속을 연결하여 즉시 사용합니다</a:t>
            </a:r>
            <a:r>
              <a:rPr lang="en-US" altLang="ko-KR" sz="1400" dirty="0">
                <a:latin typeface="페이퍼로지 4 Regular" pitchFamily="2" charset="-127"/>
                <a:ea typeface="페이퍼로지 4 Regular" pitchFamily="2" charset="-127"/>
              </a:rPr>
              <a:t>.</a:t>
            </a:r>
            <a:endParaRPr lang="en-US" altLang="ko-KR" sz="1400" dirty="0">
              <a:latin typeface="페이퍼로지 4 Regular" pitchFamily="2" charset="-127"/>
              <a:ea typeface="페이퍼로지 4 Regular" pitchFamily="2" charset="-127"/>
              <a:sym typeface="Helvetica Neue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DED5695-EC65-365E-6C74-413EC8F7D18F}"/>
              </a:ext>
            </a:extLst>
          </p:cNvPr>
          <p:cNvGrpSpPr/>
          <p:nvPr/>
        </p:nvGrpSpPr>
        <p:grpSpPr>
          <a:xfrm>
            <a:off x="1500274" y="3196752"/>
            <a:ext cx="1927358" cy="1927358"/>
            <a:chOff x="1500274" y="3196752"/>
            <a:chExt cx="1927358" cy="1927358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58D8D4A-868F-37C2-3BD2-72F093144A66}"/>
                </a:ext>
              </a:extLst>
            </p:cNvPr>
            <p:cNvSpPr/>
            <p:nvPr/>
          </p:nvSpPr>
          <p:spPr>
            <a:xfrm>
              <a:off x="1500274" y="3196752"/>
              <a:ext cx="1927358" cy="1927358"/>
            </a:xfrm>
            <a:prstGeom prst="ellipse">
              <a:avLst/>
            </a:prstGeom>
            <a:noFill/>
            <a:ln w="889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7EFFA8B4-EE97-7926-EF89-A59A59DEC9A6}"/>
                </a:ext>
              </a:extLst>
            </p:cNvPr>
            <p:cNvCxnSpPr>
              <a:stCxn id="32" idx="1"/>
              <a:endCxn id="32" idx="5"/>
            </p:cNvCxnSpPr>
            <p:nvPr/>
          </p:nvCxnSpPr>
          <p:spPr>
            <a:xfrm>
              <a:off x="1782529" y="3479007"/>
              <a:ext cx="1362848" cy="1362848"/>
            </a:xfrm>
            <a:prstGeom prst="line">
              <a:avLst/>
            </a:prstGeom>
            <a:ln w="9842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723D14AB-458F-7F7F-F383-5D6567684758}"/>
              </a:ext>
            </a:extLst>
          </p:cNvPr>
          <p:cNvGrpSpPr/>
          <p:nvPr/>
        </p:nvGrpSpPr>
        <p:grpSpPr>
          <a:xfrm>
            <a:off x="976468" y="3419579"/>
            <a:ext cx="2546084" cy="1481703"/>
            <a:chOff x="4534594" y="1694931"/>
            <a:chExt cx="6133823" cy="3224677"/>
          </a:xfrm>
        </p:grpSpPr>
        <p:pic>
          <p:nvPicPr>
            <p:cNvPr id="36" name="그림 35" descr="사람, 손톱, 손목, 손가락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1C84E8-94AB-9C91-AAAB-B11AFC13A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25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26" t="24715" b="28265"/>
            <a:stretch>
              <a:fillRect/>
            </a:stretch>
          </p:blipFill>
          <p:spPr>
            <a:xfrm>
              <a:off x="4534594" y="1694931"/>
              <a:ext cx="6133823" cy="3224677"/>
            </a:xfrm>
            <a:prstGeom prst="rect">
              <a:avLst/>
            </a:prstGeom>
          </p:spPr>
        </p:pic>
        <p:pic>
          <p:nvPicPr>
            <p:cNvPr id="37" name="그래픽 36" descr="시계 방향으로 굽은 화살표 단색으로 채워진">
              <a:extLst>
                <a:ext uri="{FF2B5EF4-FFF2-40B4-BE49-F238E27FC236}">
                  <a16:creationId xmlns:a16="http://schemas.microsoft.com/office/drawing/2014/main" id="{074513EA-D428-21DF-20F0-0041D091D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85309" flipH="1">
              <a:off x="6801879" y="2924922"/>
              <a:ext cx="633850" cy="674667"/>
            </a:xfrm>
            <a:prstGeom prst="rect">
              <a:avLst/>
            </a:prstGeom>
          </p:spPr>
        </p:pic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D97ADEE6-9DB7-B481-43EE-B1B8569B329E}"/>
              </a:ext>
            </a:extLst>
          </p:cNvPr>
          <p:cNvGrpSpPr/>
          <p:nvPr/>
        </p:nvGrpSpPr>
        <p:grpSpPr>
          <a:xfrm>
            <a:off x="2886672" y="4281027"/>
            <a:ext cx="1106039" cy="883412"/>
            <a:chOff x="1521226" y="5574514"/>
            <a:chExt cx="880474" cy="703250"/>
          </a:xfrm>
        </p:grpSpPr>
        <p:pic>
          <p:nvPicPr>
            <p:cNvPr id="24" name="그림 23" descr="야외, 노랑, 식물, 사람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D742E30-100F-EC69-5405-B49E09A39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261" t="36956" r="43154" b="32834"/>
            <a:stretch>
              <a:fillRect/>
            </a:stretch>
          </p:blipFill>
          <p:spPr>
            <a:xfrm rot="16200000">
              <a:off x="1609838" y="5485902"/>
              <a:ext cx="703250" cy="880474"/>
            </a:xfrm>
            <a:prstGeom prst="round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</p:pic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69C62669-F41D-F538-5233-F991658239A6}"/>
                </a:ext>
              </a:extLst>
            </p:cNvPr>
            <p:cNvSpPr/>
            <p:nvPr/>
          </p:nvSpPr>
          <p:spPr>
            <a:xfrm>
              <a:off x="1736387" y="5799871"/>
              <a:ext cx="442244" cy="313963"/>
            </a:xfrm>
            <a:prstGeom prst="ellipse">
              <a:avLst/>
            </a:prstGeom>
            <a:noFill/>
            <a:ln w="9525">
              <a:solidFill>
                <a:schemeClr val="bg1">
                  <a:alpha val="50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33EDDD83-34B3-4EDF-6FD4-3F48D364F1D8}"/>
                </a:ext>
              </a:extLst>
            </p:cNvPr>
            <p:cNvCxnSpPr>
              <a:cxnSpLocks/>
            </p:cNvCxnSpPr>
            <p:nvPr/>
          </p:nvCxnSpPr>
          <p:spPr>
            <a:xfrm>
              <a:off x="1736387" y="5981525"/>
              <a:ext cx="442244" cy="0"/>
            </a:xfrm>
            <a:prstGeom prst="straightConnector1">
              <a:avLst/>
            </a:prstGeom>
            <a:ln w="3175">
              <a:solidFill>
                <a:schemeClr val="bg1"/>
              </a:solidFill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1DF19DC-4E4E-5872-4FBC-3BC35956D2B9}"/>
                </a:ext>
              </a:extLst>
            </p:cNvPr>
            <p:cNvSpPr txBox="1"/>
            <p:nvPr/>
          </p:nvSpPr>
          <p:spPr>
            <a:xfrm>
              <a:off x="1683058" y="5977282"/>
              <a:ext cx="548901" cy="171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페이퍼로지 3 Light" pitchFamily="2" charset="-127"/>
                  <a:ea typeface="페이퍼로지 3 Light" pitchFamily="2" charset="-127"/>
                </a:rPr>
                <a:t>기존</a:t>
              </a: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6251E846-23C8-4270-6E56-051511B3B9B7}"/>
                </a:ext>
              </a:extLst>
            </p:cNvPr>
            <p:cNvCxnSpPr>
              <a:cxnSpLocks/>
            </p:cNvCxnSpPr>
            <p:nvPr/>
          </p:nvCxnSpPr>
          <p:spPr>
            <a:xfrm>
              <a:off x="1683058" y="5950688"/>
              <a:ext cx="531133" cy="0"/>
            </a:xfrm>
            <a:prstGeom prst="straightConnector1">
              <a:avLst/>
            </a:prstGeom>
            <a:ln w="3175">
              <a:solidFill>
                <a:srgbClr val="FF0000"/>
              </a:solidFill>
              <a:headEnd type="arrow" w="sm" len="sm"/>
              <a:tailEnd type="arrow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58DAB05-D08B-7D2C-5049-89779C7BBB73}"/>
                </a:ext>
              </a:extLst>
            </p:cNvPr>
            <p:cNvSpPr txBox="1"/>
            <p:nvPr/>
          </p:nvSpPr>
          <p:spPr>
            <a:xfrm>
              <a:off x="1683058" y="5831332"/>
              <a:ext cx="548901" cy="171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rgbClr val="FF0000"/>
                  </a:solidFill>
                  <a:latin typeface="페이퍼로지 3 Light" pitchFamily="2" charset="-127"/>
                  <a:ea typeface="페이퍼로지 3 Light" pitchFamily="2" charset="-127"/>
                </a:rPr>
                <a:t>늘어남</a:t>
              </a:r>
            </a:p>
          </p:txBody>
        </p: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464160DF-2125-80AC-CD48-5B340AADAF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08" t="21213" r="9294" b="21818"/>
          <a:stretch>
            <a:fillRect/>
          </a:stretch>
        </p:blipFill>
        <p:spPr>
          <a:xfrm>
            <a:off x="5370033" y="4032926"/>
            <a:ext cx="2289044" cy="1128515"/>
          </a:xfrm>
          <a:prstGeom prst="rect">
            <a:avLst/>
          </a:prstGeom>
        </p:spPr>
      </p:pic>
      <p:pic>
        <p:nvPicPr>
          <p:cNvPr id="41" name="그림 40">
            <a:extLst>
              <a:ext uri="{FF2B5EF4-FFF2-40B4-BE49-F238E27FC236}">
                <a16:creationId xmlns:a16="http://schemas.microsoft.com/office/drawing/2014/main" id="{613F6909-78CD-6D65-1AC0-2F6F7D30CD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6839" y="4380593"/>
            <a:ext cx="186774" cy="270283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03FCAA15-8908-7F13-48D4-44CAF302BBA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1" t="19394" r="37645" b="18889"/>
          <a:stretch>
            <a:fillRect/>
          </a:stretch>
        </p:blipFill>
        <p:spPr>
          <a:xfrm>
            <a:off x="7177121" y="4471667"/>
            <a:ext cx="157792" cy="281904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F5370465-D591-A44F-44EB-4D347EF04D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1" t="19394" r="37645" b="18889"/>
          <a:stretch>
            <a:fillRect/>
          </a:stretch>
        </p:blipFill>
        <p:spPr>
          <a:xfrm flipH="1">
            <a:off x="5856837" y="4187304"/>
            <a:ext cx="142725" cy="254986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3A29344F-3D99-6256-65E2-939397466B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1" t="19394" r="37645" b="18889"/>
          <a:stretch>
            <a:fillRect/>
          </a:stretch>
        </p:blipFill>
        <p:spPr>
          <a:xfrm flipH="1">
            <a:off x="6857443" y="3984291"/>
            <a:ext cx="128929" cy="230339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2F1A62E6-549F-372F-0CE3-DB29B50A19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82" y="4032926"/>
            <a:ext cx="159171" cy="230339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823719AC-9F84-C71F-7F69-9E36036A8F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31" t="19394" r="37645" b="18889"/>
          <a:stretch>
            <a:fillRect/>
          </a:stretch>
        </p:blipFill>
        <p:spPr>
          <a:xfrm>
            <a:off x="5905539" y="3950443"/>
            <a:ext cx="122608" cy="219046"/>
          </a:xfrm>
          <a:prstGeom prst="rect">
            <a:avLst/>
          </a:prstGeom>
        </p:spPr>
      </p:pic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293C9700-A515-0420-F91D-227A6CEDD34F}"/>
              </a:ext>
            </a:extLst>
          </p:cNvPr>
          <p:cNvSpPr/>
          <p:nvPr/>
        </p:nvSpPr>
        <p:spPr>
          <a:xfrm>
            <a:off x="7195638" y="4688194"/>
            <a:ext cx="30349" cy="392367"/>
          </a:xfrm>
          <a:custGeom>
            <a:avLst/>
            <a:gdLst>
              <a:gd name="csX0" fmla="*/ 0 w 30349"/>
              <a:gd name="csY0" fmla="*/ 0 h 392367"/>
              <a:gd name="csX1" fmla="*/ 30311 w 30349"/>
              <a:gd name="csY1" fmla="*/ 222286 h 392367"/>
              <a:gd name="csX2" fmla="*/ 5052 w 30349"/>
              <a:gd name="csY2" fmla="*/ 392367 h 392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349" h="392367">
                <a:moveTo>
                  <a:pt x="0" y="0"/>
                </a:moveTo>
                <a:cubicBezTo>
                  <a:pt x="14734" y="78446"/>
                  <a:pt x="29469" y="156892"/>
                  <a:pt x="30311" y="222286"/>
                </a:cubicBezTo>
                <a:cubicBezTo>
                  <a:pt x="31153" y="287680"/>
                  <a:pt x="18102" y="340023"/>
                  <a:pt x="5052" y="392367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22384F43-0A0C-B1E8-561F-83791304D8E7}"/>
              </a:ext>
            </a:extLst>
          </p:cNvPr>
          <p:cNvSpPr/>
          <p:nvPr/>
        </p:nvSpPr>
        <p:spPr>
          <a:xfrm>
            <a:off x="7323081" y="4667223"/>
            <a:ext cx="45719" cy="373863"/>
          </a:xfrm>
          <a:custGeom>
            <a:avLst/>
            <a:gdLst>
              <a:gd name="csX0" fmla="*/ 0 w 30349"/>
              <a:gd name="csY0" fmla="*/ 0 h 392367"/>
              <a:gd name="csX1" fmla="*/ 30311 w 30349"/>
              <a:gd name="csY1" fmla="*/ 222286 h 392367"/>
              <a:gd name="csX2" fmla="*/ 5052 w 30349"/>
              <a:gd name="csY2" fmla="*/ 392367 h 3923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0349" h="392367">
                <a:moveTo>
                  <a:pt x="0" y="0"/>
                </a:moveTo>
                <a:cubicBezTo>
                  <a:pt x="14734" y="78446"/>
                  <a:pt x="29469" y="156892"/>
                  <a:pt x="30311" y="222286"/>
                </a:cubicBezTo>
                <a:cubicBezTo>
                  <a:pt x="31153" y="287680"/>
                  <a:pt x="18102" y="340023"/>
                  <a:pt x="5052" y="392367"/>
                </a:cubicBez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C5D85CB5-21BD-2BA4-B1AF-B0DAC0ABC188}"/>
              </a:ext>
            </a:extLst>
          </p:cNvPr>
          <p:cNvSpPr/>
          <p:nvPr/>
        </p:nvSpPr>
        <p:spPr>
          <a:xfrm>
            <a:off x="6479381" y="4576763"/>
            <a:ext cx="1191" cy="55959"/>
          </a:xfrm>
          <a:custGeom>
            <a:avLst/>
            <a:gdLst>
              <a:gd name="csX0" fmla="*/ 1191 w 1191"/>
              <a:gd name="csY0" fmla="*/ 0 h 55959"/>
              <a:gd name="csX1" fmla="*/ 0 w 1191"/>
              <a:gd name="csY1" fmla="*/ 55959 h 5595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91" h="55959">
                <a:moveTo>
                  <a:pt x="1191" y="0"/>
                </a:moveTo>
                <a:lnTo>
                  <a:pt x="0" y="55959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91F1654E-2003-FEE4-E414-D5886754CEB8}"/>
              </a:ext>
            </a:extLst>
          </p:cNvPr>
          <p:cNvSpPr/>
          <p:nvPr/>
        </p:nvSpPr>
        <p:spPr>
          <a:xfrm>
            <a:off x="6637886" y="4576763"/>
            <a:ext cx="1191" cy="55959"/>
          </a:xfrm>
          <a:custGeom>
            <a:avLst/>
            <a:gdLst>
              <a:gd name="csX0" fmla="*/ 1191 w 1191"/>
              <a:gd name="csY0" fmla="*/ 0 h 55959"/>
              <a:gd name="csX1" fmla="*/ 0 w 1191"/>
              <a:gd name="csY1" fmla="*/ 55959 h 5595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91" h="55959">
                <a:moveTo>
                  <a:pt x="1191" y="0"/>
                </a:moveTo>
                <a:lnTo>
                  <a:pt x="0" y="55959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22CB82B3-CC36-F0F8-B682-1290799BF509}"/>
              </a:ext>
            </a:extLst>
          </p:cNvPr>
          <p:cNvSpPr/>
          <p:nvPr/>
        </p:nvSpPr>
        <p:spPr>
          <a:xfrm rot="2297574" flipH="1">
            <a:off x="5957529" y="4388122"/>
            <a:ext cx="45719" cy="61697"/>
          </a:xfrm>
          <a:custGeom>
            <a:avLst/>
            <a:gdLst>
              <a:gd name="csX0" fmla="*/ 1191 w 1191"/>
              <a:gd name="csY0" fmla="*/ 0 h 55959"/>
              <a:gd name="csX1" fmla="*/ 0 w 1191"/>
              <a:gd name="csY1" fmla="*/ 55959 h 5595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91" h="55959">
                <a:moveTo>
                  <a:pt x="1191" y="0"/>
                </a:moveTo>
                <a:lnTo>
                  <a:pt x="0" y="55959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96C6DBF5-C996-A4A0-5C81-0533360DCDC7}"/>
              </a:ext>
            </a:extLst>
          </p:cNvPr>
          <p:cNvCxnSpPr>
            <a:cxnSpLocks/>
          </p:cNvCxnSpPr>
          <p:nvPr/>
        </p:nvCxnSpPr>
        <p:spPr>
          <a:xfrm flipH="1">
            <a:off x="6503756" y="4205246"/>
            <a:ext cx="57" cy="3576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45296F96-B6F3-05E6-D921-1F58A12C30A5}"/>
              </a:ext>
            </a:extLst>
          </p:cNvPr>
          <p:cNvCxnSpPr>
            <a:cxnSpLocks/>
          </p:cNvCxnSpPr>
          <p:nvPr/>
        </p:nvCxnSpPr>
        <p:spPr>
          <a:xfrm flipH="1">
            <a:off x="6632345" y="4204921"/>
            <a:ext cx="57" cy="3576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B0D4C9E-D737-3AAD-6079-CC1EECBCB19B}"/>
              </a:ext>
            </a:extLst>
          </p:cNvPr>
          <p:cNvCxnSpPr>
            <a:cxnSpLocks/>
          </p:cNvCxnSpPr>
          <p:nvPr/>
        </p:nvCxnSpPr>
        <p:spPr>
          <a:xfrm flipH="1">
            <a:off x="6970060" y="4174951"/>
            <a:ext cx="57" cy="3576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97549B1-EEE3-180B-6707-95DBEBBE2E11}"/>
              </a:ext>
            </a:extLst>
          </p:cNvPr>
          <p:cNvCxnSpPr>
            <a:cxnSpLocks/>
          </p:cNvCxnSpPr>
          <p:nvPr/>
        </p:nvCxnSpPr>
        <p:spPr>
          <a:xfrm flipH="1">
            <a:off x="5928142" y="4116110"/>
            <a:ext cx="57" cy="3576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7" name="그림 66">
            <a:extLst>
              <a:ext uri="{FF2B5EF4-FFF2-40B4-BE49-F238E27FC236}">
                <a16:creationId xmlns:a16="http://schemas.microsoft.com/office/drawing/2014/main" id="{D815F255-BCEC-C5F8-CF57-EE768CB0204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6875" r="25799" b="29975"/>
          <a:stretch>
            <a:fillRect/>
          </a:stretch>
        </p:blipFill>
        <p:spPr>
          <a:xfrm>
            <a:off x="4599832" y="3437682"/>
            <a:ext cx="842802" cy="854198"/>
          </a:xfrm>
          <a:prstGeom prst="round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72" name="그룹 71">
            <a:extLst>
              <a:ext uri="{FF2B5EF4-FFF2-40B4-BE49-F238E27FC236}">
                <a16:creationId xmlns:a16="http://schemas.microsoft.com/office/drawing/2014/main" id="{54BC36A8-30C3-12D6-1ACB-35ABE5EC028B}"/>
              </a:ext>
            </a:extLst>
          </p:cNvPr>
          <p:cNvGrpSpPr/>
          <p:nvPr/>
        </p:nvGrpSpPr>
        <p:grpSpPr>
          <a:xfrm>
            <a:off x="8232374" y="3818162"/>
            <a:ext cx="3084299" cy="1311733"/>
            <a:chOff x="8232374" y="3784800"/>
            <a:chExt cx="3162746" cy="1345096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B50D07F2-1B9E-A81C-7566-56E6C9A5F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990" r="6123"/>
            <a:stretch>
              <a:fillRect/>
            </a:stretch>
          </p:blipFill>
          <p:spPr>
            <a:xfrm>
              <a:off x="8232374" y="3784800"/>
              <a:ext cx="1536451" cy="1345096"/>
            </a:xfrm>
            <a:prstGeom prst="round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71" name="그림 70">
              <a:extLst>
                <a:ext uri="{FF2B5EF4-FFF2-40B4-BE49-F238E27FC236}">
                  <a16:creationId xmlns:a16="http://schemas.microsoft.com/office/drawing/2014/main" id="{83D28678-32BB-4BD5-F588-5C24EEB27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0311" y="3787089"/>
              <a:ext cx="1534809" cy="1337021"/>
            </a:xfrm>
            <a:prstGeom prst="round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74" name="그래픽 73" descr="확인 표시 단색으로 채워진">
            <a:extLst>
              <a:ext uri="{FF2B5EF4-FFF2-40B4-BE49-F238E27FC236}">
                <a16:creationId xmlns:a16="http://schemas.microsoft.com/office/drawing/2014/main" id="{22E827E4-A144-1CC2-23FF-49B5B51B22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71871" y="3145566"/>
            <a:ext cx="914400" cy="914400"/>
          </a:xfrm>
          <a:prstGeom prst="rect">
            <a:avLst/>
          </a:prstGeom>
        </p:spPr>
      </p:pic>
      <p:pic>
        <p:nvPicPr>
          <p:cNvPr id="75" name="그래픽 74" descr="확인 표시 단색으로 채워진">
            <a:extLst>
              <a:ext uri="{FF2B5EF4-FFF2-40B4-BE49-F238E27FC236}">
                <a16:creationId xmlns:a16="http://schemas.microsoft.com/office/drawing/2014/main" id="{91E245CF-4F37-E518-1CFF-3F955089522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777326" y="3145566"/>
            <a:ext cx="914400" cy="914400"/>
          </a:xfrm>
          <a:prstGeom prst="rect">
            <a:avLst/>
          </a:prstGeom>
        </p:spPr>
      </p:pic>
      <p:pic>
        <p:nvPicPr>
          <p:cNvPr id="77" name="그래픽 76" descr="경고 단색으로 채워진">
            <a:extLst>
              <a:ext uri="{FF2B5EF4-FFF2-40B4-BE49-F238E27FC236}">
                <a16:creationId xmlns:a16="http://schemas.microsoft.com/office/drawing/2014/main" id="{3674038C-1961-DD40-7985-BC9DFABB77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0981" y="5512904"/>
            <a:ext cx="575864" cy="575864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68B3A281-A2E9-855D-8935-5959D8C7E892}"/>
              </a:ext>
            </a:extLst>
          </p:cNvPr>
          <p:cNvSpPr txBox="1"/>
          <p:nvPr/>
        </p:nvSpPr>
        <p:spPr>
          <a:xfrm>
            <a:off x="1519643" y="5561040"/>
            <a:ext cx="9844358" cy="53347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r>
              <a:rPr lang="ko-KR" altLang="en-US" sz="1400" b="1" dirty="0">
                <a:latin typeface="페이퍼로지 5 Medium" pitchFamily="2" charset="-127"/>
                <a:ea typeface="페이퍼로지 5 Medium" pitchFamily="2" charset="-127"/>
              </a:rPr>
              <a:t>작업자 주의사항</a:t>
            </a:r>
            <a:r>
              <a:rPr lang="en-US" altLang="ko-KR" sz="1400" b="1" dirty="0">
                <a:latin typeface="페이퍼로지 5 Medium" pitchFamily="2" charset="-127"/>
                <a:ea typeface="페이퍼로지 5 Medium" pitchFamily="2" charset="-127"/>
              </a:rPr>
              <a:t>: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 설치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철수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또는 농기계 작업 중 부주의로 인해 </a:t>
            </a:r>
            <a:r>
              <a:rPr lang="ko-KR" altLang="en-US" sz="1400" dirty="0" err="1">
                <a:latin typeface="페이퍼로지 5 Medium" pitchFamily="2" charset="-127"/>
                <a:ea typeface="페이퍼로지 5 Medium" pitchFamily="2" charset="-127"/>
              </a:rPr>
              <a:t>루퍼젯을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 밟거나 강하게 잡아당겨 강제로 이탈될 경우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해당 타공부의 재사용이 불가능할 수 있으므로 각별한 주의를 </a:t>
            </a:r>
            <a:r>
              <a:rPr lang="ko-KR" altLang="en-US" sz="1400" dirty="0" err="1">
                <a:latin typeface="페이퍼로지 5 Medium" pitchFamily="2" charset="-127"/>
                <a:ea typeface="페이퍼로지 5 Medium" pitchFamily="2" charset="-127"/>
              </a:rPr>
              <a:t>당부드립니다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30653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AD660-19E4-5F6B-D288-F065308E4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CEEAF74-8F44-257D-1671-DBE0B6AB6225}"/>
              </a:ext>
            </a:extLst>
          </p:cNvPr>
          <p:cNvSpPr txBox="1"/>
          <p:nvPr/>
        </p:nvSpPr>
        <p:spPr>
          <a:xfrm>
            <a:off x="534257" y="575353"/>
            <a:ext cx="1944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별도 권장 제품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43D6EB-DD17-C606-C12C-62C7830D6540}"/>
              </a:ext>
            </a:extLst>
          </p:cNvPr>
          <p:cNvSpPr txBox="1"/>
          <p:nvPr/>
        </p:nvSpPr>
        <p:spPr>
          <a:xfrm>
            <a:off x="1155594" y="4135939"/>
            <a:ext cx="1984518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루퍼젯</a:t>
            </a:r>
            <a:r>
              <a:rPr kumimoji="0" lang="en-US" altLang="ko-KR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+ </a:t>
            </a:r>
            <a:r>
              <a:rPr kumimoji="0" lang="ko-KR" altLang="en-US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압력계 세트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73678-E2A8-3F31-F712-AA7DCB4D50DA}"/>
              </a:ext>
            </a:extLst>
          </p:cNvPr>
          <p:cNvSpPr txBox="1"/>
          <p:nvPr/>
        </p:nvSpPr>
        <p:spPr>
          <a:xfrm>
            <a:off x="5254371" y="4135939"/>
            <a:ext cx="1782540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내후성 </a:t>
            </a:r>
            <a:r>
              <a:rPr kumimoji="0" lang="ko-KR" altLang="en-US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케이블타이</a:t>
            </a:r>
            <a:endParaRPr kumimoji="0" lang="ko-KR" altLang="en-US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6 SemiBold" pitchFamily="2" charset="-127"/>
              <a:ea typeface="페이퍼로지 6 SemiBold" pitchFamily="2" charset="-127"/>
              <a:cs typeface="Gothic A1 ExtraBold" pitchFamily="2" charset="-127"/>
              <a:sym typeface="Helvetica Neu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BB1206-3923-E7AA-4B5A-37F1A7E8DFDB}"/>
              </a:ext>
            </a:extLst>
          </p:cNvPr>
          <p:cNvSpPr txBox="1"/>
          <p:nvPr/>
        </p:nvSpPr>
        <p:spPr>
          <a:xfrm>
            <a:off x="557695" y="4680351"/>
            <a:ext cx="295563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180000" marR="0" indent="-18000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루퍼젯</a:t>
            </a:r>
            <a:r>
              <a:rPr kumimoji="0" lang="ko-KR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 </a:t>
            </a:r>
            <a:r>
              <a:rPr lang="en-US" altLang="ko-KR" sz="12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P</a:t>
            </a:r>
            <a:r>
              <a:rPr kumimoji="0" lang="en-US" altLang="ko-KR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20</a:t>
            </a:r>
            <a:r>
              <a:rPr kumimoji="0" lang="ko-KR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으로 손쉬운 압력계 설치</a:t>
            </a:r>
            <a:endParaRPr kumimoji="0" lang="en-US" altLang="ko-KR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180000" marR="0" indent="-18000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감에 의존하던 </a:t>
            </a:r>
            <a:r>
              <a:rPr kumimoji="0" lang="ko-KR" altLang="en-US" sz="1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물관리를</a:t>
            </a:r>
            <a:r>
              <a:rPr kumimoji="0" lang="ko-KR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 데이터화 하는 첫걸음</a:t>
            </a:r>
            <a:endParaRPr kumimoji="0" lang="en-US" altLang="ko-KR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3D2D3B-141C-5693-22C3-398FC9437957}"/>
              </a:ext>
            </a:extLst>
          </p:cNvPr>
          <p:cNvSpPr txBox="1"/>
          <p:nvPr/>
        </p:nvSpPr>
        <p:spPr>
          <a:xfrm>
            <a:off x="4664867" y="4670835"/>
            <a:ext cx="2862266" cy="93358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180000" marR="0" indent="-18000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고온</a:t>
            </a:r>
            <a:r>
              <a:rPr kumimoji="0" lang="en-US" altLang="ko-KR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, </a:t>
            </a:r>
            <a:r>
              <a:rPr kumimoji="0" lang="ko-KR" altLang="en-US" sz="12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고수압</a:t>
            </a:r>
            <a:r>
              <a:rPr kumimoji="0" lang="en-US" altLang="ko-KR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, </a:t>
            </a:r>
            <a:r>
              <a:rPr kumimoji="0" lang="ko-KR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변형</a:t>
            </a:r>
            <a:r>
              <a:rPr lang="en-US" altLang="ko-KR" sz="12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, </a:t>
            </a:r>
            <a:r>
              <a:rPr lang="ko-KR" altLang="en-US" sz="1200" b="0" dirty="0" err="1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꺽임</a:t>
            </a:r>
            <a:r>
              <a:rPr lang="ko-KR" altLang="en-US" sz="12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 </a:t>
            </a:r>
            <a:r>
              <a:rPr kumimoji="0" lang="ko-KR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대비 더욱 강한 연결이 필요할 때</a:t>
            </a:r>
            <a:endParaRPr kumimoji="0" lang="en-US" altLang="ko-KR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180000" marR="0" indent="-18000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2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고온과 햇빛에 강한 재질로 농업에 적합</a:t>
            </a:r>
            <a:endParaRPr kumimoji="0" lang="ko-KR" altLang="en-US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D493178-591E-84D5-763B-5C314DACF081}"/>
              </a:ext>
            </a:extLst>
          </p:cNvPr>
          <p:cNvGrpSpPr/>
          <p:nvPr/>
        </p:nvGrpSpPr>
        <p:grpSpPr>
          <a:xfrm>
            <a:off x="9038663" y="1534367"/>
            <a:ext cx="2051237" cy="2245750"/>
            <a:chOff x="4069924" y="1307251"/>
            <a:chExt cx="2559515" cy="280222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D6752D4E-A7B4-31DE-1DFF-51A0C43B83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69924" y="1307251"/>
              <a:ext cx="1951443" cy="2802226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40995E11-F7E4-CC32-543F-A27FEBAAE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0634" y="1402528"/>
              <a:ext cx="458805" cy="463217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A56617E-D160-E104-9063-AF9BF1B031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11146" y="2318961"/>
              <a:ext cx="377780" cy="656823"/>
            </a:xfrm>
            <a:prstGeom prst="rect">
              <a:avLst/>
            </a:prstGeom>
          </p:spPr>
        </p:pic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F6E81580-08FC-3B5F-FA7A-20BCBC339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11889" y="3429000"/>
              <a:ext cx="394952" cy="626772"/>
            </a:xfrm>
            <a:prstGeom prst="rect">
              <a:avLst/>
            </a:prstGeom>
          </p:spPr>
        </p:pic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E6B0B6B-09D2-0903-7969-8E0E66EE1028}"/>
              </a:ext>
            </a:extLst>
          </p:cNvPr>
          <p:cNvSpPr txBox="1"/>
          <p:nvPr/>
        </p:nvSpPr>
        <p:spPr>
          <a:xfrm>
            <a:off x="9324755" y="4135939"/>
            <a:ext cx="1157368" cy="3795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b="1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루퍼젯</a:t>
            </a:r>
            <a:r>
              <a:rPr kumimoji="0" lang="en-US" altLang="ko-KR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  <a:cs typeface="Gothic A1 ExtraBold" pitchFamily="2" charset="-127"/>
                <a:sym typeface="Helvetica Neue"/>
              </a:rPr>
              <a:t>+ AI</a:t>
            </a:r>
            <a:endParaRPr kumimoji="0" lang="ko-KR" altLang="en-US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6 SemiBold" pitchFamily="2" charset="-127"/>
              <a:ea typeface="페이퍼로지 6 SemiBold" pitchFamily="2" charset="-127"/>
              <a:cs typeface="Gothic A1 ExtraBold" pitchFamily="2" charset="-127"/>
              <a:sym typeface="Helvetica Neue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ACA31A-318C-1759-0D3B-E6D7BD416264}"/>
              </a:ext>
            </a:extLst>
          </p:cNvPr>
          <p:cNvSpPr txBox="1"/>
          <p:nvPr/>
        </p:nvSpPr>
        <p:spPr>
          <a:xfrm>
            <a:off x="8927354" y="4680351"/>
            <a:ext cx="2302200" cy="121058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 anchorCtr="0">
            <a:spAutoFit/>
          </a:bodyPr>
          <a:lstStyle/>
          <a:p>
            <a:pPr marL="180000" marR="0" indent="-18000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2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기후변화 시대에 최적화된 농업환경 관리</a:t>
            </a:r>
            <a:endParaRPr lang="en-US" altLang="ko-KR" sz="1200" b="0" dirty="0">
              <a:latin typeface="페이퍼로지 5 Medium" pitchFamily="2" charset="-127"/>
              <a:ea typeface="페이퍼로지 5 Medium" pitchFamily="2" charset="-127"/>
              <a:cs typeface="Gothic A1" pitchFamily="2" charset="-127"/>
            </a:endParaRPr>
          </a:p>
          <a:p>
            <a:pPr marL="180000" marR="0" indent="-18000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ko-KR" altLang="en-US" sz="12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  <a:sym typeface="Helvetica Neue"/>
              </a:rPr>
              <a:t>스마트 물 관리로 비용 절감</a:t>
            </a:r>
            <a:endParaRPr kumimoji="0" lang="en-US" altLang="ko-KR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  <a:p>
            <a:pPr marL="180000" marR="0" indent="-180000" algn="l" defTabSz="8255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2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믿을 수 있는 서비스 지원</a:t>
            </a:r>
            <a:endParaRPr kumimoji="0" lang="en-US" altLang="ko-KR" sz="1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  <a:sym typeface="Helvetica Neue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493B2BF-2FBE-975F-5A48-740C71572A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1001" y="1244060"/>
            <a:ext cx="1333704" cy="2574235"/>
          </a:xfrm>
          <a:prstGeom prst="rect">
            <a:avLst/>
          </a:prstGeom>
        </p:spPr>
      </p:pic>
      <p:pic>
        <p:nvPicPr>
          <p:cNvPr id="16" name="그림 15" descr="파이프, 공학, 기계, 산업이(가) 표시된 사진&#10;&#10;자동 생성된 설명">
            <a:extLst>
              <a:ext uri="{FF2B5EF4-FFF2-40B4-BE49-F238E27FC236}">
                <a16:creationId xmlns:a16="http://schemas.microsoft.com/office/drawing/2014/main" id="{C14F5541-77A2-F4FE-B85A-D5EEC9A221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9" t="1884" r="30253" b="62464"/>
          <a:stretch/>
        </p:blipFill>
        <p:spPr>
          <a:xfrm>
            <a:off x="4573621" y="1373269"/>
            <a:ext cx="3044757" cy="2445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92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2632E7-B5C4-B6B0-7BAF-0D8D41BB6D54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-100000"/>
          </a:blip>
          <a:stretch>
            <a:fillRect/>
          </a:stretch>
        </p:blipFill>
        <p:spPr>
          <a:xfrm>
            <a:off x="918576" y="838200"/>
            <a:ext cx="5394542" cy="518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B47DE6-AE59-C938-EFB7-45125D4D307A}"/>
              </a:ext>
            </a:extLst>
          </p:cNvPr>
          <p:cNvSpPr txBox="1"/>
          <p:nvPr/>
        </p:nvSpPr>
        <p:spPr>
          <a:xfrm>
            <a:off x="2666779" y="2773281"/>
            <a:ext cx="2062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x-none" sz="3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othic A1" pitchFamily="2" charset="-127"/>
                <a:ea typeface="Gothic A1" pitchFamily="2" charset="-127"/>
                <a:cs typeface="Gothic A1" pitchFamily="2" charset="-127"/>
              </a:rPr>
              <a:t>THANKS</a:t>
            </a:r>
            <a:endParaRPr kumimoji="1" lang="x-none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othic A1" pitchFamily="2" charset="-127"/>
              <a:ea typeface="Gothic A1" pitchFamily="2" charset="-127"/>
              <a:cs typeface="Gothic A1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9294B-DBB3-442A-CA1D-AABBDEF869FD}"/>
              </a:ext>
            </a:extLst>
          </p:cNvPr>
          <p:cNvSpPr txBox="1"/>
          <p:nvPr/>
        </p:nvSpPr>
        <p:spPr>
          <a:xfrm>
            <a:off x="7225722" y="1942283"/>
            <a:ext cx="4047702" cy="25998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이 자료에 나오는 제품은 대한민국 특허 또는 특허 출원 중이거나 이에 상응하여 출원 중인 외국 특허에 의해 보호될 수 있습니다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포장을 포함하여 이 출판물의 전부 또는 일부를 복제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,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복사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,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제조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,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공급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,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판매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,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배포 또는 개조하는 것은 금지되며 허용되지 않습니다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1000" b="0" i="0" u="none" strike="noStrike" kern="1200" cap="none" spc="-150" normalizeH="0" baseline="0" noProof="0" dirty="0">
              <a:ln>
                <a:noFill/>
              </a:ln>
              <a:solidFill>
                <a:srgbClr val="000000">
                  <a:lumMod val="65000"/>
                  <a:lumOff val="35000"/>
                </a:srgbClr>
              </a:solidFill>
              <a:effectLst/>
              <a:uLnTx/>
              <a:uFillTx/>
              <a:latin typeface="페이퍼로지 5 Medium" pitchFamily="2" charset="-127"/>
              <a:ea typeface="페이퍼로지 5 Medium" pitchFamily="2" charset="-127"/>
              <a:cs typeface="Gothic A1" pitchFamily="2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-15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루퍼젯은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 대한민국 및 기타 국가에 등록된 </a:t>
            </a:r>
            <a:r>
              <a:rPr kumimoji="1" lang="ko-KR" altLang="en-US" sz="1000" b="0" i="0" u="none" strike="noStrike" kern="1200" cap="none" spc="-15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신진켐텍의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 상표입니다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우리는 정확하고 질적이며 상세한 정보를 제공하기 위해 노력합니다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그러나 제공된 정보에 대한 귀하의 독자적인 판단에 대해 책임을 지지 않으며 </a:t>
            </a:r>
            <a:r>
              <a:rPr kumimoji="1" lang="ko-KR" altLang="en-US" sz="1000" b="0" i="0" u="none" strike="noStrike" kern="1200" cap="none" spc="-15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루퍼젯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  및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/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또는 권한을 </a:t>
            </a:r>
            <a:r>
              <a:rPr kumimoji="1" lang="ko-KR" altLang="en-US" sz="1000" b="0" i="0" u="none" strike="noStrike" kern="1200" cap="none" spc="-15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부여받은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 대리인에게 독립적으로 전문적인 조언을 구하는 것이 좋습니다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제공된 정보 또는 그 일부가 정확하거나 완전하거나 최신 정보임을 보증하지 않습니다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타사 제품에 대한 언급은 정보 제공의 목적으로만 제공되며 보증 또는 권장 사항이 아닙니다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 </a:t>
            </a:r>
            <a:r>
              <a:rPr kumimoji="1" lang="ko-KR" altLang="en-US" sz="1000" b="0" i="0" u="none" strike="noStrike" kern="1200" cap="none" spc="-15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신진켐텍은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 이러한 제품의 성능이나 사용과 관련하여 어떠한 책임도 지지 않습니다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어떠한 경우에도 </a:t>
            </a:r>
            <a:r>
              <a:rPr kumimoji="1" lang="ko-KR" altLang="en-US" sz="1000" b="0" i="0" u="none" strike="noStrike" kern="1200" cap="none" spc="-150" normalizeH="0" baseline="0" noProof="0" dirty="0" err="1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신진켐텍은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 간접적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, </a:t>
            </a:r>
            <a:r>
              <a:rPr kumimoji="1" lang="ko-KR" altLang="en-US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부수적 또는 결과적 손해에 대해 책임을 지지 않습니다</a:t>
            </a:r>
            <a:r>
              <a:rPr kumimoji="1" lang="en-US" altLang="ko-KR" sz="1000" b="0" i="0" u="none" strike="noStrike" kern="1200" cap="none" spc="-150" normalizeH="0" baseline="0" noProof="0" dirty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/>
                <a:uLnTx/>
                <a:uFillTx/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4740733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1037C683-EB76-367C-972F-4333234D2DC1}"/>
              </a:ext>
            </a:extLst>
          </p:cNvPr>
          <p:cNvSpPr txBox="1"/>
          <p:nvPr/>
        </p:nvSpPr>
        <p:spPr>
          <a:xfrm>
            <a:off x="534257" y="575353"/>
            <a:ext cx="21483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스프링클러 헤드</a:t>
            </a: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A9C964D2-52B4-8300-5157-8BFEE60B7FCB}"/>
              </a:ext>
            </a:extLst>
          </p:cNvPr>
          <p:cNvGrpSpPr/>
          <p:nvPr/>
        </p:nvGrpSpPr>
        <p:grpSpPr>
          <a:xfrm>
            <a:off x="623887" y="1461208"/>
            <a:ext cx="10980737" cy="4444195"/>
            <a:chOff x="952500" y="1472713"/>
            <a:chExt cx="9847638" cy="3985600"/>
          </a:xfrm>
        </p:grpSpPr>
        <p:sp>
          <p:nvSpPr>
            <p:cNvPr id="2" name="직사각형">
              <a:extLst>
                <a:ext uri="{FF2B5EF4-FFF2-40B4-BE49-F238E27FC236}">
                  <a16:creationId xmlns:a16="http://schemas.microsoft.com/office/drawing/2014/main" id="{C69151ED-EB09-6B61-7795-A8EA340D41F5}"/>
                </a:ext>
              </a:extLst>
            </p:cNvPr>
            <p:cNvSpPr/>
            <p:nvPr/>
          </p:nvSpPr>
          <p:spPr>
            <a:xfrm>
              <a:off x="7835411" y="1472713"/>
              <a:ext cx="2964727" cy="3985600"/>
            </a:xfrm>
            <a:prstGeom prst="rect">
              <a:avLst/>
            </a:prstGeom>
            <a:solidFill>
              <a:srgbClr val="EEEEEE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0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" name="직사각형">
              <a:extLst>
                <a:ext uri="{FF2B5EF4-FFF2-40B4-BE49-F238E27FC236}">
                  <a16:creationId xmlns:a16="http://schemas.microsoft.com/office/drawing/2014/main" id="{5BDB2647-2B16-8D88-C824-708A2531A164}"/>
                </a:ext>
              </a:extLst>
            </p:cNvPr>
            <p:cNvSpPr/>
            <p:nvPr/>
          </p:nvSpPr>
          <p:spPr>
            <a:xfrm>
              <a:off x="4367605" y="1472713"/>
              <a:ext cx="2964728" cy="3985600"/>
            </a:xfrm>
            <a:prstGeom prst="rect">
              <a:avLst/>
            </a:prstGeom>
            <a:solidFill>
              <a:srgbClr val="EEEEEE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20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4" name="직사각형">
              <a:extLst>
                <a:ext uri="{FF2B5EF4-FFF2-40B4-BE49-F238E27FC236}">
                  <a16:creationId xmlns:a16="http://schemas.microsoft.com/office/drawing/2014/main" id="{273894A7-A027-CE93-0CC9-D3E8499146B1}"/>
                </a:ext>
              </a:extLst>
            </p:cNvPr>
            <p:cNvSpPr/>
            <p:nvPr/>
          </p:nvSpPr>
          <p:spPr>
            <a:xfrm>
              <a:off x="952500" y="1472713"/>
              <a:ext cx="2964727" cy="3985600"/>
            </a:xfrm>
            <a:prstGeom prst="rect">
              <a:avLst/>
            </a:prstGeom>
            <a:solidFill>
              <a:srgbClr val="EEEEEE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000" b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</p:txBody>
        </p:sp>
        <p:grpSp>
          <p:nvGrpSpPr>
            <p:cNvPr id="5" name="그룹화">
              <a:extLst>
                <a:ext uri="{FF2B5EF4-FFF2-40B4-BE49-F238E27FC236}">
                  <a16:creationId xmlns:a16="http://schemas.microsoft.com/office/drawing/2014/main" id="{2B711D3E-6678-DE25-7376-D45B526A2629}"/>
                </a:ext>
              </a:extLst>
            </p:cNvPr>
            <p:cNvGrpSpPr/>
            <p:nvPr/>
          </p:nvGrpSpPr>
          <p:grpSpPr>
            <a:xfrm>
              <a:off x="4898956" y="2638343"/>
              <a:ext cx="1902027" cy="1902028"/>
              <a:chOff x="0" y="0"/>
              <a:chExt cx="4032673" cy="4032673"/>
            </a:xfrm>
          </p:grpSpPr>
          <p:sp>
            <p:nvSpPr>
              <p:cNvPr id="7" name="원">
                <a:extLst>
                  <a:ext uri="{FF2B5EF4-FFF2-40B4-BE49-F238E27FC236}">
                    <a16:creationId xmlns:a16="http://schemas.microsoft.com/office/drawing/2014/main" id="{A7E417FB-F501-F02C-8DA8-9B3FAD73458D}"/>
                  </a:ext>
                </a:extLst>
              </p:cNvPr>
              <p:cNvSpPr/>
              <p:nvPr/>
            </p:nvSpPr>
            <p:spPr>
              <a:xfrm rot="16200000">
                <a:off x="0" y="0"/>
                <a:ext cx="4032674" cy="4032674"/>
              </a:xfrm>
              <a:prstGeom prst="ellipse">
                <a:avLst/>
              </a:prstGeom>
              <a:solidFill>
                <a:schemeClr val="accent1">
                  <a:alpha val="3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200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  <p:sp>
            <p:nvSpPr>
              <p:cNvPr id="8" name="원">
                <a:extLst>
                  <a:ext uri="{FF2B5EF4-FFF2-40B4-BE49-F238E27FC236}">
                    <a16:creationId xmlns:a16="http://schemas.microsoft.com/office/drawing/2014/main" id="{7DBFEF17-46F9-3A11-A452-3745A3C7B02F}"/>
                  </a:ext>
                </a:extLst>
              </p:cNvPr>
              <p:cNvSpPr/>
              <p:nvPr/>
            </p:nvSpPr>
            <p:spPr>
              <a:xfrm rot="16200000">
                <a:off x="930616" y="930616"/>
                <a:ext cx="2171441" cy="2171441"/>
              </a:xfrm>
              <a:prstGeom prst="ellipse">
                <a:avLst/>
              </a:prstGeom>
              <a:solidFill>
                <a:schemeClr val="accent1">
                  <a:alpha val="50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>
                  <a:defRPr sz="3200" b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 sz="2000" dirty="0">
                  <a:latin typeface="페이퍼로지 5 Medium" pitchFamily="2" charset="-127"/>
                  <a:ea typeface="페이퍼로지 5 Medium" pitchFamily="2" charset="-127"/>
                </a:endParaRPr>
              </a:p>
            </p:txBody>
          </p:sp>
        </p:grpSp>
        <p:pic>
          <p:nvPicPr>
            <p:cNvPr id="9" name="GSPK0634.jpg" descr="GSPK0634.jpg">
              <a:extLst>
                <a:ext uri="{FF2B5EF4-FFF2-40B4-BE49-F238E27FC236}">
                  <a16:creationId xmlns:a16="http://schemas.microsoft.com/office/drawing/2014/main" id="{BD4D78BC-0454-5CBB-B1B4-CFB02FBFBD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25599" t="24800" r="16802" b="19941"/>
            <a:stretch>
              <a:fillRect/>
            </a:stretch>
          </p:blipFill>
          <p:spPr>
            <a:xfrm>
              <a:off x="1639979" y="2265626"/>
              <a:ext cx="1636432" cy="15699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7" h="21595" extrusionOk="0">
                  <a:moveTo>
                    <a:pt x="2073" y="0"/>
                  </a:moveTo>
                  <a:cubicBezTo>
                    <a:pt x="1911" y="0"/>
                    <a:pt x="1802" y="31"/>
                    <a:pt x="1561" y="152"/>
                  </a:cubicBezTo>
                  <a:cubicBezTo>
                    <a:pt x="1393" y="236"/>
                    <a:pt x="1217" y="318"/>
                    <a:pt x="1171" y="332"/>
                  </a:cubicBezTo>
                  <a:cubicBezTo>
                    <a:pt x="1125" y="346"/>
                    <a:pt x="958" y="449"/>
                    <a:pt x="798" y="561"/>
                  </a:cubicBezTo>
                  <a:cubicBezTo>
                    <a:pt x="638" y="674"/>
                    <a:pt x="442" y="797"/>
                    <a:pt x="366" y="834"/>
                  </a:cubicBezTo>
                  <a:cubicBezTo>
                    <a:pt x="287" y="872"/>
                    <a:pt x="177" y="978"/>
                    <a:pt x="114" y="1074"/>
                  </a:cubicBezTo>
                  <a:cubicBezTo>
                    <a:pt x="2" y="1242"/>
                    <a:pt x="0" y="1253"/>
                    <a:pt x="0" y="1733"/>
                  </a:cubicBezTo>
                  <a:cubicBezTo>
                    <a:pt x="0" y="2017"/>
                    <a:pt x="15" y="2234"/>
                    <a:pt x="37" y="2248"/>
                  </a:cubicBezTo>
                  <a:cubicBezTo>
                    <a:pt x="58" y="2261"/>
                    <a:pt x="74" y="2302"/>
                    <a:pt x="74" y="2338"/>
                  </a:cubicBezTo>
                  <a:cubicBezTo>
                    <a:pt x="74" y="2374"/>
                    <a:pt x="162" y="2583"/>
                    <a:pt x="267" y="2801"/>
                  </a:cubicBezTo>
                  <a:cubicBezTo>
                    <a:pt x="439" y="3158"/>
                    <a:pt x="494" y="3235"/>
                    <a:pt x="842" y="3582"/>
                  </a:cubicBezTo>
                  <a:cubicBezTo>
                    <a:pt x="1055" y="3793"/>
                    <a:pt x="1337" y="4065"/>
                    <a:pt x="1467" y="4184"/>
                  </a:cubicBezTo>
                  <a:cubicBezTo>
                    <a:pt x="1707" y="4402"/>
                    <a:pt x="2739" y="5217"/>
                    <a:pt x="3098" y="5471"/>
                  </a:cubicBezTo>
                  <a:cubicBezTo>
                    <a:pt x="3642" y="5858"/>
                    <a:pt x="3849" y="6016"/>
                    <a:pt x="3896" y="6074"/>
                  </a:cubicBezTo>
                  <a:cubicBezTo>
                    <a:pt x="3944" y="6134"/>
                    <a:pt x="4606" y="6602"/>
                    <a:pt x="4921" y="6797"/>
                  </a:cubicBezTo>
                  <a:cubicBezTo>
                    <a:pt x="5079" y="6896"/>
                    <a:pt x="5076" y="6889"/>
                    <a:pt x="5025" y="6996"/>
                  </a:cubicBezTo>
                  <a:cubicBezTo>
                    <a:pt x="5004" y="7038"/>
                    <a:pt x="4971" y="7108"/>
                    <a:pt x="4951" y="7150"/>
                  </a:cubicBezTo>
                  <a:cubicBezTo>
                    <a:pt x="4930" y="7193"/>
                    <a:pt x="4911" y="7324"/>
                    <a:pt x="4911" y="7441"/>
                  </a:cubicBezTo>
                  <a:cubicBezTo>
                    <a:pt x="4911" y="7558"/>
                    <a:pt x="4930" y="7665"/>
                    <a:pt x="4951" y="7678"/>
                  </a:cubicBezTo>
                  <a:cubicBezTo>
                    <a:pt x="4971" y="7691"/>
                    <a:pt x="4988" y="7760"/>
                    <a:pt x="4988" y="7830"/>
                  </a:cubicBezTo>
                  <a:cubicBezTo>
                    <a:pt x="4988" y="7900"/>
                    <a:pt x="5005" y="7977"/>
                    <a:pt x="5027" y="8000"/>
                  </a:cubicBezTo>
                  <a:cubicBezTo>
                    <a:pt x="5050" y="8023"/>
                    <a:pt x="5061" y="8091"/>
                    <a:pt x="5055" y="8152"/>
                  </a:cubicBezTo>
                  <a:cubicBezTo>
                    <a:pt x="5043" y="8258"/>
                    <a:pt x="5035" y="8263"/>
                    <a:pt x="4864" y="8252"/>
                  </a:cubicBezTo>
                  <a:cubicBezTo>
                    <a:pt x="4709" y="8242"/>
                    <a:pt x="4673" y="8255"/>
                    <a:pt x="4575" y="8358"/>
                  </a:cubicBezTo>
                  <a:cubicBezTo>
                    <a:pt x="4496" y="8441"/>
                    <a:pt x="4462" y="8513"/>
                    <a:pt x="4462" y="8605"/>
                  </a:cubicBezTo>
                  <a:cubicBezTo>
                    <a:pt x="4460" y="8923"/>
                    <a:pt x="4313" y="9170"/>
                    <a:pt x="4027" y="9339"/>
                  </a:cubicBezTo>
                  <a:cubicBezTo>
                    <a:pt x="3909" y="9408"/>
                    <a:pt x="3726" y="9550"/>
                    <a:pt x="3619" y="9656"/>
                  </a:cubicBezTo>
                  <a:cubicBezTo>
                    <a:pt x="3513" y="9761"/>
                    <a:pt x="3355" y="9898"/>
                    <a:pt x="3271" y="9957"/>
                  </a:cubicBezTo>
                  <a:cubicBezTo>
                    <a:pt x="3187" y="10016"/>
                    <a:pt x="3026" y="10174"/>
                    <a:pt x="2910" y="10310"/>
                  </a:cubicBezTo>
                  <a:lnTo>
                    <a:pt x="2700" y="10554"/>
                  </a:lnTo>
                  <a:lnTo>
                    <a:pt x="2700" y="10850"/>
                  </a:lnTo>
                  <a:cubicBezTo>
                    <a:pt x="2700" y="11124"/>
                    <a:pt x="2707" y="11151"/>
                    <a:pt x="2809" y="11257"/>
                  </a:cubicBezTo>
                  <a:cubicBezTo>
                    <a:pt x="2999" y="11455"/>
                    <a:pt x="3315" y="11395"/>
                    <a:pt x="3780" y="11069"/>
                  </a:cubicBezTo>
                  <a:cubicBezTo>
                    <a:pt x="3951" y="10949"/>
                    <a:pt x="4086" y="10889"/>
                    <a:pt x="4116" y="10920"/>
                  </a:cubicBezTo>
                  <a:cubicBezTo>
                    <a:pt x="4131" y="10936"/>
                    <a:pt x="4143" y="11073"/>
                    <a:pt x="4143" y="11224"/>
                  </a:cubicBezTo>
                  <a:cubicBezTo>
                    <a:pt x="4143" y="11475"/>
                    <a:pt x="4153" y="11505"/>
                    <a:pt x="4249" y="11592"/>
                  </a:cubicBezTo>
                  <a:cubicBezTo>
                    <a:pt x="4400" y="11727"/>
                    <a:pt x="4641" y="11716"/>
                    <a:pt x="4931" y="11566"/>
                  </a:cubicBezTo>
                  <a:cubicBezTo>
                    <a:pt x="5153" y="11451"/>
                    <a:pt x="5389" y="11417"/>
                    <a:pt x="5457" y="11489"/>
                  </a:cubicBezTo>
                  <a:cubicBezTo>
                    <a:pt x="5477" y="11509"/>
                    <a:pt x="5619" y="11531"/>
                    <a:pt x="5773" y="11538"/>
                  </a:cubicBezTo>
                  <a:lnTo>
                    <a:pt x="6055" y="11548"/>
                  </a:lnTo>
                  <a:lnTo>
                    <a:pt x="6067" y="12068"/>
                  </a:lnTo>
                  <a:lnTo>
                    <a:pt x="6077" y="12586"/>
                  </a:lnTo>
                  <a:lnTo>
                    <a:pt x="5964" y="12756"/>
                  </a:lnTo>
                  <a:cubicBezTo>
                    <a:pt x="5735" y="13102"/>
                    <a:pt x="5698" y="13372"/>
                    <a:pt x="5685" y="14759"/>
                  </a:cubicBezTo>
                  <a:cubicBezTo>
                    <a:pt x="5673" y="15960"/>
                    <a:pt x="5675" y="16006"/>
                    <a:pt x="5749" y="16111"/>
                  </a:cubicBezTo>
                  <a:lnTo>
                    <a:pt x="5828" y="16219"/>
                  </a:lnTo>
                  <a:lnTo>
                    <a:pt x="5744" y="16396"/>
                  </a:lnTo>
                  <a:cubicBezTo>
                    <a:pt x="5691" y="16510"/>
                    <a:pt x="5662" y="16647"/>
                    <a:pt x="5662" y="16777"/>
                  </a:cubicBezTo>
                  <a:cubicBezTo>
                    <a:pt x="5663" y="16976"/>
                    <a:pt x="5680" y="17019"/>
                    <a:pt x="5865" y="17290"/>
                  </a:cubicBezTo>
                  <a:cubicBezTo>
                    <a:pt x="5928" y="17383"/>
                    <a:pt x="5930" y="17410"/>
                    <a:pt x="5887" y="17545"/>
                  </a:cubicBezTo>
                  <a:cubicBezTo>
                    <a:pt x="5858" y="17636"/>
                    <a:pt x="5850" y="17740"/>
                    <a:pt x="5867" y="17807"/>
                  </a:cubicBezTo>
                  <a:cubicBezTo>
                    <a:pt x="5883" y="17868"/>
                    <a:pt x="5909" y="18200"/>
                    <a:pt x="5924" y="18544"/>
                  </a:cubicBezTo>
                  <a:cubicBezTo>
                    <a:pt x="5955" y="19259"/>
                    <a:pt x="5993" y="19467"/>
                    <a:pt x="6114" y="19602"/>
                  </a:cubicBezTo>
                  <a:cubicBezTo>
                    <a:pt x="6238" y="19739"/>
                    <a:pt x="6299" y="19951"/>
                    <a:pt x="6300" y="20248"/>
                  </a:cubicBezTo>
                  <a:cubicBezTo>
                    <a:pt x="6301" y="20619"/>
                    <a:pt x="6462" y="20939"/>
                    <a:pt x="6749" y="21139"/>
                  </a:cubicBezTo>
                  <a:cubicBezTo>
                    <a:pt x="7027" y="21333"/>
                    <a:pt x="7432" y="21533"/>
                    <a:pt x="7562" y="21538"/>
                  </a:cubicBezTo>
                  <a:cubicBezTo>
                    <a:pt x="7620" y="21540"/>
                    <a:pt x="7711" y="21556"/>
                    <a:pt x="7762" y="21574"/>
                  </a:cubicBezTo>
                  <a:cubicBezTo>
                    <a:pt x="7814" y="21592"/>
                    <a:pt x="7905" y="21600"/>
                    <a:pt x="7967" y="21592"/>
                  </a:cubicBezTo>
                  <a:cubicBezTo>
                    <a:pt x="8229" y="21560"/>
                    <a:pt x="8577" y="21495"/>
                    <a:pt x="8703" y="21456"/>
                  </a:cubicBezTo>
                  <a:cubicBezTo>
                    <a:pt x="8909" y="21392"/>
                    <a:pt x="9302" y="21104"/>
                    <a:pt x="9420" y="20928"/>
                  </a:cubicBezTo>
                  <a:cubicBezTo>
                    <a:pt x="9617" y="20633"/>
                    <a:pt x="9637" y="20563"/>
                    <a:pt x="9637" y="20189"/>
                  </a:cubicBezTo>
                  <a:cubicBezTo>
                    <a:pt x="9637" y="19894"/>
                    <a:pt x="9650" y="19811"/>
                    <a:pt x="9716" y="19697"/>
                  </a:cubicBezTo>
                  <a:cubicBezTo>
                    <a:pt x="9895" y="19394"/>
                    <a:pt x="9936" y="19299"/>
                    <a:pt x="9936" y="19190"/>
                  </a:cubicBezTo>
                  <a:cubicBezTo>
                    <a:pt x="9936" y="19127"/>
                    <a:pt x="9953" y="19064"/>
                    <a:pt x="9973" y="19051"/>
                  </a:cubicBezTo>
                  <a:cubicBezTo>
                    <a:pt x="9996" y="19036"/>
                    <a:pt x="10013" y="18726"/>
                    <a:pt x="10013" y="18250"/>
                  </a:cubicBezTo>
                  <a:cubicBezTo>
                    <a:pt x="10013" y="17774"/>
                    <a:pt x="10027" y="17464"/>
                    <a:pt x="10050" y="17449"/>
                  </a:cubicBezTo>
                  <a:cubicBezTo>
                    <a:pt x="10070" y="17436"/>
                    <a:pt x="10087" y="17397"/>
                    <a:pt x="10087" y="17364"/>
                  </a:cubicBezTo>
                  <a:cubicBezTo>
                    <a:pt x="10087" y="17331"/>
                    <a:pt x="10121" y="17256"/>
                    <a:pt x="10161" y="17197"/>
                  </a:cubicBezTo>
                  <a:cubicBezTo>
                    <a:pt x="10214" y="17119"/>
                    <a:pt x="10237" y="17011"/>
                    <a:pt x="10245" y="16801"/>
                  </a:cubicBezTo>
                  <a:cubicBezTo>
                    <a:pt x="10256" y="16514"/>
                    <a:pt x="10257" y="16512"/>
                    <a:pt x="10364" y="16499"/>
                  </a:cubicBezTo>
                  <a:cubicBezTo>
                    <a:pt x="10439" y="16490"/>
                    <a:pt x="10512" y="16522"/>
                    <a:pt x="10608" y="16602"/>
                  </a:cubicBezTo>
                  <a:cubicBezTo>
                    <a:pt x="10941" y="16881"/>
                    <a:pt x="11317" y="16992"/>
                    <a:pt x="11522" y="16873"/>
                  </a:cubicBezTo>
                  <a:cubicBezTo>
                    <a:pt x="11701" y="16769"/>
                    <a:pt x="11971" y="16462"/>
                    <a:pt x="12058" y="16265"/>
                  </a:cubicBezTo>
                  <a:cubicBezTo>
                    <a:pt x="12144" y="16071"/>
                    <a:pt x="12150" y="16017"/>
                    <a:pt x="12150" y="15364"/>
                  </a:cubicBezTo>
                  <a:cubicBezTo>
                    <a:pt x="12150" y="14867"/>
                    <a:pt x="12136" y="14653"/>
                    <a:pt x="12103" y="14609"/>
                  </a:cubicBezTo>
                  <a:cubicBezTo>
                    <a:pt x="12011" y="14490"/>
                    <a:pt x="11790" y="14447"/>
                    <a:pt x="11117" y="14416"/>
                  </a:cubicBezTo>
                  <a:cubicBezTo>
                    <a:pt x="10335" y="14381"/>
                    <a:pt x="10127" y="14353"/>
                    <a:pt x="10102" y="14285"/>
                  </a:cubicBezTo>
                  <a:cubicBezTo>
                    <a:pt x="10092" y="14258"/>
                    <a:pt x="10116" y="14171"/>
                    <a:pt x="10159" y="14092"/>
                  </a:cubicBezTo>
                  <a:cubicBezTo>
                    <a:pt x="10201" y="14013"/>
                    <a:pt x="10238" y="13923"/>
                    <a:pt x="10238" y="13891"/>
                  </a:cubicBezTo>
                  <a:cubicBezTo>
                    <a:pt x="10238" y="13803"/>
                    <a:pt x="10350" y="13639"/>
                    <a:pt x="10411" y="13639"/>
                  </a:cubicBezTo>
                  <a:cubicBezTo>
                    <a:pt x="10473" y="13639"/>
                    <a:pt x="10811" y="13466"/>
                    <a:pt x="10954" y="13361"/>
                  </a:cubicBezTo>
                  <a:cubicBezTo>
                    <a:pt x="11032" y="13304"/>
                    <a:pt x="11122" y="13289"/>
                    <a:pt x="11359" y="13289"/>
                  </a:cubicBezTo>
                  <a:cubicBezTo>
                    <a:pt x="11594" y="13289"/>
                    <a:pt x="11699" y="13269"/>
                    <a:pt x="11816" y="13206"/>
                  </a:cubicBezTo>
                  <a:cubicBezTo>
                    <a:pt x="11972" y="13123"/>
                    <a:pt x="12189" y="13119"/>
                    <a:pt x="12622" y="13191"/>
                  </a:cubicBezTo>
                  <a:cubicBezTo>
                    <a:pt x="12951" y="13245"/>
                    <a:pt x="13575" y="12925"/>
                    <a:pt x="13617" y="12681"/>
                  </a:cubicBezTo>
                  <a:cubicBezTo>
                    <a:pt x="13628" y="12617"/>
                    <a:pt x="13665" y="12601"/>
                    <a:pt x="13817" y="12591"/>
                  </a:cubicBezTo>
                  <a:cubicBezTo>
                    <a:pt x="13920" y="12584"/>
                    <a:pt x="14020" y="12562"/>
                    <a:pt x="14040" y="12542"/>
                  </a:cubicBezTo>
                  <a:cubicBezTo>
                    <a:pt x="14059" y="12522"/>
                    <a:pt x="14163" y="12506"/>
                    <a:pt x="14267" y="12506"/>
                  </a:cubicBezTo>
                  <a:cubicBezTo>
                    <a:pt x="14444" y="12505"/>
                    <a:pt x="14703" y="12438"/>
                    <a:pt x="14761" y="12377"/>
                  </a:cubicBezTo>
                  <a:cubicBezTo>
                    <a:pt x="14775" y="12362"/>
                    <a:pt x="14851" y="12349"/>
                    <a:pt x="14929" y="12349"/>
                  </a:cubicBezTo>
                  <a:cubicBezTo>
                    <a:pt x="15007" y="12349"/>
                    <a:pt x="15132" y="12314"/>
                    <a:pt x="15206" y="12272"/>
                  </a:cubicBezTo>
                  <a:cubicBezTo>
                    <a:pt x="15279" y="12229"/>
                    <a:pt x="15379" y="12194"/>
                    <a:pt x="15431" y="12194"/>
                  </a:cubicBezTo>
                  <a:cubicBezTo>
                    <a:pt x="15482" y="12194"/>
                    <a:pt x="15555" y="12174"/>
                    <a:pt x="15591" y="12150"/>
                  </a:cubicBezTo>
                  <a:cubicBezTo>
                    <a:pt x="15656" y="12109"/>
                    <a:pt x="16859" y="11676"/>
                    <a:pt x="17086" y="11612"/>
                  </a:cubicBezTo>
                  <a:cubicBezTo>
                    <a:pt x="17150" y="11594"/>
                    <a:pt x="17258" y="11550"/>
                    <a:pt x="17325" y="11515"/>
                  </a:cubicBezTo>
                  <a:cubicBezTo>
                    <a:pt x="17393" y="11479"/>
                    <a:pt x="17479" y="11450"/>
                    <a:pt x="17516" y="11450"/>
                  </a:cubicBezTo>
                  <a:cubicBezTo>
                    <a:pt x="17552" y="11450"/>
                    <a:pt x="17592" y="11433"/>
                    <a:pt x="17605" y="11412"/>
                  </a:cubicBezTo>
                  <a:cubicBezTo>
                    <a:pt x="17617" y="11390"/>
                    <a:pt x="17669" y="11373"/>
                    <a:pt x="17718" y="11373"/>
                  </a:cubicBezTo>
                  <a:cubicBezTo>
                    <a:pt x="17767" y="11373"/>
                    <a:pt x="17817" y="11356"/>
                    <a:pt x="17829" y="11334"/>
                  </a:cubicBezTo>
                  <a:cubicBezTo>
                    <a:pt x="17842" y="11313"/>
                    <a:pt x="17886" y="11293"/>
                    <a:pt x="17926" y="11293"/>
                  </a:cubicBezTo>
                  <a:cubicBezTo>
                    <a:pt x="17965" y="11293"/>
                    <a:pt x="18057" y="11259"/>
                    <a:pt x="18131" y="11216"/>
                  </a:cubicBezTo>
                  <a:cubicBezTo>
                    <a:pt x="18204" y="11173"/>
                    <a:pt x="18296" y="11139"/>
                    <a:pt x="18336" y="11139"/>
                  </a:cubicBezTo>
                  <a:cubicBezTo>
                    <a:pt x="18375" y="11139"/>
                    <a:pt x="18417" y="11121"/>
                    <a:pt x="18430" y="11100"/>
                  </a:cubicBezTo>
                  <a:cubicBezTo>
                    <a:pt x="18442" y="11078"/>
                    <a:pt x="18494" y="11059"/>
                    <a:pt x="18543" y="11059"/>
                  </a:cubicBezTo>
                  <a:cubicBezTo>
                    <a:pt x="18592" y="11059"/>
                    <a:pt x="18642" y="11042"/>
                    <a:pt x="18655" y="11020"/>
                  </a:cubicBezTo>
                  <a:cubicBezTo>
                    <a:pt x="18667" y="10999"/>
                    <a:pt x="18716" y="10982"/>
                    <a:pt x="18763" y="10982"/>
                  </a:cubicBezTo>
                  <a:cubicBezTo>
                    <a:pt x="18810" y="10982"/>
                    <a:pt x="18860" y="10971"/>
                    <a:pt x="18874" y="10956"/>
                  </a:cubicBezTo>
                  <a:cubicBezTo>
                    <a:pt x="18923" y="10905"/>
                    <a:pt x="19180" y="10828"/>
                    <a:pt x="19299" y="10827"/>
                  </a:cubicBezTo>
                  <a:cubicBezTo>
                    <a:pt x="19365" y="10827"/>
                    <a:pt x="19430" y="10807"/>
                    <a:pt x="19443" y="10786"/>
                  </a:cubicBezTo>
                  <a:cubicBezTo>
                    <a:pt x="19455" y="10764"/>
                    <a:pt x="19615" y="10747"/>
                    <a:pt x="19798" y="10747"/>
                  </a:cubicBezTo>
                  <a:cubicBezTo>
                    <a:pt x="19982" y="10747"/>
                    <a:pt x="20141" y="10764"/>
                    <a:pt x="20154" y="10786"/>
                  </a:cubicBezTo>
                  <a:cubicBezTo>
                    <a:pt x="20167" y="10807"/>
                    <a:pt x="20215" y="10824"/>
                    <a:pt x="20260" y="10824"/>
                  </a:cubicBezTo>
                  <a:cubicBezTo>
                    <a:pt x="20358" y="10824"/>
                    <a:pt x="20860" y="10574"/>
                    <a:pt x="20925" y="10492"/>
                  </a:cubicBezTo>
                  <a:cubicBezTo>
                    <a:pt x="20950" y="10461"/>
                    <a:pt x="20990" y="10436"/>
                    <a:pt x="21016" y="10436"/>
                  </a:cubicBezTo>
                  <a:cubicBezTo>
                    <a:pt x="21042" y="10436"/>
                    <a:pt x="21085" y="10408"/>
                    <a:pt x="21110" y="10376"/>
                  </a:cubicBezTo>
                  <a:cubicBezTo>
                    <a:pt x="21136" y="10345"/>
                    <a:pt x="21233" y="10280"/>
                    <a:pt x="21325" y="10232"/>
                  </a:cubicBezTo>
                  <a:cubicBezTo>
                    <a:pt x="21417" y="10184"/>
                    <a:pt x="21516" y="10095"/>
                    <a:pt x="21545" y="10037"/>
                  </a:cubicBezTo>
                  <a:cubicBezTo>
                    <a:pt x="21575" y="9975"/>
                    <a:pt x="21594" y="9875"/>
                    <a:pt x="21597" y="9784"/>
                  </a:cubicBezTo>
                  <a:cubicBezTo>
                    <a:pt x="21600" y="9693"/>
                    <a:pt x="21587" y="9612"/>
                    <a:pt x="21560" y="9594"/>
                  </a:cubicBezTo>
                  <a:cubicBezTo>
                    <a:pt x="21539" y="9580"/>
                    <a:pt x="21523" y="9529"/>
                    <a:pt x="21523" y="9478"/>
                  </a:cubicBezTo>
                  <a:cubicBezTo>
                    <a:pt x="21523" y="9427"/>
                    <a:pt x="21506" y="9373"/>
                    <a:pt x="21486" y="9359"/>
                  </a:cubicBezTo>
                  <a:cubicBezTo>
                    <a:pt x="21465" y="9346"/>
                    <a:pt x="21449" y="9275"/>
                    <a:pt x="21449" y="9202"/>
                  </a:cubicBezTo>
                  <a:cubicBezTo>
                    <a:pt x="21449" y="9130"/>
                    <a:pt x="21432" y="9061"/>
                    <a:pt x="21412" y="9048"/>
                  </a:cubicBezTo>
                  <a:cubicBezTo>
                    <a:pt x="21391" y="9035"/>
                    <a:pt x="21374" y="8981"/>
                    <a:pt x="21374" y="8929"/>
                  </a:cubicBezTo>
                  <a:cubicBezTo>
                    <a:pt x="21374" y="8878"/>
                    <a:pt x="21356" y="8827"/>
                    <a:pt x="21335" y="8814"/>
                  </a:cubicBezTo>
                  <a:cubicBezTo>
                    <a:pt x="21314" y="8800"/>
                    <a:pt x="21298" y="8746"/>
                    <a:pt x="21298" y="8695"/>
                  </a:cubicBezTo>
                  <a:cubicBezTo>
                    <a:pt x="21298" y="8644"/>
                    <a:pt x="21281" y="8593"/>
                    <a:pt x="21261" y="8579"/>
                  </a:cubicBezTo>
                  <a:cubicBezTo>
                    <a:pt x="21240" y="8566"/>
                    <a:pt x="21224" y="8495"/>
                    <a:pt x="21224" y="8422"/>
                  </a:cubicBezTo>
                  <a:cubicBezTo>
                    <a:pt x="21224" y="8349"/>
                    <a:pt x="21207" y="8278"/>
                    <a:pt x="21187" y="8265"/>
                  </a:cubicBezTo>
                  <a:cubicBezTo>
                    <a:pt x="21166" y="8252"/>
                    <a:pt x="21147" y="8200"/>
                    <a:pt x="21147" y="8149"/>
                  </a:cubicBezTo>
                  <a:cubicBezTo>
                    <a:pt x="21147" y="8098"/>
                    <a:pt x="21131" y="8044"/>
                    <a:pt x="21110" y="8031"/>
                  </a:cubicBezTo>
                  <a:cubicBezTo>
                    <a:pt x="21090" y="8018"/>
                    <a:pt x="21073" y="7963"/>
                    <a:pt x="21073" y="7910"/>
                  </a:cubicBezTo>
                  <a:cubicBezTo>
                    <a:pt x="21073" y="7856"/>
                    <a:pt x="21040" y="7739"/>
                    <a:pt x="20999" y="7650"/>
                  </a:cubicBezTo>
                  <a:cubicBezTo>
                    <a:pt x="20958" y="7561"/>
                    <a:pt x="20922" y="7459"/>
                    <a:pt x="20922" y="7423"/>
                  </a:cubicBezTo>
                  <a:cubicBezTo>
                    <a:pt x="20922" y="7324"/>
                    <a:pt x="20811" y="7102"/>
                    <a:pt x="20722" y="7027"/>
                  </a:cubicBezTo>
                  <a:cubicBezTo>
                    <a:pt x="20654" y="6968"/>
                    <a:pt x="20551" y="6958"/>
                    <a:pt x="19979" y="6957"/>
                  </a:cubicBezTo>
                  <a:cubicBezTo>
                    <a:pt x="19576" y="6957"/>
                    <a:pt x="19306" y="6972"/>
                    <a:pt x="19292" y="6996"/>
                  </a:cubicBezTo>
                  <a:cubicBezTo>
                    <a:pt x="19279" y="7017"/>
                    <a:pt x="19178" y="7034"/>
                    <a:pt x="19067" y="7034"/>
                  </a:cubicBezTo>
                  <a:cubicBezTo>
                    <a:pt x="18956" y="7034"/>
                    <a:pt x="18855" y="7051"/>
                    <a:pt x="18842" y="7073"/>
                  </a:cubicBezTo>
                  <a:cubicBezTo>
                    <a:pt x="18830" y="7094"/>
                    <a:pt x="18761" y="7112"/>
                    <a:pt x="18692" y="7112"/>
                  </a:cubicBezTo>
                  <a:cubicBezTo>
                    <a:pt x="18622" y="7112"/>
                    <a:pt x="18556" y="7131"/>
                    <a:pt x="18543" y="7153"/>
                  </a:cubicBezTo>
                  <a:cubicBezTo>
                    <a:pt x="18531" y="7174"/>
                    <a:pt x="18446" y="7191"/>
                    <a:pt x="18356" y="7191"/>
                  </a:cubicBezTo>
                  <a:cubicBezTo>
                    <a:pt x="18265" y="7191"/>
                    <a:pt x="18181" y="7209"/>
                    <a:pt x="18168" y="7230"/>
                  </a:cubicBezTo>
                  <a:cubicBezTo>
                    <a:pt x="18155" y="7252"/>
                    <a:pt x="18105" y="7269"/>
                    <a:pt x="18059" y="7269"/>
                  </a:cubicBezTo>
                  <a:cubicBezTo>
                    <a:pt x="18013" y="7269"/>
                    <a:pt x="17960" y="7285"/>
                    <a:pt x="17941" y="7302"/>
                  </a:cubicBezTo>
                  <a:cubicBezTo>
                    <a:pt x="17921" y="7320"/>
                    <a:pt x="17632" y="7427"/>
                    <a:pt x="17298" y="7542"/>
                  </a:cubicBezTo>
                  <a:lnTo>
                    <a:pt x="16690" y="7750"/>
                  </a:lnTo>
                  <a:lnTo>
                    <a:pt x="16560" y="7637"/>
                  </a:lnTo>
                  <a:cubicBezTo>
                    <a:pt x="16487" y="7574"/>
                    <a:pt x="16340" y="7452"/>
                    <a:pt x="16233" y="7367"/>
                  </a:cubicBezTo>
                  <a:cubicBezTo>
                    <a:pt x="15754" y="6979"/>
                    <a:pt x="15777" y="7009"/>
                    <a:pt x="15804" y="6743"/>
                  </a:cubicBezTo>
                  <a:cubicBezTo>
                    <a:pt x="15878" y="6017"/>
                    <a:pt x="15875" y="5941"/>
                    <a:pt x="15784" y="5840"/>
                  </a:cubicBezTo>
                  <a:cubicBezTo>
                    <a:pt x="15737" y="5787"/>
                    <a:pt x="15670" y="5744"/>
                    <a:pt x="15633" y="5744"/>
                  </a:cubicBezTo>
                  <a:cubicBezTo>
                    <a:pt x="15597" y="5744"/>
                    <a:pt x="15554" y="5727"/>
                    <a:pt x="15542" y="5706"/>
                  </a:cubicBezTo>
                  <a:cubicBezTo>
                    <a:pt x="15529" y="5684"/>
                    <a:pt x="15437" y="5667"/>
                    <a:pt x="15337" y="5667"/>
                  </a:cubicBezTo>
                  <a:cubicBezTo>
                    <a:pt x="15236" y="5667"/>
                    <a:pt x="15142" y="5650"/>
                    <a:pt x="15129" y="5629"/>
                  </a:cubicBezTo>
                  <a:cubicBezTo>
                    <a:pt x="15116" y="5607"/>
                    <a:pt x="15013" y="5587"/>
                    <a:pt x="14897" y="5587"/>
                  </a:cubicBezTo>
                  <a:cubicBezTo>
                    <a:pt x="14675" y="5587"/>
                    <a:pt x="14549" y="5518"/>
                    <a:pt x="14549" y="5394"/>
                  </a:cubicBezTo>
                  <a:cubicBezTo>
                    <a:pt x="14549" y="5299"/>
                    <a:pt x="14356" y="4997"/>
                    <a:pt x="14215" y="4874"/>
                  </a:cubicBezTo>
                  <a:cubicBezTo>
                    <a:pt x="14100" y="4773"/>
                    <a:pt x="13968" y="4702"/>
                    <a:pt x="13580" y="4529"/>
                  </a:cubicBezTo>
                  <a:cubicBezTo>
                    <a:pt x="13491" y="4489"/>
                    <a:pt x="13353" y="4454"/>
                    <a:pt x="13274" y="4454"/>
                  </a:cubicBezTo>
                  <a:cubicBezTo>
                    <a:pt x="13194" y="4454"/>
                    <a:pt x="13119" y="4437"/>
                    <a:pt x="13106" y="4416"/>
                  </a:cubicBezTo>
                  <a:cubicBezTo>
                    <a:pt x="13093" y="4394"/>
                    <a:pt x="13019" y="4377"/>
                    <a:pt x="12940" y="4377"/>
                  </a:cubicBezTo>
                  <a:cubicBezTo>
                    <a:pt x="12830" y="4377"/>
                    <a:pt x="12760" y="4345"/>
                    <a:pt x="12632" y="4230"/>
                  </a:cubicBezTo>
                  <a:cubicBezTo>
                    <a:pt x="12541" y="4149"/>
                    <a:pt x="12392" y="4042"/>
                    <a:pt x="12298" y="3994"/>
                  </a:cubicBezTo>
                  <a:cubicBezTo>
                    <a:pt x="12204" y="3945"/>
                    <a:pt x="12018" y="3818"/>
                    <a:pt x="11885" y="3713"/>
                  </a:cubicBezTo>
                  <a:cubicBezTo>
                    <a:pt x="11647" y="3524"/>
                    <a:pt x="11439" y="3458"/>
                    <a:pt x="11381" y="3556"/>
                  </a:cubicBezTo>
                  <a:cubicBezTo>
                    <a:pt x="11339" y="3627"/>
                    <a:pt x="11246" y="3598"/>
                    <a:pt x="11031" y="3445"/>
                  </a:cubicBezTo>
                  <a:cubicBezTo>
                    <a:pt x="10803" y="3283"/>
                    <a:pt x="10294" y="2965"/>
                    <a:pt x="10047" y="2830"/>
                  </a:cubicBezTo>
                  <a:cubicBezTo>
                    <a:pt x="9965" y="2784"/>
                    <a:pt x="9868" y="2720"/>
                    <a:pt x="9832" y="2688"/>
                  </a:cubicBezTo>
                  <a:cubicBezTo>
                    <a:pt x="9797" y="2656"/>
                    <a:pt x="9709" y="2604"/>
                    <a:pt x="9637" y="2570"/>
                  </a:cubicBezTo>
                  <a:cubicBezTo>
                    <a:pt x="9565" y="2535"/>
                    <a:pt x="9329" y="2320"/>
                    <a:pt x="9114" y="2093"/>
                  </a:cubicBezTo>
                  <a:cubicBezTo>
                    <a:pt x="8899" y="1866"/>
                    <a:pt x="8708" y="1681"/>
                    <a:pt x="8689" y="1681"/>
                  </a:cubicBezTo>
                  <a:cubicBezTo>
                    <a:pt x="8669" y="1681"/>
                    <a:pt x="8525" y="1554"/>
                    <a:pt x="8367" y="1398"/>
                  </a:cubicBezTo>
                  <a:cubicBezTo>
                    <a:pt x="8059" y="1092"/>
                    <a:pt x="7953" y="1017"/>
                    <a:pt x="7839" y="1017"/>
                  </a:cubicBezTo>
                  <a:cubicBezTo>
                    <a:pt x="7798" y="1017"/>
                    <a:pt x="7755" y="997"/>
                    <a:pt x="7742" y="976"/>
                  </a:cubicBezTo>
                  <a:cubicBezTo>
                    <a:pt x="7730" y="954"/>
                    <a:pt x="7670" y="937"/>
                    <a:pt x="7609" y="937"/>
                  </a:cubicBezTo>
                  <a:cubicBezTo>
                    <a:pt x="7548" y="937"/>
                    <a:pt x="7465" y="915"/>
                    <a:pt x="7424" y="888"/>
                  </a:cubicBezTo>
                  <a:cubicBezTo>
                    <a:pt x="7364" y="850"/>
                    <a:pt x="7335" y="850"/>
                    <a:pt x="7276" y="888"/>
                  </a:cubicBezTo>
                  <a:cubicBezTo>
                    <a:pt x="7235" y="915"/>
                    <a:pt x="7178" y="937"/>
                    <a:pt x="7150" y="937"/>
                  </a:cubicBezTo>
                  <a:cubicBezTo>
                    <a:pt x="7083" y="937"/>
                    <a:pt x="6870" y="1049"/>
                    <a:pt x="6841" y="1099"/>
                  </a:cubicBezTo>
                  <a:cubicBezTo>
                    <a:pt x="6828" y="1121"/>
                    <a:pt x="6779" y="1153"/>
                    <a:pt x="6732" y="1172"/>
                  </a:cubicBezTo>
                  <a:cubicBezTo>
                    <a:pt x="6649" y="1204"/>
                    <a:pt x="6525" y="1405"/>
                    <a:pt x="6525" y="1506"/>
                  </a:cubicBezTo>
                  <a:cubicBezTo>
                    <a:pt x="6525" y="1533"/>
                    <a:pt x="6473" y="1657"/>
                    <a:pt x="6411" y="1779"/>
                  </a:cubicBezTo>
                  <a:cubicBezTo>
                    <a:pt x="6349" y="1902"/>
                    <a:pt x="6300" y="2024"/>
                    <a:pt x="6300" y="2052"/>
                  </a:cubicBezTo>
                  <a:cubicBezTo>
                    <a:pt x="6300" y="2080"/>
                    <a:pt x="6252" y="2197"/>
                    <a:pt x="6193" y="2312"/>
                  </a:cubicBezTo>
                  <a:cubicBezTo>
                    <a:pt x="6135" y="2427"/>
                    <a:pt x="6077" y="2558"/>
                    <a:pt x="6065" y="2601"/>
                  </a:cubicBezTo>
                  <a:cubicBezTo>
                    <a:pt x="6053" y="2643"/>
                    <a:pt x="6000" y="2806"/>
                    <a:pt x="5944" y="2964"/>
                  </a:cubicBezTo>
                  <a:cubicBezTo>
                    <a:pt x="5871" y="3169"/>
                    <a:pt x="5849" y="3284"/>
                    <a:pt x="5867" y="3373"/>
                  </a:cubicBezTo>
                  <a:cubicBezTo>
                    <a:pt x="5942" y="3737"/>
                    <a:pt x="5934" y="3896"/>
                    <a:pt x="5830" y="4081"/>
                  </a:cubicBezTo>
                  <a:cubicBezTo>
                    <a:pt x="5718" y="4281"/>
                    <a:pt x="5699" y="4284"/>
                    <a:pt x="5420" y="4122"/>
                  </a:cubicBezTo>
                  <a:cubicBezTo>
                    <a:pt x="5279" y="4041"/>
                    <a:pt x="5220" y="3972"/>
                    <a:pt x="5052" y="3687"/>
                  </a:cubicBezTo>
                  <a:cubicBezTo>
                    <a:pt x="5016" y="3626"/>
                    <a:pt x="4948" y="3519"/>
                    <a:pt x="4901" y="3448"/>
                  </a:cubicBezTo>
                  <a:cubicBezTo>
                    <a:pt x="4732" y="3186"/>
                    <a:pt x="4311" y="2498"/>
                    <a:pt x="4311" y="2482"/>
                  </a:cubicBezTo>
                  <a:cubicBezTo>
                    <a:pt x="4311" y="2473"/>
                    <a:pt x="4193" y="2282"/>
                    <a:pt x="4049" y="2055"/>
                  </a:cubicBezTo>
                  <a:cubicBezTo>
                    <a:pt x="3905" y="1828"/>
                    <a:pt x="3787" y="1627"/>
                    <a:pt x="3787" y="1609"/>
                  </a:cubicBezTo>
                  <a:cubicBezTo>
                    <a:pt x="3787" y="1592"/>
                    <a:pt x="3728" y="1519"/>
                    <a:pt x="3654" y="1444"/>
                  </a:cubicBezTo>
                  <a:cubicBezTo>
                    <a:pt x="3580" y="1370"/>
                    <a:pt x="3475" y="1230"/>
                    <a:pt x="3422" y="1133"/>
                  </a:cubicBezTo>
                  <a:cubicBezTo>
                    <a:pt x="3368" y="1036"/>
                    <a:pt x="3272" y="892"/>
                    <a:pt x="3209" y="814"/>
                  </a:cubicBezTo>
                  <a:cubicBezTo>
                    <a:pt x="3146" y="735"/>
                    <a:pt x="3027" y="589"/>
                    <a:pt x="2947" y="489"/>
                  </a:cubicBezTo>
                  <a:cubicBezTo>
                    <a:pt x="2694" y="173"/>
                    <a:pt x="2386" y="0"/>
                    <a:pt x="2073" y="0"/>
                  </a:cubicBezTo>
                  <a:close/>
                </a:path>
              </a:pathLst>
            </a:custGeom>
            <a:ln w="12700">
              <a:miter lim="400000"/>
            </a:ln>
          </p:spPr>
        </p:pic>
        <p:sp>
          <p:nvSpPr>
            <p:cNvPr id="11" name="선">
              <a:extLst>
                <a:ext uri="{FF2B5EF4-FFF2-40B4-BE49-F238E27FC236}">
                  <a16:creationId xmlns:a16="http://schemas.microsoft.com/office/drawing/2014/main" id="{B82AD948-7EDD-CC03-918E-E1803F2E81F3}"/>
                </a:ext>
              </a:extLst>
            </p:cNvPr>
            <p:cNvSpPr/>
            <p:nvPr/>
          </p:nvSpPr>
          <p:spPr>
            <a:xfrm>
              <a:off x="4894069" y="5143920"/>
              <a:ext cx="1911800" cy="0"/>
            </a:xfrm>
            <a:prstGeom prst="line">
              <a:avLst/>
            </a:prstGeom>
            <a:ln w="25400">
              <a:solidFill>
                <a:srgbClr val="5E5E5E"/>
              </a:solidFill>
              <a:miter lim="400000"/>
              <a:headEnd type="triangle"/>
              <a:tailEnd type="triangle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2" name="선">
              <a:extLst>
                <a:ext uri="{FF2B5EF4-FFF2-40B4-BE49-F238E27FC236}">
                  <a16:creationId xmlns:a16="http://schemas.microsoft.com/office/drawing/2014/main" id="{28DF1247-B479-FC64-2ABE-740CCC65CEC6}"/>
                </a:ext>
              </a:extLst>
            </p:cNvPr>
            <p:cNvSpPr/>
            <p:nvPr/>
          </p:nvSpPr>
          <p:spPr>
            <a:xfrm>
              <a:off x="5339158" y="2319282"/>
              <a:ext cx="1021623" cy="0"/>
            </a:xfrm>
            <a:prstGeom prst="line">
              <a:avLst/>
            </a:prstGeom>
            <a:ln w="25400">
              <a:solidFill>
                <a:srgbClr val="5E5E5E"/>
              </a:solidFill>
              <a:miter lim="400000"/>
              <a:headEnd type="triangle"/>
              <a:tailEnd type="triangle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13" name="14m">
              <a:extLst>
                <a:ext uri="{FF2B5EF4-FFF2-40B4-BE49-F238E27FC236}">
                  <a16:creationId xmlns:a16="http://schemas.microsoft.com/office/drawing/2014/main" id="{7AC9611E-59A1-03BA-218C-456528D30E8D}"/>
                </a:ext>
              </a:extLst>
            </p:cNvPr>
            <p:cNvSpPr txBox="1"/>
            <p:nvPr/>
          </p:nvSpPr>
          <p:spPr>
            <a:xfrm>
              <a:off x="5641697" y="2039904"/>
              <a:ext cx="383837" cy="2369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sz="1050">
                  <a:latin typeface="페이퍼로지 5 Medium" pitchFamily="2" charset="-127"/>
                  <a:ea typeface="페이퍼로지 5 Medium" pitchFamily="2" charset="-127"/>
                </a:rPr>
                <a:t>14m</a:t>
              </a:r>
            </a:p>
          </p:txBody>
        </p:sp>
        <p:sp>
          <p:nvSpPr>
            <p:cNvPr id="14" name="26m">
              <a:extLst>
                <a:ext uri="{FF2B5EF4-FFF2-40B4-BE49-F238E27FC236}">
                  <a16:creationId xmlns:a16="http://schemas.microsoft.com/office/drawing/2014/main" id="{8610CB64-92DD-46F5-0F0F-5B6946E767C0}"/>
                </a:ext>
              </a:extLst>
            </p:cNvPr>
            <p:cNvSpPr txBox="1"/>
            <p:nvPr/>
          </p:nvSpPr>
          <p:spPr>
            <a:xfrm>
              <a:off x="5641697" y="4844391"/>
              <a:ext cx="383837" cy="2369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r>
                <a:rPr sz="1050" dirty="0">
                  <a:latin typeface="페이퍼로지 5 Medium" pitchFamily="2" charset="-127"/>
                  <a:ea typeface="페이퍼로지 5 Medium" pitchFamily="2" charset="-127"/>
                </a:rPr>
                <a:t>26m</a:t>
              </a:r>
            </a:p>
          </p:txBody>
        </p:sp>
        <p:sp>
          <p:nvSpPr>
            <p:cNvPr id="15" name="360도 전회전 또는 각도조절 겸용…">
              <a:extLst>
                <a:ext uri="{FF2B5EF4-FFF2-40B4-BE49-F238E27FC236}">
                  <a16:creationId xmlns:a16="http://schemas.microsoft.com/office/drawing/2014/main" id="{41F982DF-B44C-5F6C-A6AD-B0AC567F6F58}"/>
                </a:ext>
              </a:extLst>
            </p:cNvPr>
            <p:cNvSpPr txBox="1"/>
            <p:nvPr/>
          </p:nvSpPr>
          <p:spPr>
            <a:xfrm>
              <a:off x="1086589" y="4313727"/>
              <a:ext cx="2696550" cy="104426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ctr">
              <a:spAutoFit/>
            </a:bodyPr>
            <a:lstStyle/>
            <a:p>
              <a:pPr marL="144000" indent="-144000" algn="l">
                <a:spcBef>
                  <a:spcPts val="1000"/>
                </a:spcBef>
                <a:buSzPct val="125000"/>
                <a:buChar char="•"/>
                <a:defRPr sz="2400" b="0"/>
              </a:pP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360도 전</a:t>
              </a:r>
              <a:r>
                <a:rPr lang="en-US"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회전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또는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각도조절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겸용</a:t>
              </a:r>
              <a:endParaRPr sz="11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  <a:p>
              <a:pPr marL="144000" indent="-144000" algn="l">
                <a:spcBef>
                  <a:spcPts val="1000"/>
                </a:spcBef>
                <a:buSzPct val="125000"/>
                <a:buChar char="•"/>
                <a:defRPr sz="2400" b="0"/>
              </a:pP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회전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충격식</a:t>
              </a:r>
              <a:endParaRPr sz="11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  <a:p>
              <a:pPr marL="144000" indent="-144000" algn="l">
                <a:spcBef>
                  <a:spcPts val="1000"/>
                </a:spcBef>
                <a:buSzPct val="125000"/>
                <a:buChar char="•"/>
                <a:defRPr sz="2400" b="0"/>
              </a:pP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최대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14m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간격</a:t>
              </a:r>
              <a:endParaRPr sz="11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  <a:p>
              <a:pPr marL="144000" indent="-144000" algn="l">
                <a:spcBef>
                  <a:spcPts val="1000"/>
                </a:spcBef>
                <a:buSzPct val="125000"/>
                <a:buChar char="•"/>
                <a:defRPr sz="2400" b="0"/>
              </a:pP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강화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플라스틱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재질로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충격과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자외선에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강함</a:t>
              </a:r>
              <a:endParaRPr sz="11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</p:txBody>
        </p:sp>
        <p:sp>
          <p:nvSpPr>
            <p:cNvPr id="16" name="성능">
              <a:extLst>
                <a:ext uri="{FF2B5EF4-FFF2-40B4-BE49-F238E27FC236}">
                  <a16:creationId xmlns:a16="http://schemas.microsoft.com/office/drawing/2014/main" id="{50EC63AB-F3AC-BB04-4A30-5DF2BD912D6C}"/>
                </a:ext>
              </a:extLst>
            </p:cNvPr>
            <p:cNvSpPr/>
            <p:nvPr/>
          </p:nvSpPr>
          <p:spPr>
            <a:xfrm>
              <a:off x="7835411" y="1484211"/>
              <a:ext cx="2964727" cy="413779"/>
            </a:xfrm>
            <a:prstGeom prst="rect">
              <a:avLst/>
            </a:prstGeom>
            <a:solidFill>
              <a:srgbClr val="F8DE05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pPr algn="ctr"/>
              <a:r>
                <a:rPr sz="1400">
                  <a:latin typeface="페이퍼로지 5 Medium" pitchFamily="2" charset="-127"/>
                  <a:ea typeface="페이퍼로지 5 Medium" pitchFamily="2" charset="-127"/>
                </a:rPr>
                <a:t>성능</a:t>
              </a:r>
            </a:p>
          </p:txBody>
        </p:sp>
        <p:sp>
          <p:nvSpPr>
            <p:cNvPr id="17" name="살수반경(최소, 최대)">
              <a:extLst>
                <a:ext uri="{FF2B5EF4-FFF2-40B4-BE49-F238E27FC236}">
                  <a16:creationId xmlns:a16="http://schemas.microsoft.com/office/drawing/2014/main" id="{1DA734E0-0226-16A9-BBF3-368AEA793AD0}"/>
                </a:ext>
              </a:extLst>
            </p:cNvPr>
            <p:cNvSpPr/>
            <p:nvPr/>
          </p:nvSpPr>
          <p:spPr>
            <a:xfrm>
              <a:off x="4367605" y="1484211"/>
              <a:ext cx="2964728" cy="413779"/>
            </a:xfrm>
            <a:prstGeom prst="rect">
              <a:avLst/>
            </a:prstGeom>
            <a:solidFill>
              <a:srgbClr val="F8DE05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pPr algn="ctr"/>
              <a:r>
                <a:rPr sz="1400">
                  <a:latin typeface="페이퍼로지 5 Medium" pitchFamily="2" charset="-127"/>
                  <a:ea typeface="페이퍼로지 5 Medium" pitchFamily="2" charset="-127"/>
                </a:rPr>
                <a:t>살수반경(최소, 최대)</a:t>
              </a:r>
            </a:p>
          </p:txBody>
        </p:sp>
        <p:sp>
          <p:nvSpPr>
            <p:cNvPr id="18" name="이스라엘 난단자인 427B">
              <a:extLst>
                <a:ext uri="{FF2B5EF4-FFF2-40B4-BE49-F238E27FC236}">
                  <a16:creationId xmlns:a16="http://schemas.microsoft.com/office/drawing/2014/main" id="{271BE4FA-031A-D1AB-2A00-A0DD8D38DB77}"/>
                </a:ext>
              </a:extLst>
            </p:cNvPr>
            <p:cNvSpPr/>
            <p:nvPr/>
          </p:nvSpPr>
          <p:spPr>
            <a:xfrm>
              <a:off x="952500" y="1484211"/>
              <a:ext cx="2964728" cy="413779"/>
            </a:xfrm>
            <a:prstGeom prst="rect">
              <a:avLst/>
            </a:prstGeom>
            <a:solidFill>
              <a:srgbClr val="F8DE05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 anchor="ctr"/>
            <a:lstStyle>
              <a:lvl1pPr>
                <a:defRPr sz="3200" b="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pPr algn="ctr"/>
              <a:r>
                <a:rPr sz="1400" dirty="0" err="1">
                  <a:latin typeface="페이퍼로지 5 Medium" pitchFamily="2" charset="-127"/>
                  <a:ea typeface="페이퍼로지 5 Medium" pitchFamily="2" charset="-127"/>
                </a:rPr>
                <a:t>이스라엘</a:t>
              </a:r>
              <a:r>
                <a:rPr sz="1400" dirty="0"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sz="1400" dirty="0" err="1">
                  <a:latin typeface="페이퍼로지 5 Medium" pitchFamily="2" charset="-127"/>
                  <a:ea typeface="페이퍼로지 5 Medium" pitchFamily="2" charset="-127"/>
                </a:rPr>
                <a:t>난단자인</a:t>
              </a:r>
              <a:r>
                <a:rPr sz="1400" dirty="0">
                  <a:latin typeface="페이퍼로지 5 Medium" pitchFamily="2" charset="-127"/>
                  <a:ea typeface="페이퍼로지 5 Medium" pitchFamily="2" charset="-127"/>
                </a:rPr>
                <a:t> 427B</a:t>
              </a:r>
            </a:p>
          </p:txBody>
        </p:sp>
        <p:sp>
          <p:nvSpPr>
            <p:cNvPr id="19" name="2-4 bar 압력에서 작동 권장…">
              <a:extLst>
                <a:ext uri="{FF2B5EF4-FFF2-40B4-BE49-F238E27FC236}">
                  <a16:creationId xmlns:a16="http://schemas.microsoft.com/office/drawing/2014/main" id="{A3A4BE2B-E5C3-292E-889E-00933E23AAF5}"/>
                </a:ext>
              </a:extLst>
            </p:cNvPr>
            <p:cNvSpPr txBox="1"/>
            <p:nvPr/>
          </p:nvSpPr>
          <p:spPr>
            <a:xfrm>
              <a:off x="7969499" y="4018304"/>
              <a:ext cx="2696550" cy="119607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ctr">
              <a:spAutoFit/>
            </a:bodyPr>
            <a:lstStyle/>
            <a:p>
              <a:pPr marL="396874" indent="-396874" algn="l">
                <a:spcBef>
                  <a:spcPts val="1000"/>
                </a:spcBef>
                <a:buSzPct val="125000"/>
                <a:buChar char="•"/>
                <a:defRPr sz="2400" b="0"/>
              </a:pP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2-4 bar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압력에서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작동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권장</a:t>
              </a:r>
              <a:endParaRPr sz="11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  <a:p>
              <a:pPr marL="396874" indent="-396874" algn="l">
                <a:spcBef>
                  <a:spcPts val="1000"/>
                </a:spcBef>
                <a:buSzPct val="125000"/>
                <a:buChar char="•"/>
                <a:defRPr sz="2400" b="0"/>
              </a:pP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시간당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lang="en-US"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85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0~</a:t>
              </a:r>
              <a:r>
                <a:rPr lang="en-US"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1,180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L 물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사용</a:t>
              </a:r>
              <a:endParaRPr sz="11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  <a:p>
              <a:pPr marL="396874" indent="-396874" algn="l">
                <a:spcBef>
                  <a:spcPts val="1000"/>
                </a:spcBef>
                <a:buSzPct val="125000"/>
                <a:buChar char="•"/>
                <a:defRPr sz="2400" b="0"/>
              </a:pP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최대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살수</a:t>
              </a:r>
              <a:r>
                <a:rPr lang="en-US"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직경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23~26m</a:t>
              </a:r>
            </a:p>
            <a:p>
              <a:pPr marL="396874" indent="-396874" algn="l">
                <a:spcBef>
                  <a:spcPts val="1000"/>
                </a:spcBef>
                <a:buSzPct val="125000"/>
                <a:buChar char="•"/>
                <a:defRPr sz="2400" b="0"/>
              </a:pP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동일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압력에서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살수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반경을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줄일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경우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면적당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살수하는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물의</a:t>
              </a:r>
              <a:r>
                <a:rPr sz="11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양 </a:t>
              </a:r>
              <a:r>
                <a:rPr sz="11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증가</a:t>
              </a:r>
              <a:endParaRPr sz="11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</p:txBody>
        </p:sp>
        <p:sp>
          <p:nvSpPr>
            <p:cNvPr id="20" name="선">
              <a:extLst>
                <a:ext uri="{FF2B5EF4-FFF2-40B4-BE49-F238E27FC236}">
                  <a16:creationId xmlns:a16="http://schemas.microsoft.com/office/drawing/2014/main" id="{255EA611-D7AB-9199-7313-DDFC6321AEFD}"/>
                </a:ext>
              </a:extLst>
            </p:cNvPr>
            <p:cNvSpPr/>
            <p:nvPr/>
          </p:nvSpPr>
          <p:spPr>
            <a:xfrm flipV="1">
              <a:off x="5849969" y="2455495"/>
              <a:ext cx="0" cy="2267723"/>
            </a:xfrm>
            <a:prstGeom prst="lin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1" name="선">
              <a:extLst>
                <a:ext uri="{FF2B5EF4-FFF2-40B4-BE49-F238E27FC236}">
                  <a16:creationId xmlns:a16="http://schemas.microsoft.com/office/drawing/2014/main" id="{1C746487-6E88-8C20-D415-8C45351398FC}"/>
                </a:ext>
              </a:extLst>
            </p:cNvPr>
            <p:cNvSpPr/>
            <p:nvPr/>
          </p:nvSpPr>
          <p:spPr>
            <a:xfrm flipH="1">
              <a:off x="4677528" y="3589357"/>
              <a:ext cx="2344882" cy="0"/>
            </a:xfrm>
            <a:prstGeom prst="line">
              <a:avLst/>
            </a:prstGeom>
            <a:ln w="12700">
              <a:solidFill>
                <a:srgbClr val="929292"/>
              </a:solidFill>
              <a:custDash>
                <a:ds d="200000" sp="200000"/>
              </a:custDash>
              <a:miter lim="400000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2" name="선">
              <a:extLst>
                <a:ext uri="{FF2B5EF4-FFF2-40B4-BE49-F238E27FC236}">
                  <a16:creationId xmlns:a16="http://schemas.microsoft.com/office/drawing/2014/main" id="{1DCA7002-CC75-B73D-EA61-B8A212A1D075}"/>
                </a:ext>
              </a:extLst>
            </p:cNvPr>
            <p:cNvSpPr/>
            <p:nvPr/>
          </p:nvSpPr>
          <p:spPr>
            <a:xfrm flipV="1">
              <a:off x="4892074" y="3254056"/>
              <a:ext cx="0" cy="1987182"/>
            </a:xfrm>
            <a:prstGeom prst="line">
              <a:avLst/>
            </a:prstGeom>
            <a:ln w="12700">
              <a:solidFill>
                <a:srgbClr val="5E5E5E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6" name="선">
              <a:extLst>
                <a:ext uri="{FF2B5EF4-FFF2-40B4-BE49-F238E27FC236}">
                  <a16:creationId xmlns:a16="http://schemas.microsoft.com/office/drawing/2014/main" id="{4353627E-A878-AE9C-A30F-F7601428A847}"/>
                </a:ext>
              </a:extLst>
            </p:cNvPr>
            <p:cNvSpPr/>
            <p:nvPr/>
          </p:nvSpPr>
          <p:spPr>
            <a:xfrm flipV="1">
              <a:off x="6807864" y="3254056"/>
              <a:ext cx="0" cy="1987182"/>
            </a:xfrm>
            <a:prstGeom prst="line">
              <a:avLst/>
            </a:prstGeom>
            <a:ln w="12700">
              <a:solidFill>
                <a:srgbClr val="5E5E5E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7" name="선">
              <a:extLst>
                <a:ext uri="{FF2B5EF4-FFF2-40B4-BE49-F238E27FC236}">
                  <a16:creationId xmlns:a16="http://schemas.microsoft.com/office/drawing/2014/main" id="{EDF3470C-9C61-E403-75AE-ED7D058B0946}"/>
                </a:ext>
              </a:extLst>
            </p:cNvPr>
            <p:cNvSpPr/>
            <p:nvPr/>
          </p:nvSpPr>
          <p:spPr>
            <a:xfrm flipV="1">
              <a:off x="5337163" y="2232218"/>
              <a:ext cx="0" cy="1636788"/>
            </a:xfrm>
            <a:prstGeom prst="line">
              <a:avLst/>
            </a:prstGeom>
            <a:ln w="12700">
              <a:solidFill>
                <a:srgbClr val="5E5E5E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8" name="선">
              <a:extLst>
                <a:ext uri="{FF2B5EF4-FFF2-40B4-BE49-F238E27FC236}">
                  <a16:creationId xmlns:a16="http://schemas.microsoft.com/office/drawing/2014/main" id="{E96F259E-B5DC-48AF-1468-A276BA99C1BA}"/>
                </a:ext>
              </a:extLst>
            </p:cNvPr>
            <p:cNvSpPr/>
            <p:nvPr/>
          </p:nvSpPr>
          <p:spPr>
            <a:xfrm flipV="1">
              <a:off x="6362775" y="2232218"/>
              <a:ext cx="0" cy="1636788"/>
            </a:xfrm>
            <a:prstGeom prst="line">
              <a:avLst/>
            </a:prstGeom>
            <a:ln w="12700">
              <a:solidFill>
                <a:srgbClr val="5E5E5E"/>
              </a:solidFill>
              <a:miter lim="400000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29" name="2. 살수 폭…">
              <a:extLst>
                <a:ext uri="{FF2B5EF4-FFF2-40B4-BE49-F238E27FC236}">
                  <a16:creationId xmlns:a16="http://schemas.microsoft.com/office/drawing/2014/main" id="{87E6AA74-28A8-F8DF-AF5D-D7B8E1A4FFBF}"/>
                </a:ext>
              </a:extLst>
            </p:cNvPr>
            <p:cNvSpPr txBox="1"/>
            <p:nvPr/>
          </p:nvSpPr>
          <p:spPr>
            <a:xfrm>
              <a:off x="2972288" y="3521585"/>
              <a:ext cx="550598" cy="36802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/>
            <a:p>
              <a:pPr>
                <a:defRPr sz="2400" b="0"/>
              </a:pPr>
              <a:r>
                <a:rPr sz="10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2. </a:t>
              </a:r>
              <a:r>
                <a:rPr sz="10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살수</a:t>
              </a:r>
              <a:r>
                <a:rPr sz="10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폭</a:t>
              </a:r>
            </a:p>
            <a:p>
              <a:pPr>
                <a:defRPr sz="2400" b="0"/>
              </a:pPr>
              <a:r>
                <a:rPr sz="10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거리</a:t>
              </a:r>
              <a:r>
                <a:rPr sz="1000" b="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1000" b="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조절</a:t>
              </a:r>
              <a:endParaRPr sz="1000" b="0" dirty="0">
                <a:latin typeface="페이퍼로지 5 Medium" pitchFamily="2" charset="-127"/>
                <a:ea typeface="페이퍼로지 5 Medium" pitchFamily="2" charset="-127"/>
                <a:cs typeface="Gothic A1" pitchFamily="2" charset="-127"/>
              </a:endParaRPr>
            </a:p>
          </p:txBody>
        </p:sp>
        <p:sp>
          <p:nvSpPr>
            <p:cNvPr id="30" name="1. 거리 조절">
              <a:extLst>
                <a:ext uri="{FF2B5EF4-FFF2-40B4-BE49-F238E27FC236}">
                  <a16:creationId xmlns:a16="http://schemas.microsoft.com/office/drawing/2014/main" id="{C84D8BA5-3205-671E-06D5-B2EFACF6AEE7}"/>
                </a:ext>
              </a:extLst>
            </p:cNvPr>
            <p:cNvSpPr txBox="1"/>
            <p:nvPr/>
          </p:nvSpPr>
          <p:spPr>
            <a:xfrm>
              <a:off x="2949008" y="2204272"/>
              <a:ext cx="651229" cy="23001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400" b="0"/>
              </a:lvl1pPr>
            </a:lstStyle>
            <a:p>
              <a:r>
                <a:rPr sz="100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1. 거리 조절</a:t>
              </a:r>
            </a:p>
          </p:txBody>
        </p:sp>
        <p:sp>
          <p:nvSpPr>
            <p:cNvPr id="31" name="3. 각도 조절">
              <a:extLst>
                <a:ext uri="{FF2B5EF4-FFF2-40B4-BE49-F238E27FC236}">
                  <a16:creationId xmlns:a16="http://schemas.microsoft.com/office/drawing/2014/main" id="{0009C161-D6C2-4C7E-13C5-6AF782BCB5C2}"/>
                </a:ext>
              </a:extLst>
            </p:cNvPr>
            <p:cNvSpPr txBox="1"/>
            <p:nvPr/>
          </p:nvSpPr>
          <p:spPr>
            <a:xfrm>
              <a:off x="1010044" y="3232986"/>
              <a:ext cx="651229" cy="23001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400" b="0"/>
              </a:lvl1pPr>
            </a:lstStyle>
            <a:p>
              <a:r>
                <a:rPr sz="100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3. 각도 조절</a:t>
              </a:r>
            </a:p>
          </p:txBody>
        </p:sp>
        <p:sp>
          <p:nvSpPr>
            <p:cNvPr id="32" name="선">
              <a:extLst>
                <a:ext uri="{FF2B5EF4-FFF2-40B4-BE49-F238E27FC236}">
                  <a16:creationId xmlns:a16="http://schemas.microsoft.com/office/drawing/2014/main" id="{698C96CF-2567-2920-F2AD-6D2888F92A9A}"/>
                </a:ext>
              </a:extLst>
            </p:cNvPr>
            <p:cNvSpPr/>
            <p:nvPr/>
          </p:nvSpPr>
          <p:spPr>
            <a:xfrm>
              <a:off x="1793100" y="3347996"/>
              <a:ext cx="226798" cy="0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3" name="선">
              <a:extLst>
                <a:ext uri="{FF2B5EF4-FFF2-40B4-BE49-F238E27FC236}">
                  <a16:creationId xmlns:a16="http://schemas.microsoft.com/office/drawing/2014/main" id="{E2AC1285-AF46-5D99-97F2-5AB0C05BA4AB}"/>
                </a:ext>
              </a:extLst>
            </p:cNvPr>
            <p:cNvSpPr/>
            <p:nvPr/>
          </p:nvSpPr>
          <p:spPr>
            <a:xfrm flipH="1" flipV="1">
              <a:off x="2507207" y="3247119"/>
              <a:ext cx="359086" cy="359086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4" name="선">
              <a:extLst>
                <a:ext uri="{FF2B5EF4-FFF2-40B4-BE49-F238E27FC236}">
                  <a16:creationId xmlns:a16="http://schemas.microsoft.com/office/drawing/2014/main" id="{2BB24421-C8DE-A78B-66DA-A6F4AF3B247F}"/>
                </a:ext>
              </a:extLst>
            </p:cNvPr>
            <p:cNvSpPr/>
            <p:nvPr/>
          </p:nvSpPr>
          <p:spPr>
            <a:xfrm flipH="1">
              <a:off x="2767618" y="2351846"/>
              <a:ext cx="244244" cy="244244"/>
            </a:xfrm>
            <a:prstGeom prst="line">
              <a:avLst/>
            </a:prstGeom>
            <a:ln w="25400">
              <a:solidFill>
                <a:srgbClr val="000000"/>
              </a:solidFill>
              <a:miter lim="400000"/>
              <a:tailEnd type="triangle"/>
            </a:ln>
          </p:spPr>
          <p:txBody>
            <a:bodyPr lIns="50800" tIns="50800" rIns="50800" bIns="50800" anchor="ctr"/>
            <a:lstStyle/>
            <a:p>
              <a:endParaRPr sz="500"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35" name="출고시 2번 다이얼은 최소 상태입니다.">
              <a:extLst>
                <a:ext uri="{FF2B5EF4-FFF2-40B4-BE49-F238E27FC236}">
                  <a16:creationId xmlns:a16="http://schemas.microsoft.com/office/drawing/2014/main" id="{0055088B-131E-D2BD-A54F-FBA0EAD32A56}"/>
                </a:ext>
              </a:extLst>
            </p:cNvPr>
            <p:cNvSpPr txBox="1"/>
            <p:nvPr/>
          </p:nvSpPr>
          <p:spPr>
            <a:xfrm>
              <a:off x="1086589" y="4024584"/>
              <a:ext cx="2696550" cy="216214"/>
            </a:xfrm>
            <a:prstGeom prst="rect">
              <a:avLst/>
            </a:prstGeom>
            <a:solidFill>
              <a:srgbClr val="000000"/>
            </a:solidFill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50800" tIns="50800" rIns="50800" bIns="50800" anchor="ctr">
              <a:spAutoFit/>
            </a:bodyPr>
            <a:lstStyle>
              <a:lvl1pPr>
                <a:spcBef>
                  <a:spcPts val="1000"/>
                </a:spcBef>
                <a:defRPr sz="2400" b="0">
                  <a:solidFill>
                    <a:srgbClr val="F4D624"/>
                  </a:solidFill>
                </a:defRPr>
              </a:lvl1pPr>
            </a:lstStyle>
            <a:p>
              <a:pPr algn="ctr"/>
              <a:r>
                <a:rPr sz="90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출고시</a:t>
              </a:r>
              <a:r>
                <a:rPr sz="90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2번 </a:t>
              </a:r>
              <a:r>
                <a:rPr sz="90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다이얼은</a:t>
              </a:r>
              <a:r>
                <a:rPr sz="90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90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최소</a:t>
              </a:r>
              <a:r>
                <a:rPr sz="90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 </a:t>
              </a:r>
              <a:r>
                <a:rPr sz="900" dirty="0" err="1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상태입니다</a:t>
              </a:r>
              <a:r>
                <a:rPr sz="900" dirty="0">
                  <a:latin typeface="페이퍼로지 5 Medium" pitchFamily="2" charset="-127"/>
                  <a:ea typeface="페이퍼로지 5 Medium" pitchFamily="2" charset="-127"/>
                  <a:cs typeface="Gothic A1" pitchFamily="2" charset="-127"/>
                </a:rPr>
                <a:t>.</a:t>
              </a:r>
            </a:p>
          </p:txBody>
        </p:sp>
      </p:grpSp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BC1D6A50-C24D-D579-73CB-234DBCCD4832}"/>
              </a:ext>
            </a:extLst>
          </p:cNvPr>
          <p:cNvGraphicFramePr>
            <a:graphicFrameLocks noGrp="1"/>
          </p:cNvGraphicFramePr>
          <p:nvPr/>
        </p:nvGraphicFramePr>
        <p:xfrm>
          <a:off x="8350532" y="2125894"/>
          <a:ext cx="3202324" cy="2007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581">
                  <a:extLst>
                    <a:ext uri="{9D8B030D-6E8A-4147-A177-3AD203B41FA5}">
                      <a16:colId xmlns:a16="http://schemas.microsoft.com/office/drawing/2014/main" val="3026271908"/>
                    </a:ext>
                  </a:extLst>
                </a:gridCol>
                <a:gridCol w="800581">
                  <a:extLst>
                    <a:ext uri="{9D8B030D-6E8A-4147-A177-3AD203B41FA5}">
                      <a16:colId xmlns:a16="http://schemas.microsoft.com/office/drawing/2014/main" val="2284961123"/>
                    </a:ext>
                  </a:extLst>
                </a:gridCol>
                <a:gridCol w="800581">
                  <a:extLst>
                    <a:ext uri="{9D8B030D-6E8A-4147-A177-3AD203B41FA5}">
                      <a16:colId xmlns:a16="http://schemas.microsoft.com/office/drawing/2014/main" val="2828490003"/>
                    </a:ext>
                  </a:extLst>
                </a:gridCol>
                <a:gridCol w="800581">
                  <a:extLst>
                    <a:ext uri="{9D8B030D-6E8A-4147-A177-3AD203B41FA5}">
                      <a16:colId xmlns:a16="http://schemas.microsoft.com/office/drawing/2014/main" val="2893920000"/>
                    </a:ext>
                  </a:extLst>
                </a:gridCol>
              </a:tblGrid>
              <a:tr h="50183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Nozzle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P</a:t>
                      </a:r>
                    </a:p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Bar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Q</a:t>
                      </a:r>
                    </a:p>
                    <a:p>
                      <a:pPr algn="ctr" latinLnBrk="1"/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㎥</a:t>
                      </a:r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/h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501606"/>
                  </a:ext>
                </a:extLst>
              </a:tr>
              <a:tr h="501833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4.0mm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2.0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0.850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394403"/>
                  </a:ext>
                </a:extLst>
              </a:tr>
              <a:tr h="50183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3.0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1.030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5934378"/>
                  </a:ext>
                </a:extLst>
              </a:tr>
              <a:tr h="501833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4.0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1.180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50" b="1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6358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3" name="그림 12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E25B32-D2A2-F804-7C2F-FBDDBBBA2B6E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1851" y="92761"/>
            <a:ext cx="9655995" cy="682678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167B7B-AD96-B2D0-12F1-889B47004E49}"/>
              </a:ext>
            </a:extLst>
          </p:cNvPr>
          <p:cNvSpPr txBox="1"/>
          <p:nvPr/>
        </p:nvSpPr>
        <p:spPr>
          <a:xfrm>
            <a:off x="534257" y="575353"/>
            <a:ext cx="6782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공신력 있는 시공 역량 및 글로벌 품질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·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안전 경영 시스템</a:t>
            </a:r>
          </a:p>
        </p:txBody>
      </p:sp>
      <p:pic>
        <p:nvPicPr>
          <p:cNvPr id="3" name="그림 2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506EA9-986E-207C-8B97-E9F9387E76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89" y="1020762"/>
            <a:ext cx="3610506" cy="510857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그림 6" descr="텍스트, 스크린샷, 폰트, 메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4F1EDF-E160-27A6-98F3-9A5658A2F6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238" y="3741020"/>
            <a:ext cx="1683387" cy="238831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B378F2-5AB4-F857-AD7F-17E5FB95E0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9513" y="3741023"/>
            <a:ext cx="1683387" cy="2388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 descr="텍스트, 스크린샷, 메뉴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EC7F6C-B14D-6FB3-8C37-D76944208A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289" y="3741023"/>
            <a:ext cx="1683387" cy="238831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606866-ADE3-CFAC-5D90-A9FBEEC3F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8242" y="1041893"/>
            <a:ext cx="1676383" cy="238222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44E0F21-8A92-3D61-2C20-2A05431E8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517" y="1047768"/>
            <a:ext cx="1676383" cy="23704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CF37E0-F818-F803-4B8E-0C541D23FF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792" y="1037018"/>
            <a:ext cx="1676383" cy="23919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4631E568-738A-23D3-7E07-E455FD79B686}"/>
              </a:ext>
            </a:extLst>
          </p:cNvPr>
          <p:cNvSpPr txBox="1"/>
          <p:nvPr/>
        </p:nvSpPr>
        <p:spPr>
          <a:xfrm>
            <a:off x="534257" y="575353"/>
            <a:ext cx="8233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페이퍼로지 7 Bold" pitchFamily="2" charset="-127"/>
                <a:ea typeface="페이퍼로지 7 Bold" pitchFamily="2" charset="-127"/>
              </a:rPr>
              <a:t>루퍼젯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(</a:t>
            </a:r>
            <a:r>
              <a:rPr lang="en-US" altLang="ko-KR" sz="2400" dirty="0" err="1">
                <a:latin typeface="페이퍼로지 7 Bold" pitchFamily="2" charset="-127"/>
                <a:ea typeface="페이퍼로지 7 Bold" pitchFamily="2" charset="-127"/>
              </a:rPr>
              <a:t>Looperget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), 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특허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 ·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상표</a:t>
            </a:r>
            <a:r>
              <a:rPr lang="en-US" altLang="ko-KR" sz="2400" dirty="0">
                <a:latin typeface="페이퍼로지 7 Bold" pitchFamily="2" charset="-127"/>
                <a:ea typeface="페이퍼로지 7 Bold" pitchFamily="2" charset="-127"/>
              </a:rPr>
              <a:t> ·</a:t>
            </a:r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성능이 융합된 독보적 기술 제품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E3919D0-134C-438F-405F-F36234D0BBBB}"/>
              </a:ext>
            </a:extLst>
          </p:cNvPr>
          <p:cNvGrpSpPr/>
          <p:nvPr/>
        </p:nvGrpSpPr>
        <p:grpSpPr>
          <a:xfrm>
            <a:off x="2969894" y="1037018"/>
            <a:ext cx="6252212" cy="1699545"/>
            <a:chOff x="1220074" y="1024226"/>
            <a:chExt cx="8473697" cy="2303413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D459E230-DAD1-2F53-634E-95AD07AF34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0074" y="1037018"/>
              <a:ext cx="1603706" cy="2269446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  <p:pic>
          <p:nvPicPr>
            <p:cNvPr id="22" name="그림 21" descr="텍스트, 스크린샷, 도표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C244B44-F5C1-D99F-231E-3C6EACBCD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5060" y="1058195"/>
              <a:ext cx="1603706" cy="2269444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  <p:pic>
          <p:nvPicPr>
            <p:cNvPr id="23" name="그림 22" descr="텍스트, 스크린샷, 도표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5B00824-E54A-3AF4-D99E-52A99CCC438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0046" y="1038165"/>
              <a:ext cx="1603706" cy="2269441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  <p:pic>
          <p:nvPicPr>
            <p:cNvPr id="24" name="그림 23" descr="텍스트, 스크린샷, 도표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8C6B0A3-CCB7-69D1-5B47-D034C84BF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5032" y="1038165"/>
              <a:ext cx="1603706" cy="2269444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  <p:pic>
          <p:nvPicPr>
            <p:cNvPr id="25" name="그림 24" descr="텍스트, 스크린샷, 도표, 지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27065B7-B4FD-F8AC-17F1-4CF18900E7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0018" y="1041687"/>
              <a:ext cx="1603706" cy="2269444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  <p:pic>
          <p:nvPicPr>
            <p:cNvPr id="26" name="그림 25" descr="텍스트, 스크린샷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0D73212-6C4A-60B8-0A84-B2ADDCEE62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95004" y="1037018"/>
              <a:ext cx="1603706" cy="2270588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  <p:pic>
          <p:nvPicPr>
            <p:cNvPr id="27" name="그림 26" descr="텍스트, 스크린샷, 도표, 원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8AACC4F-C56F-2A5E-15C2-168F7B9A1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09990" y="1050294"/>
              <a:ext cx="1603706" cy="2262808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06C6C28F-646B-3F6F-4C46-364D4DE77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4975" y="1024226"/>
              <a:ext cx="1603706" cy="2267257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  <p:pic>
          <p:nvPicPr>
            <p:cNvPr id="29" name="그림 28">
              <a:extLst>
                <a:ext uri="{FF2B5EF4-FFF2-40B4-BE49-F238E27FC236}">
                  <a16:creationId xmlns:a16="http://schemas.microsoft.com/office/drawing/2014/main" id="{7CD1A1FA-5BD8-7583-931C-46834A9469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85389" y="1037018"/>
              <a:ext cx="1608382" cy="2276084"/>
            </a:xfrm>
            <a:prstGeom prst="rect">
              <a:avLst/>
            </a:prstGeom>
            <a:ln w="3175">
              <a:solidFill>
                <a:srgbClr val="767676"/>
              </a:solidFill>
            </a:ln>
          </p:spPr>
        </p:pic>
      </p:grpSp>
      <p:pic>
        <p:nvPicPr>
          <p:cNvPr id="34" name="그림 33" descr="텍스트, 스크린샷, 편지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F678801-1219-7F45-30DB-7B0E9F62DCB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218" y="3228918"/>
            <a:ext cx="948142" cy="1341743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6A62A710-400D-36AB-015E-D975229ACBC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58" y="4775368"/>
            <a:ext cx="867905" cy="1362968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36" name="그림 35" descr="텍스트, 스크린샷, 편지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81B524-3F01-B644-1152-62CB82EA33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755" y="4768021"/>
            <a:ext cx="960869" cy="1363696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37" name="그림 36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87EA963-EFD8-3C0C-50A3-B8B8096B8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740" y="4785029"/>
            <a:ext cx="948666" cy="1341743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38" name="그림 37" descr="텍스트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CFE8AEE-DAC3-290E-3F8B-5E2D06319B1E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7773" y="4775445"/>
            <a:ext cx="950414" cy="1351326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39" name="그림 38" descr="텍스트, 폰트, 편지, 상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089033-88A7-E9DA-E76D-9058E29D829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1164" y="4783353"/>
            <a:ext cx="939511" cy="1353723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40" name="그림 39" descr="텍스트, 폰트, 편지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4FB19CE-5F19-FDA8-FA2F-AA09DC87BE5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3561" y="4783570"/>
            <a:ext cx="958388" cy="1356248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41" name="그림 40" descr="텍스트, 스크린샷, 폰트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9047803-11D4-4270-2220-D793FC266D4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358" y="3217633"/>
            <a:ext cx="958388" cy="1356241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44" name="그림 43" descr="텍스트, 스크린샷, 문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0603BC-ED54-1D7A-3079-903EEA1074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0530" y="4702629"/>
            <a:ext cx="1004093" cy="1420990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45" name="그림 44" descr="텍스트, 스크린샷, 영수증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CD3D05-973F-211F-FFEF-8C11D2F51B2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369" y="4705781"/>
            <a:ext cx="1004093" cy="1420990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46" name="그림 45" descr="텍스트, 스크린샷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425263-5D1F-3007-E8EC-454B5E61376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92209" y="4703964"/>
            <a:ext cx="1004093" cy="1418323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47" name="그림 46" descr="텍스트, 스크린샷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CEB28E-C9F6-4E6E-1E01-BB43DCC9CA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0532" y="3219903"/>
            <a:ext cx="1004093" cy="1418323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48" name="그림 47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085A51-541B-A5BF-3793-5010FB03BD73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370" y="3213562"/>
            <a:ext cx="1004093" cy="1420990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pic>
        <p:nvPicPr>
          <p:cNvPr id="49" name="그림 4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223028-BE8A-2BEC-7441-6689F0331B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2209" y="3213565"/>
            <a:ext cx="1004093" cy="1420990"/>
          </a:xfrm>
          <a:prstGeom prst="rect">
            <a:avLst/>
          </a:prstGeom>
          <a:ln w="3175">
            <a:solidFill>
              <a:srgbClr val="767676"/>
            </a:solidFill>
          </a:ln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92061BE-FBED-60F6-C7B2-CBEB57E3C26A}"/>
              </a:ext>
            </a:extLst>
          </p:cNvPr>
          <p:cNvSpPr txBox="1"/>
          <p:nvPr/>
        </p:nvSpPr>
        <p:spPr>
          <a:xfrm>
            <a:off x="4393283" y="2290232"/>
            <a:ext cx="3440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tx2">
                    <a:lumMod val="50000"/>
                    <a:lumOff val="50000"/>
                    <a:alpha val="50000"/>
                  </a:schemeClr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PATENDED</a:t>
            </a:r>
            <a:endParaRPr lang="ko-KR" altLang="en-US" sz="5400" dirty="0">
              <a:solidFill>
                <a:schemeClr val="tx2">
                  <a:lumMod val="50000"/>
                  <a:lumOff val="50000"/>
                  <a:alpha val="50000"/>
                </a:schemeClr>
              </a:solidFill>
              <a:latin typeface="STHupo" panose="02010800040101010101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6BC4A4F-EE63-CF5A-4937-01FF060E328A}"/>
              </a:ext>
            </a:extLst>
          </p:cNvPr>
          <p:cNvSpPr txBox="1"/>
          <p:nvPr/>
        </p:nvSpPr>
        <p:spPr>
          <a:xfrm>
            <a:off x="8009827" y="4198950"/>
            <a:ext cx="3440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rgbClr val="92D050">
                    <a:alpha val="50000"/>
                  </a:srgbClr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CERTIFIED</a:t>
            </a:r>
            <a:endParaRPr lang="ko-KR" altLang="en-US" sz="5400" dirty="0">
              <a:solidFill>
                <a:srgbClr val="92D050">
                  <a:alpha val="50000"/>
                </a:srgbClr>
              </a:solidFill>
              <a:latin typeface="STHupo" panose="02010800040101010101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E7DC26C-612A-D0E1-EC50-44EDF7DCE97A}"/>
              </a:ext>
            </a:extLst>
          </p:cNvPr>
          <p:cNvSpPr txBox="1"/>
          <p:nvPr/>
        </p:nvSpPr>
        <p:spPr>
          <a:xfrm>
            <a:off x="678157" y="4198950"/>
            <a:ext cx="40382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5400" dirty="0">
                <a:solidFill>
                  <a:schemeClr val="accent2">
                    <a:lumMod val="60000"/>
                    <a:lumOff val="40000"/>
                    <a:alpha val="50000"/>
                  </a:schemeClr>
                </a:solidFill>
                <a:latin typeface="STHupo" panose="02010800040101010101" pitchFamily="2" charset="-122"/>
                <a:ea typeface="STHupo" panose="02010800040101010101" pitchFamily="2" charset="-122"/>
              </a:rPr>
              <a:t>TRADEMARK</a:t>
            </a:r>
            <a:endParaRPr lang="ko-KR" altLang="en-US" sz="5400" dirty="0">
              <a:solidFill>
                <a:schemeClr val="accent2">
                  <a:lumMod val="60000"/>
                  <a:lumOff val="40000"/>
                  <a:alpha val="50000"/>
                </a:schemeClr>
              </a:solidFill>
              <a:latin typeface="STHupo" panose="02010800040101010101" pitchFamily="2" charset="-122"/>
            </a:endParaRPr>
          </a:p>
        </p:txBody>
      </p:sp>
      <p:pic>
        <p:nvPicPr>
          <p:cNvPr id="14" name="그림 13" descr="램프, 빛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E2F7BA-E5F9-587F-DF1A-39252D7358B3}"/>
              </a:ext>
            </a:extLst>
          </p:cNvPr>
          <p:cNvPicPr>
            <a:picLocks noChangeAspect="1"/>
          </p:cNvPicPr>
          <p:nvPr/>
        </p:nvPicPr>
        <p:blipFill>
          <a:blip r:embed="rId15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13" t="9920" r="21617" b="9468"/>
          <a:stretch>
            <a:fillRect/>
          </a:stretch>
        </p:blipFill>
        <p:spPr>
          <a:xfrm>
            <a:off x="3547181" y="1020763"/>
            <a:ext cx="5193221" cy="5195268"/>
          </a:xfrm>
          <a:prstGeom prst="rect">
            <a:avLst/>
          </a:prstGeom>
        </p:spPr>
      </p:pic>
      <p:grpSp>
        <p:nvGrpSpPr>
          <p:cNvPr id="4" name="그룹화">
            <a:extLst>
              <a:ext uri="{FF2B5EF4-FFF2-40B4-BE49-F238E27FC236}">
                <a16:creationId xmlns:a16="http://schemas.microsoft.com/office/drawing/2014/main" id="{B44A400F-CD6B-E1BA-509E-817BDD495B16}"/>
              </a:ext>
            </a:extLst>
          </p:cNvPr>
          <p:cNvGrpSpPr/>
          <p:nvPr/>
        </p:nvGrpSpPr>
        <p:grpSpPr>
          <a:xfrm>
            <a:off x="4195893" y="3370899"/>
            <a:ext cx="3800214" cy="700120"/>
            <a:chOff x="0" y="0"/>
            <a:chExt cx="7600425" cy="1400237"/>
          </a:xfrm>
        </p:grpSpPr>
        <p:sp>
          <p:nvSpPr>
            <p:cNvPr id="11" name="도형">
              <a:extLst>
                <a:ext uri="{FF2B5EF4-FFF2-40B4-BE49-F238E27FC236}">
                  <a16:creationId xmlns:a16="http://schemas.microsoft.com/office/drawing/2014/main" id="{183A7038-E8A6-78FA-726B-58F974ED5711}"/>
                </a:ext>
              </a:extLst>
            </p:cNvPr>
            <p:cNvSpPr/>
            <p:nvPr/>
          </p:nvSpPr>
          <p:spPr>
            <a:xfrm>
              <a:off x="0" y="0"/>
              <a:ext cx="799992" cy="110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402" y="16685"/>
                  </a:moveTo>
                  <a:lnTo>
                    <a:pt x="5402" y="0"/>
                  </a:lnTo>
                  <a:lnTo>
                    <a:pt x="0" y="0"/>
                  </a:lnTo>
                  <a:lnTo>
                    <a:pt x="0" y="18652"/>
                  </a:lnTo>
                  <a:lnTo>
                    <a:pt x="4054" y="21600"/>
                  </a:lnTo>
                  <a:lnTo>
                    <a:pt x="21600" y="21600"/>
                  </a:lnTo>
                  <a:lnTo>
                    <a:pt x="21600" y="17672"/>
                  </a:lnTo>
                  <a:lnTo>
                    <a:pt x="6751" y="17672"/>
                  </a:lnTo>
                  <a:cubicBezTo>
                    <a:pt x="6009" y="17672"/>
                    <a:pt x="5402" y="17231"/>
                    <a:pt x="5402" y="16692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2" name="도형">
              <a:extLst>
                <a:ext uri="{FF2B5EF4-FFF2-40B4-BE49-F238E27FC236}">
                  <a16:creationId xmlns:a16="http://schemas.microsoft.com/office/drawing/2014/main" id="{5125521D-3F03-1A28-8FB3-7916E4995980}"/>
                </a:ext>
              </a:extLst>
            </p:cNvPr>
            <p:cNvSpPr/>
            <p:nvPr/>
          </p:nvSpPr>
          <p:spPr>
            <a:xfrm>
              <a:off x="4499996" y="299955"/>
              <a:ext cx="600246" cy="79999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7200" y="6751"/>
                  </a:moveTo>
                  <a:lnTo>
                    <a:pt x="7200" y="21600"/>
                  </a:lnTo>
                  <a:lnTo>
                    <a:pt x="0" y="21600"/>
                  </a:lnTo>
                  <a:lnTo>
                    <a:pt x="0" y="4054"/>
                  </a:lnTo>
                  <a:cubicBezTo>
                    <a:pt x="2111" y="2470"/>
                    <a:pt x="3292" y="1584"/>
                    <a:pt x="5403" y="0"/>
                  </a:cubicBezTo>
                  <a:lnTo>
                    <a:pt x="21600" y="0"/>
                  </a:lnTo>
                  <a:lnTo>
                    <a:pt x="21600" y="5402"/>
                  </a:lnTo>
                  <a:lnTo>
                    <a:pt x="9009" y="5402"/>
                  </a:lnTo>
                  <a:cubicBezTo>
                    <a:pt x="8020" y="5402"/>
                    <a:pt x="7212" y="6009"/>
                    <a:pt x="7212" y="675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3" name="도형">
              <a:extLst>
                <a:ext uri="{FF2B5EF4-FFF2-40B4-BE49-F238E27FC236}">
                  <a16:creationId xmlns:a16="http://schemas.microsoft.com/office/drawing/2014/main" id="{992BC80D-866E-B507-C12E-E5E9433A3696}"/>
                </a:ext>
              </a:extLst>
            </p:cNvPr>
            <p:cNvSpPr/>
            <p:nvPr/>
          </p:nvSpPr>
          <p:spPr>
            <a:xfrm>
              <a:off x="899865" y="299955"/>
              <a:ext cx="800328" cy="80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48" y="0"/>
                  </a:moveTo>
                  <a:lnTo>
                    <a:pt x="4052" y="0"/>
                  </a:lnTo>
                  <a:cubicBezTo>
                    <a:pt x="2469" y="1583"/>
                    <a:pt x="1583" y="2469"/>
                    <a:pt x="0" y="4052"/>
                  </a:cubicBezTo>
                  <a:lnTo>
                    <a:pt x="0" y="17548"/>
                  </a:lnTo>
                  <a:cubicBezTo>
                    <a:pt x="1583" y="19131"/>
                    <a:pt x="2469" y="20017"/>
                    <a:pt x="4052" y="21600"/>
                  </a:cubicBezTo>
                  <a:lnTo>
                    <a:pt x="17548" y="21600"/>
                  </a:lnTo>
                  <a:cubicBezTo>
                    <a:pt x="19131" y="20017"/>
                    <a:pt x="20017" y="19131"/>
                    <a:pt x="21600" y="17548"/>
                  </a:cubicBezTo>
                  <a:lnTo>
                    <a:pt x="21600" y="4052"/>
                  </a:lnTo>
                  <a:cubicBezTo>
                    <a:pt x="20017" y="2469"/>
                    <a:pt x="19131" y="1583"/>
                    <a:pt x="17548" y="0"/>
                  </a:cubicBezTo>
                  <a:close/>
                  <a:moveTo>
                    <a:pt x="16200" y="14843"/>
                  </a:moveTo>
                  <a:cubicBezTo>
                    <a:pt x="16200" y="15585"/>
                    <a:pt x="15594" y="16191"/>
                    <a:pt x="14852" y="16191"/>
                  </a:cubicBezTo>
                  <a:lnTo>
                    <a:pt x="6757" y="16191"/>
                  </a:lnTo>
                  <a:cubicBezTo>
                    <a:pt x="6015" y="16191"/>
                    <a:pt x="5409" y="15585"/>
                    <a:pt x="5409" y="14843"/>
                  </a:cubicBezTo>
                  <a:lnTo>
                    <a:pt x="5409" y="6748"/>
                  </a:lnTo>
                  <a:cubicBezTo>
                    <a:pt x="5409" y="6006"/>
                    <a:pt x="6015" y="5400"/>
                    <a:pt x="6757" y="5400"/>
                  </a:cubicBezTo>
                  <a:lnTo>
                    <a:pt x="14852" y="5400"/>
                  </a:lnTo>
                  <a:cubicBezTo>
                    <a:pt x="15594" y="5400"/>
                    <a:pt x="16200" y="6006"/>
                    <a:pt x="16200" y="6748"/>
                  </a:cubicBezTo>
                  <a:lnTo>
                    <a:pt x="16200" y="1484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5" name="도형">
              <a:extLst>
                <a:ext uri="{FF2B5EF4-FFF2-40B4-BE49-F238E27FC236}">
                  <a16:creationId xmlns:a16="http://schemas.microsoft.com/office/drawing/2014/main" id="{31A7C79E-2AE8-CF85-8536-C1AF7D10B03C}"/>
                </a:ext>
              </a:extLst>
            </p:cNvPr>
            <p:cNvSpPr/>
            <p:nvPr/>
          </p:nvSpPr>
          <p:spPr>
            <a:xfrm>
              <a:off x="1799730" y="299955"/>
              <a:ext cx="800328" cy="80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48" y="0"/>
                  </a:moveTo>
                  <a:lnTo>
                    <a:pt x="4052" y="0"/>
                  </a:lnTo>
                  <a:cubicBezTo>
                    <a:pt x="2469" y="1583"/>
                    <a:pt x="1583" y="2469"/>
                    <a:pt x="0" y="4052"/>
                  </a:cubicBezTo>
                  <a:lnTo>
                    <a:pt x="0" y="17548"/>
                  </a:lnTo>
                  <a:cubicBezTo>
                    <a:pt x="1583" y="19131"/>
                    <a:pt x="2469" y="20017"/>
                    <a:pt x="4052" y="21600"/>
                  </a:cubicBezTo>
                  <a:lnTo>
                    <a:pt x="17548" y="21600"/>
                  </a:lnTo>
                  <a:cubicBezTo>
                    <a:pt x="19131" y="20017"/>
                    <a:pt x="20017" y="19131"/>
                    <a:pt x="21600" y="17548"/>
                  </a:cubicBezTo>
                  <a:lnTo>
                    <a:pt x="21600" y="4052"/>
                  </a:lnTo>
                  <a:cubicBezTo>
                    <a:pt x="20017" y="2469"/>
                    <a:pt x="19131" y="1583"/>
                    <a:pt x="17548" y="0"/>
                  </a:cubicBezTo>
                  <a:close/>
                  <a:moveTo>
                    <a:pt x="16200" y="14843"/>
                  </a:moveTo>
                  <a:cubicBezTo>
                    <a:pt x="16200" y="15585"/>
                    <a:pt x="15594" y="16191"/>
                    <a:pt x="14852" y="16191"/>
                  </a:cubicBezTo>
                  <a:lnTo>
                    <a:pt x="6757" y="16191"/>
                  </a:lnTo>
                  <a:cubicBezTo>
                    <a:pt x="6015" y="16191"/>
                    <a:pt x="5409" y="15585"/>
                    <a:pt x="5409" y="14843"/>
                  </a:cubicBezTo>
                  <a:lnTo>
                    <a:pt x="5409" y="6748"/>
                  </a:lnTo>
                  <a:cubicBezTo>
                    <a:pt x="5409" y="6006"/>
                    <a:pt x="6015" y="5400"/>
                    <a:pt x="6757" y="5400"/>
                  </a:cubicBezTo>
                  <a:lnTo>
                    <a:pt x="14852" y="5400"/>
                  </a:lnTo>
                  <a:cubicBezTo>
                    <a:pt x="15594" y="5400"/>
                    <a:pt x="16200" y="6006"/>
                    <a:pt x="16200" y="6748"/>
                  </a:cubicBezTo>
                  <a:lnTo>
                    <a:pt x="16200" y="1484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6" name="도형">
              <a:extLst>
                <a:ext uri="{FF2B5EF4-FFF2-40B4-BE49-F238E27FC236}">
                  <a16:creationId xmlns:a16="http://schemas.microsoft.com/office/drawing/2014/main" id="{B606056B-250A-7F96-63F6-F6B214C6964E}"/>
                </a:ext>
              </a:extLst>
            </p:cNvPr>
            <p:cNvSpPr/>
            <p:nvPr/>
          </p:nvSpPr>
          <p:spPr>
            <a:xfrm>
              <a:off x="2699930" y="299955"/>
              <a:ext cx="799993" cy="110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55" y="0"/>
                  </a:moveTo>
                  <a:lnTo>
                    <a:pt x="4054" y="0"/>
                  </a:lnTo>
                  <a:cubicBezTo>
                    <a:pt x="2470" y="1151"/>
                    <a:pt x="1584" y="1796"/>
                    <a:pt x="0" y="2948"/>
                  </a:cubicBezTo>
                  <a:lnTo>
                    <a:pt x="0" y="21600"/>
                  </a:lnTo>
                  <a:lnTo>
                    <a:pt x="5402" y="21600"/>
                  </a:lnTo>
                  <a:lnTo>
                    <a:pt x="5402" y="4915"/>
                  </a:lnTo>
                  <a:cubicBezTo>
                    <a:pt x="5402" y="4375"/>
                    <a:pt x="6009" y="3934"/>
                    <a:pt x="6751" y="3934"/>
                  </a:cubicBezTo>
                  <a:lnTo>
                    <a:pt x="14849" y="3934"/>
                  </a:lnTo>
                  <a:cubicBezTo>
                    <a:pt x="15591" y="3934"/>
                    <a:pt x="16198" y="4375"/>
                    <a:pt x="16198" y="4915"/>
                  </a:cubicBezTo>
                  <a:lnTo>
                    <a:pt x="16198" y="10803"/>
                  </a:lnTo>
                  <a:cubicBezTo>
                    <a:pt x="16198" y="11343"/>
                    <a:pt x="15591" y="11784"/>
                    <a:pt x="14849" y="11784"/>
                  </a:cubicBezTo>
                  <a:lnTo>
                    <a:pt x="8099" y="11784"/>
                  </a:lnTo>
                  <a:lnTo>
                    <a:pt x="8099" y="15711"/>
                  </a:lnTo>
                  <a:lnTo>
                    <a:pt x="17546" y="15711"/>
                  </a:lnTo>
                  <a:cubicBezTo>
                    <a:pt x="19130" y="14560"/>
                    <a:pt x="20016" y="13915"/>
                    <a:pt x="21600" y="12764"/>
                  </a:cubicBezTo>
                  <a:lnTo>
                    <a:pt x="21600" y="2948"/>
                  </a:lnTo>
                  <a:cubicBezTo>
                    <a:pt x="20016" y="1796"/>
                    <a:pt x="19130" y="1151"/>
                    <a:pt x="1754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7" name="도형">
              <a:extLst>
                <a:ext uri="{FF2B5EF4-FFF2-40B4-BE49-F238E27FC236}">
                  <a16:creationId xmlns:a16="http://schemas.microsoft.com/office/drawing/2014/main" id="{5BAAD12E-DD47-FABE-9A4B-77BD3C83C0B7}"/>
                </a:ext>
              </a:extLst>
            </p:cNvPr>
            <p:cNvSpPr/>
            <p:nvPr/>
          </p:nvSpPr>
          <p:spPr>
            <a:xfrm>
              <a:off x="3599796" y="299955"/>
              <a:ext cx="799993" cy="80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55" y="0"/>
                  </a:moveTo>
                  <a:lnTo>
                    <a:pt x="4054" y="0"/>
                  </a:lnTo>
                  <a:cubicBezTo>
                    <a:pt x="2470" y="1583"/>
                    <a:pt x="1584" y="2469"/>
                    <a:pt x="0" y="4052"/>
                  </a:cubicBezTo>
                  <a:lnTo>
                    <a:pt x="0" y="17548"/>
                  </a:lnTo>
                  <a:cubicBezTo>
                    <a:pt x="1584" y="19131"/>
                    <a:pt x="2470" y="20017"/>
                    <a:pt x="4054" y="21600"/>
                  </a:cubicBezTo>
                  <a:lnTo>
                    <a:pt x="21600" y="21600"/>
                  </a:lnTo>
                  <a:lnTo>
                    <a:pt x="21600" y="16200"/>
                  </a:lnTo>
                  <a:lnTo>
                    <a:pt x="13022" y="16200"/>
                  </a:lnTo>
                  <a:cubicBezTo>
                    <a:pt x="13022" y="16200"/>
                    <a:pt x="6751" y="16200"/>
                    <a:pt x="6751" y="16200"/>
                  </a:cubicBezTo>
                  <a:cubicBezTo>
                    <a:pt x="6009" y="16200"/>
                    <a:pt x="5402" y="15594"/>
                    <a:pt x="5402" y="14852"/>
                  </a:cubicBezTo>
                  <a:lnTo>
                    <a:pt x="5402" y="6757"/>
                  </a:lnTo>
                  <a:cubicBezTo>
                    <a:pt x="5402" y="6015"/>
                    <a:pt x="6009" y="5409"/>
                    <a:pt x="6751" y="5409"/>
                  </a:cubicBezTo>
                  <a:lnTo>
                    <a:pt x="14849" y="5409"/>
                  </a:lnTo>
                  <a:cubicBezTo>
                    <a:pt x="15591" y="5409"/>
                    <a:pt x="16198" y="6015"/>
                    <a:pt x="16198" y="6757"/>
                  </a:cubicBezTo>
                  <a:lnTo>
                    <a:pt x="16198" y="6757"/>
                  </a:lnTo>
                  <a:cubicBezTo>
                    <a:pt x="16198" y="7498"/>
                    <a:pt x="15591" y="8105"/>
                    <a:pt x="14849" y="8105"/>
                  </a:cubicBezTo>
                  <a:lnTo>
                    <a:pt x="8099" y="8105"/>
                  </a:lnTo>
                  <a:lnTo>
                    <a:pt x="8099" y="13505"/>
                  </a:lnTo>
                  <a:lnTo>
                    <a:pt x="17546" y="13505"/>
                  </a:lnTo>
                  <a:cubicBezTo>
                    <a:pt x="19130" y="11922"/>
                    <a:pt x="20016" y="11035"/>
                    <a:pt x="21600" y="9452"/>
                  </a:cubicBezTo>
                  <a:lnTo>
                    <a:pt x="21600" y="4052"/>
                  </a:lnTo>
                  <a:cubicBezTo>
                    <a:pt x="20016" y="2469"/>
                    <a:pt x="19130" y="1583"/>
                    <a:pt x="17546" y="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8" name="도형">
              <a:extLst>
                <a:ext uri="{FF2B5EF4-FFF2-40B4-BE49-F238E27FC236}">
                  <a16:creationId xmlns:a16="http://schemas.microsoft.com/office/drawing/2014/main" id="{9715D20D-591E-5DA0-1B24-3A8ED61D5879}"/>
                </a:ext>
              </a:extLst>
            </p:cNvPr>
            <p:cNvSpPr/>
            <p:nvPr/>
          </p:nvSpPr>
          <p:spPr>
            <a:xfrm>
              <a:off x="6099980" y="299955"/>
              <a:ext cx="799993" cy="80032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55" y="0"/>
                  </a:moveTo>
                  <a:lnTo>
                    <a:pt x="4054" y="0"/>
                  </a:lnTo>
                  <a:lnTo>
                    <a:pt x="0" y="4052"/>
                  </a:lnTo>
                  <a:lnTo>
                    <a:pt x="0" y="17548"/>
                  </a:lnTo>
                  <a:cubicBezTo>
                    <a:pt x="1584" y="19131"/>
                    <a:pt x="2470" y="20017"/>
                    <a:pt x="4054" y="21600"/>
                  </a:cubicBezTo>
                  <a:lnTo>
                    <a:pt x="21600" y="21600"/>
                  </a:lnTo>
                  <a:lnTo>
                    <a:pt x="21600" y="16200"/>
                  </a:lnTo>
                  <a:lnTo>
                    <a:pt x="13022" y="16200"/>
                  </a:lnTo>
                  <a:cubicBezTo>
                    <a:pt x="13022" y="16200"/>
                    <a:pt x="6751" y="16200"/>
                    <a:pt x="6751" y="16200"/>
                  </a:cubicBezTo>
                  <a:cubicBezTo>
                    <a:pt x="6009" y="16200"/>
                    <a:pt x="5402" y="15594"/>
                    <a:pt x="5402" y="14852"/>
                  </a:cubicBezTo>
                  <a:lnTo>
                    <a:pt x="5402" y="6757"/>
                  </a:lnTo>
                  <a:cubicBezTo>
                    <a:pt x="5402" y="6015"/>
                    <a:pt x="6009" y="5409"/>
                    <a:pt x="6751" y="5409"/>
                  </a:cubicBezTo>
                  <a:lnTo>
                    <a:pt x="14849" y="5409"/>
                  </a:lnTo>
                  <a:cubicBezTo>
                    <a:pt x="15591" y="5409"/>
                    <a:pt x="16198" y="6015"/>
                    <a:pt x="16198" y="6757"/>
                  </a:cubicBezTo>
                  <a:lnTo>
                    <a:pt x="16198" y="6757"/>
                  </a:lnTo>
                  <a:cubicBezTo>
                    <a:pt x="16198" y="7498"/>
                    <a:pt x="15591" y="8105"/>
                    <a:pt x="14849" y="8105"/>
                  </a:cubicBezTo>
                  <a:lnTo>
                    <a:pt x="8099" y="8105"/>
                  </a:lnTo>
                  <a:cubicBezTo>
                    <a:pt x="8099" y="8105"/>
                    <a:pt x="8099" y="13505"/>
                    <a:pt x="8099" y="13505"/>
                  </a:cubicBezTo>
                  <a:lnTo>
                    <a:pt x="17546" y="13505"/>
                  </a:lnTo>
                  <a:cubicBezTo>
                    <a:pt x="19130" y="11922"/>
                    <a:pt x="20016" y="11035"/>
                    <a:pt x="21600" y="9452"/>
                  </a:cubicBezTo>
                  <a:lnTo>
                    <a:pt x="21600" y="4052"/>
                  </a:lnTo>
                  <a:lnTo>
                    <a:pt x="17546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19" name="도형">
              <a:extLst>
                <a:ext uri="{FF2B5EF4-FFF2-40B4-BE49-F238E27FC236}">
                  <a16:creationId xmlns:a16="http://schemas.microsoft.com/office/drawing/2014/main" id="{3DB888B2-2C78-9062-2735-DDB2E50028CA}"/>
                </a:ext>
              </a:extLst>
            </p:cNvPr>
            <p:cNvSpPr/>
            <p:nvPr/>
          </p:nvSpPr>
          <p:spPr>
            <a:xfrm>
              <a:off x="5199779" y="299955"/>
              <a:ext cx="800328" cy="110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7548" y="0"/>
                  </a:moveTo>
                  <a:lnTo>
                    <a:pt x="4052" y="0"/>
                  </a:lnTo>
                  <a:lnTo>
                    <a:pt x="0" y="2948"/>
                  </a:lnTo>
                  <a:lnTo>
                    <a:pt x="0" y="12764"/>
                  </a:lnTo>
                  <a:lnTo>
                    <a:pt x="4052" y="15711"/>
                  </a:lnTo>
                  <a:lnTo>
                    <a:pt x="13495" y="15711"/>
                  </a:lnTo>
                  <a:lnTo>
                    <a:pt x="13495" y="11784"/>
                  </a:lnTo>
                  <a:lnTo>
                    <a:pt x="6748" y="11784"/>
                  </a:lnTo>
                  <a:cubicBezTo>
                    <a:pt x="6006" y="11784"/>
                    <a:pt x="5400" y="11343"/>
                    <a:pt x="5400" y="10803"/>
                  </a:cubicBezTo>
                  <a:lnTo>
                    <a:pt x="5400" y="4915"/>
                  </a:lnTo>
                  <a:cubicBezTo>
                    <a:pt x="5400" y="4375"/>
                    <a:pt x="6006" y="3934"/>
                    <a:pt x="6748" y="3934"/>
                  </a:cubicBezTo>
                  <a:lnTo>
                    <a:pt x="14843" y="3934"/>
                  </a:lnTo>
                  <a:cubicBezTo>
                    <a:pt x="15585" y="3934"/>
                    <a:pt x="16191" y="4375"/>
                    <a:pt x="16191" y="4915"/>
                  </a:cubicBezTo>
                  <a:lnTo>
                    <a:pt x="16191" y="16692"/>
                  </a:lnTo>
                  <a:cubicBezTo>
                    <a:pt x="16191" y="17231"/>
                    <a:pt x="15585" y="17672"/>
                    <a:pt x="14843" y="17672"/>
                  </a:cubicBezTo>
                  <a:lnTo>
                    <a:pt x="5400" y="17672"/>
                  </a:lnTo>
                  <a:lnTo>
                    <a:pt x="5400" y="21600"/>
                  </a:lnTo>
                  <a:lnTo>
                    <a:pt x="17548" y="21600"/>
                  </a:lnTo>
                  <a:lnTo>
                    <a:pt x="21600" y="18652"/>
                  </a:lnTo>
                  <a:lnTo>
                    <a:pt x="21600" y="2948"/>
                  </a:lnTo>
                  <a:lnTo>
                    <a:pt x="17548" y="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  <p:sp>
          <p:nvSpPr>
            <p:cNvPr id="20" name="도형">
              <a:extLst>
                <a:ext uri="{FF2B5EF4-FFF2-40B4-BE49-F238E27FC236}">
                  <a16:creationId xmlns:a16="http://schemas.microsoft.com/office/drawing/2014/main" id="{B99E23AA-E845-7DB2-752E-B7187065AF7C}"/>
                </a:ext>
              </a:extLst>
            </p:cNvPr>
            <p:cNvSpPr/>
            <p:nvPr/>
          </p:nvSpPr>
          <p:spPr>
            <a:xfrm>
              <a:off x="7000180" y="0"/>
              <a:ext cx="600246" cy="11002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588" y="9816"/>
                  </a:moveTo>
                  <a:lnTo>
                    <a:pt x="21588" y="5889"/>
                  </a:lnTo>
                  <a:lnTo>
                    <a:pt x="8997" y="5889"/>
                  </a:lnTo>
                  <a:cubicBezTo>
                    <a:pt x="8008" y="5889"/>
                    <a:pt x="7200" y="5448"/>
                    <a:pt x="7200" y="4908"/>
                  </a:cubicBezTo>
                  <a:lnTo>
                    <a:pt x="7200" y="0"/>
                  </a:lnTo>
                  <a:lnTo>
                    <a:pt x="0" y="0"/>
                  </a:lnTo>
                  <a:lnTo>
                    <a:pt x="0" y="18652"/>
                  </a:lnTo>
                  <a:lnTo>
                    <a:pt x="5403" y="21600"/>
                  </a:lnTo>
                  <a:lnTo>
                    <a:pt x="21600" y="21600"/>
                  </a:lnTo>
                  <a:lnTo>
                    <a:pt x="21600" y="17672"/>
                  </a:lnTo>
                  <a:lnTo>
                    <a:pt x="9009" y="17672"/>
                  </a:lnTo>
                  <a:cubicBezTo>
                    <a:pt x="8020" y="17672"/>
                    <a:pt x="7212" y="17231"/>
                    <a:pt x="7212" y="16692"/>
                  </a:cubicBezTo>
                  <a:lnTo>
                    <a:pt x="7212" y="10803"/>
                  </a:lnTo>
                  <a:cubicBezTo>
                    <a:pt x="7212" y="10264"/>
                    <a:pt x="8020" y="9823"/>
                    <a:pt x="9009" y="9823"/>
                  </a:cubicBezTo>
                  <a:lnTo>
                    <a:pt x="21600" y="9823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 sz="1600"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9AFB7E36-968D-1825-E657-6E9E7270425A}"/>
              </a:ext>
            </a:extLst>
          </p:cNvPr>
          <p:cNvSpPr txBox="1"/>
          <p:nvPr/>
        </p:nvSpPr>
        <p:spPr>
          <a:xfrm>
            <a:off x="534257" y="575353"/>
            <a:ext cx="4011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구역 설정 예시 – {{구역2}}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E7ADF-11E3-6D43-8D76-0883E34E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01" y="786645"/>
            <a:ext cx="11131042" cy="5342693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9AFB7E36-968D-1825-E657-6E9E7270425A}"/>
              </a:ext>
            </a:extLst>
          </p:cNvPr>
          <p:cNvSpPr txBox="1"/>
          <p:nvPr/>
        </p:nvSpPr>
        <p:spPr>
          <a:xfrm>
            <a:off x="534257" y="575353"/>
            <a:ext cx="4011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구역 설정 예시 – {{구역3}}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E7ADF-11E3-6D43-8D76-0883E34E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01" y="786645"/>
            <a:ext cx="11131042" cy="534269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9AFB7E36-968D-1825-E657-6E9E7270425A}"/>
              </a:ext>
            </a:extLst>
          </p:cNvPr>
          <p:cNvSpPr txBox="1"/>
          <p:nvPr/>
        </p:nvSpPr>
        <p:spPr>
          <a:xfrm>
            <a:off x="534257" y="575353"/>
            <a:ext cx="4011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구역 설정 예시 – {{구역4}}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E7ADF-11E3-6D43-8D76-0883E34E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01" y="786645"/>
            <a:ext cx="11131042" cy="5342693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9AFB7E36-968D-1825-E657-6E9E7270425A}"/>
              </a:ext>
            </a:extLst>
          </p:cNvPr>
          <p:cNvSpPr txBox="1"/>
          <p:nvPr/>
        </p:nvSpPr>
        <p:spPr>
          <a:xfrm>
            <a:off x="534257" y="575353"/>
            <a:ext cx="4011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구역 설정 예시 – {{구역5}}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E7ADF-11E3-6D43-8D76-0883E34E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01" y="786645"/>
            <a:ext cx="11131042" cy="534269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9AFB7E36-968D-1825-E657-6E9E7270425A}"/>
              </a:ext>
            </a:extLst>
          </p:cNvPr>
          <p:cNvSpPr txBox="1"/>
          <p:nvPr/>
        </p:nvSpPr>
        <p:spPr>
          <a:xfrm>
            <a:off x="534257" y="575353"/>
            <a:ext cx="4011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구역 설정 예시 – {{구역6}}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E7ADF-11E3-6D43-8D76-0883E34E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01" y="786645"/>
            <a:ext cx="11131042" cy="5342693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9AFB7E36-968D-1825-E657-6E9E7270425A}"/>
              </a:ext>
            </a:extLst>
          </p:cNvPr>
          <p:cNvSpPr txBox="1"/>
          <p:nvPr/>
        </p:nvSpPr>
        <p:spPr>
          <a:xfrm>
            <a:off x="534257" y="575353"/>
            <a:ext cx="4011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구역 설정 예시 – {{구역7}}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E7ADF-11E3-6D43-8D76-0883E34E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01" y="786645"/>
            <a:ext cx="11131042" cy="534269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>
            <a:extLst>
              <a:ext uri="{FF2B5EF4-FFF2-40B4-BE49-F238E27FC236}">
                <a16:creationId xmlns:a16="http://schemas.microsoft.com/office/drawing/2014/main" id="{9AFB7E36-968D-1825-E657-6E9E7270425A}"/>
              </a:ext>
            </a:extLst>
          </p:cNvPr>
          <p:cNvSpPr txBox="1"/>
          <p:nvPr/>
        </p:nvSpPr>
        <p:spPr>
          <a:xfrm>
            <a:off x="534257" y="575353"/>
            <a:ext cx="40111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페이퍼로지 7 Bold" pitchFamily="2" charset="-127"/>
                <a:ea typeface="페이퍼로지 7 Bold" pitchFamily="2" charset="-127"/>
              </a:rPr>
              <a:t>구역 설정 예시 – {{구역8}}</a:t>
            </a:r>
            <a:endParaRPr lang="ko-KR" altLang="en-US" sz="24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BE7ADF-11E3-6D43-8D76-0883E34E9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01" y="786645"/>
            <a:ext cx="11131042" cy="53426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4790</TotalTime>
  <Words>1238</Words>
  <Application>Microsoft Office PowerPoint</Application>
  <PresentationFormat>와이드스크린</PresentationFormat>
  <Paragraphs>235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6" baseType="lpstr">
      <vt:lpstr>Gothic A1</vt:lpstr>
      <vt:lpstr>Gothic A1 SemiBold</vt:lpstr>
      <vt:lpstr>Helvetica Neue</vt:lpstr>
      <vt:lpstr>맑은 고딕</vt:lpstr>
      <vt:lpstr>페이퍼로지 3 Light</vt:lpstr>
      <vt:lpstr>페이퍼로지 4 Regular</vt:lpstr>
      <vt:lpstr>페이퍼로지 5 Medium</vt:lpstr>
      <vt:lpstr>페이퍼로지 6 SemiBold</vt:lpstr>
      <vt:lpstr>페이퍼로지 7 Bold</vt:lpstr>
      <vt:lpstr>페이퍼로지 8 ExtraBold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형석 박</dc:creator>
  <cp:lastModifiedBy>형석 박</cp:lastModifiedBy>
  <cp:revision>286</cp:revision>
  <dcterms:created xsi:type="dcterms:W3CDTF">2025-04-22T02:07:22Z</dcterms:created>
  <dcterms:modified xsi:type="dcterms:W3CDTF">2026-03-21T07:15:00Z</dcterms:modified>
</cp:coreProperties>
</file>